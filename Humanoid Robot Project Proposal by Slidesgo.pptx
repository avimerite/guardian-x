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4"/>
  </p:sldMasterIdLst>
  <p:notesMasterIdLst>
    <p:notesMasterId r:id="rId25"/>
  </p:notesMasterIdLst>
  <p:sldIdLst>
    <p:sldId id="256" r:id="rId5"/>
    <p:sldId id="271" r:id="rId6"/>
    <p:sldId id="259" r:id="rId7"/>
    <p:sldId id="260" r:id="rId8"/>
    <p:sldId id="266" r:id="rId9"/>
    <p:sldId id="304" r:id="rId10"/>
    <p:sldId id="305" r:id="rId11"/>
    <p:sldId id="306" r:id="rId12"/>
    <p:sldId id="307" r:id="rId13"/>
    <p:sldId id="308" r:id="rId14"/>
    <p:sldId id="311" r:id="rId15"/>
    <p:sldId id="310" r:id="rId16"/>
    <p:sldId id="309" r:id="rId17"/>
    <p:sldId id="258" r:id="rId18"/>
    <p:sldId id="312" r:id="rId19"/>
    <p:sldId id="313" r:id="rId20"/>
    <p:sldId id="315" r:id="rId21"/>
    <p:sldId id="314" r:id="rId22"/>
    <p:sldId id="269" r:id="rId23"/>
    <p:sldId id="283" r:id="rId24"/>
  </p:sldIdLst>
  <p:sldSz cx="9144000" cy="5143500" type="screen16x9"/>
  <p:notesSz cx="6858000" cy="9144000"/>
  <p:embeddedFontLs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278324-91D4-4CB2-BA9B-90C4D0C839B4}">
  <a:tblStyle styleId="{B0278324-91D4-4CB2-BA9B-90C4D0C839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g11bc263f502_0_3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7" name="Google Shape;2737;g11bc263f502_0_3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1bc263f502_0_1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1bc263f502_0_1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11bc263f502_0_2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11bc263f502_0_2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>
          <a:extLst>
            <a:ext uri="{FF2B5EF4-FFF2-40B4-BE49-F238E27FC236}">
              <a16:creationId xmlns:a16="http://schemas.microsoft.com/office/drawing/2014/main" id="{D522D6BD-D706-E153-449B-DD41D3770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>
            <a:extLst>
              <a:ext uri="{FF2B5EF4-FFF2-40B4-BE49-F238E27FC236}">
                <a16:creationId xmlns:a16="http://schemas.microsoft.com/office/drawing/2014/main" id="{4761C28A-FA00-5CB0-A53F-8641BD88CB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>
            <a:extLst>
              <a:ext uri="{FF2B5EF4-FFF2-40B4-BE49-F238E27FC236}">
                <a16:creationId xmlns:a16="http://schemas.microsoft.com/office/drawing/2014/main" id="{015C7BA4-A350-2734-F39B-9834136F2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967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>
          <a:extLst>
            <a:ext uri="{FF2B5EF4-FFF2-40B4-BE49-F238E27FC236}">
              <a16:creationId xmlns:a16="http://schemas.microsoft.com/office/drawing/2014/main" id="{BA10A29C-A0B1-1AEC-6F3F-FFA523BF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>
            <a:extLst>
              <a:ext uri="{FF2B5EF4-FFF2-40B4-BE49-F238E27FC236}">
                <a16:creationId xmlns:a16="http://schemas.microsoft.com/office/drawing/2014/main" id="{50EE5260-C9D2-7F4C-499F-3B01FA91C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>
            <a:extLst>
              <a:ext uri="{FF2B5EF4-FFF2-40B4-BE49-F238E27FC236}">
                <a16:creationId xmlns:a16="http://schemas.microsoft.com/office/drawing/2014/main" id="{A6EA3A93-DE42-F6FA-0ED1-9F549DD39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8184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>
          <a:extLst>
            <a:ext uri="{FF2B5EF4-FFF2-40B4-BE49-F238E27FC236}">
              <a16:creationId xmlns:a16="http://schemas.microsoft.com/office/drawing/2014/main" id="{DD8F5026-F4E9-EDA5-B021-75F36A3F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>
            <a:extLst>
              <a:ext uri="{FF2B5EF4-FFF2-40B4-BE49-F238E27FC236}">
                <a16:creationId xmlns:a16="http://schemas.microsoft.com/office/drawing/2014/main" id="{4EB81FE0-7761-29B6-0132-4AD06612C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>
            <a:extLst>
              <a:ext uri="{FF2B5EF4-FFF2-40B4-BE49-F238E27FC236}">
                <a16:creationId xmlns:a16="http://schemas.microsoft.com/office/drawing/2014/main" id="{002B3770-4E04-2886-2785-110D0EA73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617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>
          <a:extLst>
            <a:ext uri="{FF2B5EF4-FFF2-40B4-BE49-F238E27FC236}">
              <a16:creationId xmlns:a16="http://schemas.microsoft.com/office/drawing/2014/main" id="{61DAF129-EA75-8511-F830-2E2CD6B1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>
            <a:extLst>
              <a:ext uri="{FF2B5EF4-FFF2-40B4-BE49-F238E27FC236}">
                <a16:creationId xmlns:a16="http://schemas.microsoft.com/office/drawing/2014/main" id="{7D73611E-B5B4-DF93-7E94-0586A10BC8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>
            <a:extLst>
              <a:ext uri="{FF2B5EF4-FFF2-40B4-BE49-F238E27FC236}">
                <a16:creationId xmlns:a16="http://schemas.microsoft.com/office/drawing/2014/main" id="{C54B9E4F-3DFC-73FC-11C8-843613C445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8402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>
          <a:extLst>
            <a:ext uri="{FF2B5EF4-FFF2-40B4-BE49-F238E27FC236}">
              <a16:creationId xmlns:a16="http://schemas.microsoft.com/office/drawing/2014/main" id="{5B6626F0-56C4-3005-25DD-C099EDC66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>
            <a:extLst>
              <a:ext uri="{FF2B5EF4-FFF2-40B4-BE49-F238E27FC236}">
                <a16:creationId xmlns:a16="http://schemas.microsoft.com/office/drawing/2014/main" id="{6817E7F9-0458-39DB-9DE0-EE2177C96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>
            <a:extLst>
              <a:ext uri="{FF2B5EF4-FFF2-40B4-BE49-F238E27FC236}">
                <a16:creationId xmlns:a16="http://schemas.microsoft.com/office/drawing/2014/main" id="{023D8197-C8EF-B5AC-8600-F94923188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7606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>
          <a:extLst>
            <a:ext uri="{FF2B5EF4-FFF2-40B4-BE49-F238E27FC236}">
              <a16:creationId xmlns:a16="http://schemas.microsoft.com/office/drawing/2014/main" id="{73D6AC61-151E-F2F0-23CE-1CC6F4C8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>
            <a:extLst>
              <a:ext uri="{FF2B5EF4-FFF2-40B4-BE49-F238E27FC236}">
                <a16:creationId xmlns:a16="http://schemas.microsoft.com/office/drawing/2014/main" id="{53D6C8B1-9A7A-845B-70AA-1306971BDF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>
            <a:extLst>
              <a:ext uri="{FF2B5EF4-FFF2-40B4-BE49-F238E27FC236}">
                <a16:creationId xmlns:a16="http://schemas.microsoft.com/office/drawing/2014/main" id="{4C411B5C-7420-A1CE-8015-2C5B70212A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268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>
          <a:extLst>
            <a:ext uri="{FF2B5EF4-FFF2-40B4-BE49-F238E27FC236}">
              <a16:creationId xmlns:a16="http://schemas.microsoft.com/office/drawing/2014/main" id="{7246AD7B-1553-40DC-2D43-36731B12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>
            <a:extLst>
              <a:ext uri="{FF2B5EF4-FFF2-40B4-BE49-F238E27FC236}">
                <a16:creationId xmlns:a16="http://schemas.microsoft.com/office/drawing/2014/main" id="{03568DCB-6923-64F6-DF67-7BC5DE9E1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>
            <a:extLst>
              <a:ext uri="{FF2B5EF4-FFF2-40B4-BE49-F238E27FC236}">
                <a16:creationId xmlns:a16="http://schemas.microsoft.com/office/drawing/2014/main" id="{31531B19-F8A2-9B4D-90CC-BC7E0EAAE9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689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>
          <a:extLst>
            <a:ext uri="{FF2B5EF4-FFF2-40B4-BE49-F238E27FC236}">
              <a16:creationId xmlns:a16="http://schemas.microsoft.com/office/drawing/2014/main" id="{C6626C08-15CC-E012-722F-978ADA37E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>
            <a:extLst>
              <a:ext uri="{FF2B5EF4-FFF2-40B4-BE49-F238E27FC236}">
                <a16:creationId xmlns:a16="http://schemas.microsoft.com/office/drawing/2014/main" id="{A3360FFD-3F46-DF42-1751-6FB28E7211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>
            <a:extLst>
              <a:ext uri="{FF2B5EF4-FFF2-40B4-BE49-F238E27FC236}">
                <a16:creationId xmlns:a16="http://schemas.microsoft.com/office/drawing/2014/main" id="{AC0F8151-00F7-72D4-7CEA-A6078F7E26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5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11bc263f502_0_1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11bc263f502_0_1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g12937d0541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9" name="Google Shape;2519;g12937d0541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4" name="Google Shape;4054;g12937d05419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5" name="Google Shape;4055;g12937d05419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3500" y="539375"/>
            <a:ext cx="4247100" cy="24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3500" y="3233700"/>
            <a:ext cx="2869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086542" y="288026"/>
            <a:ext cx="768173" cy="588522"/>
            <a:chOff x="8650400" y="824125"/>
            <a:chExt cx="124750" cy="95575"/>
          </a:xfrm>
        </p:grpSpPr>
        <p:sp>
          <p:nvSpPr>
            <p:cNvPr id="12" name="Google Shape;12;p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0400" y="824125"/>
              <a:ext cx="124750" cy="40800"/>
            </a:xfrm>
            <a:custGeom>
              <a:avLst/>
              <a:gdLst/>
              <a:ahLst/>
              <a:cxnLst/>
              <a:rect l="l" t="t" r="r" b="b"/>
              <a:pathLst>
                <a:path w="4990" h="1632" extrusionOk="0">
                  <a:moveTo>
                    <a:pt x="405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1227"/>
                  </a:lnTo>
                  <a:cubicBezTo>
                    <a:pt x="0" y="1453"/>
                    <a:pt x="179" y="1631"/>
                    <a:pt x="405" y="1631"/>
                  </a:cubicBezTo>
                  <a:lnTo>
                    <a:pt x="4584" y="1631"/>
                  </a:lnTo>
                  <a:cubicBezTo>
                    <a:pt x="4811" y="1631"/>
                    <a:pt x="4989" y="1453"/>
                    <a:pt x="4989" y="1227"/>
                  </a:cubicBezTo>
                  <a:lnTo>
                    <a:pt x="4989" y="417"/>
                  </a:lnTo>
                  <a:cubicBezTo>
                    <a:pt x="4989" y="191"/>
                    <a:pt x="4811" y="0"/>
                    <a:pt x="4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7646768" y="4570307"/>
            <a:ext cx="430885" cy="203666"/>
            <a:chOff x="8703675" y="886625"/>
            <a:chExt cx="69975" cy="33075"/>
          </a:xfrm>
        </p:grpSpPr>
        <p:sp>
          <p:nvSpPr>
            <p:cNvPr id="20" name="Google Shape;20;p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1594500" y="928250"/>
            <a:ext cx="5955000" cy="3272400"/>
          </a:xfrm>
          <a:prstGeom prst="roundRect">
            <a:avLst>
              <a:gd name="adj" fmla="val 54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title"/>
          </p:nvPr>
        </p:nvSpPr>
        <p:spPr>
          <a:xfrm>
            <a:off x="2324000" y="1555800"/>
            <a:ext cx="44961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0" name="Google Shape;110;p8"/>
          <p:cNvGrpSpPr/>
          <p:nvPr/>
        </p:nvGrpSpPr>
        <p:grpSpPr>
          <a:xfrm>
            <a:off x="1421742" y="-126724"/>
            <a:ext cx="768173" cy="588522"/>
            <a:chOff x="8650400" y="824125"/>
            <a:chExt cx="124750" cy="95575"/>
          </a:xfrm>
        </p:grpSpPr>
        <p:sp>
          <p:nvSpPr>
            <p:cNvPr id="111" name="Google Shape;111;p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8650400" y="824125"/>
              <a:ext cx="124750" cy="40800"/>
            </a:xfrm>
            <a:custGeom>
              <a:avLst/>
              <a:gdLst/>
              <a:ahLst/>
              <a:cxnLst/>
              <a:rect l="l" t="t" r="r" b="b"/>
              <a:pathLst>
                <a:path w="4990" h="1632" extrusionOk="0">
                  <a:moveTo>
                    <a:pt x="405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1227"/>
                  </a:lnTo>
                  <a:cubicBezTo>
                    <a:pt x="0" y="1453"/>
                    <a:pt x="179" y="1631"/>
                    <a:pt x="405" y="1631"/>
                  </a:cubicBezTo>
                  <a:lnTo>
                    <a:pt x="4584" y="1631"/>
                  </a:lnTo>
                  <a:cubicBezTo>
                    <a:pt x="4811" y="1631"/>
                    <a:pt x="4989" y="1453"/>
                    <a:pt x="4989" y="1227"/>
                  </a:cubicBezTo>
                  <a:lnTo>
                    <a:pt x="4989" y="417"/>
                  </a:lnTo>
                  <a:cubicBezTo>
                    <a:pt x="4989" y="191"/>
                    <a:pt x="4811" y="0"/>
                    <a:pt x="4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" name="Google Shape;118;p8"/>
          <p:cNvGrpSpPr/>
          <p:nvPr/>
        </p:nvGrpSpPr>
        <p:grpSpPr>
          <a:xfrm>
            <a:off x="540779" y="2271575"/>
            <a:ext cx="234762" cy="218290"/>
            <a:chOff x="8652775" y="883650"/>
            <a:chExt cx="38125" cy="35450"/>
          </a:xfrm>
        </p:grpSpPr>
        <p:sp>
          <p:nvSpPr>
            <p:cNvPr id="119" name="Google Shape;119;p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8"/>
          <p:cNvGrpSpPr/>
          <p:nvPr/>
        </p:nvGrpSpPr>
        <p:grpSpPr>
          <a:xfrm>
            <a:off x="7146466" y="192438"/>
            <a:ext cx="234762" cy="218290"/>
            <a:chOff x="8652775" y="883650"/>
            <a:chExt cx="38125" cy="35450"/>
          </a:xfrm>
        </p:grpSpPr>
        <p:sp>
          <p:nvSpPr>
            <p:cNvPr id="124" name="Google Shape;124;p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Google Shape;127;p8"/>
          <p:cNvGrpSpPr/>
          <p:nvPr/>
        </p:nvGrpSpPr>
        <p:grpSpPr>
          <a:xfrm>
            <a:off x="8499454" y="3238200"/>
            <a:ext cx="234762" cy="218290"/>
            <a:chOff x="8652775" y="883650"/>
            <a:chExt cx="38125" cy="35450"/>
          </a:xfrm>
        </p:grpSpPr>
        <p:sp>
          <p:nvSpPr>
            <p:cNvPr id="128" name="Google Shape;128;p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8"/>
          <p:cNvGrpSpPr/>
          <p:nvPr/>
        </p:nvGrpSpPr>
        <p:grpSpPr>
          <a:xfrm>
            <a:off x="5791168" y="4604107"/>
            <a:ext cx="430885" cy="203666"/>
            <a:chOff x="8703675" y="886625"/>
            <a:chExt cx="69975" cy="33075"/>
          </a:xfrm>
        </p:grpSpPr>
        <p:sp>
          <p:nvSpPr>
            <p:cNvPr id="133" name="Google Shape;133;p8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3936275" y="354975"/>
            <a:ext cx="4795800" cy="441900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4463675" y="1158788"/>
            <a:ext cx="37410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subTitle" idx="1"/>
          </p:nvPr>
        </p:nvSpPr>
        <p:spPr>
          <a:xfrm>
            <a:off x="4463675" y="2137613"/>
            <a:ext cx="37410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39" name="Google Shape;139;p9"/>
          <p:cNvGrpSpPr/>
          <p:nvPr/>
        </p:nvGrpSpPr>
        <p:grpSpPr>
          <a:xfrm>
            <a:off x="-43509" y="3921213"/>
            <a:ext cx="744312" cy="221985"/>
            <a:chOff x="8652775" y="883650"/>
            <a:chExt cx="120875" cy="36050"/>
          </a:xfrm>
        </p:grpSpPr>
        <p:sp>
          <p:nvSpPr>
            <p:cNvPr id="140" name="Google Shape;140;p9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2"/>
          </p:nvPr>
        </p:nvSpPr>
        <p:spPr>
          <a:xfrm>
            <a:off x="656800" y="1728213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"/>
          </p:nvPr>
        </p:nvSpPr>
        <p:spPr>
          <a:xfrm>
            <a:off x="656800" y="2157752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3"/>
          </p:nvPr>
        </p:nvSpPr>
        <p:spPr>
          <a:xfrm>
            <a:off x="3369325" y="1728213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4"/>
          </p:nvPr>
        </p:nvSpPr>
        <p:spPr>
          <a:xfrm>
            <a:off x="3369325" y="2157752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5"/>
          </p:nvPr>
        </p:nvSpPr>
        <p:spPr>
          <a:xfrm>
            <a:off x="656800" y="3454049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6"/>
          </p:nvPr>
        </p:nvSpPr>
        <p:spPr>
          <a:xfrm>
            <a:off x="656800" y="3883588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7"/>
          </p:nvPr>
        </p:nvSpPr>
        <p:spPr>
          <a:xfrm>
            <a:off x="3369300" y="3454049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8"/>
          </p:nvPr>
        </p:nvSpPr>
        <p:spPr>
          <a:xfrm>
            <a:off x="3369300" y="3883588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 idx="9" hasCustomPrompt="1"/>
          </p:nvPr>
        </p:nvSpPr>
        <p:spPr>
          <a:xfrm>
            <a:off x="2253625" y="1254025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13" hasCustomPrompt="1"/>
          </p:nvPr>
        </p:nvSpPr>
        <p:spPr>
          <a:xfrm>
            <a:off x="2253625" y="2979838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14" hasCustomPrompt="1"/>
          </p:nvPr>
        </p:nvSpPr>
        <p:spPr>
          <a:xfrm>
            <a:off x="4966150" y="1254025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15" hasCustomPrompt="1"/>
          </p:nvPr>
        </p:nvSpPr>
        <p:spPr>
          <a:xfrm>
            <a:off x="4966150" y="2979838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16"/>
          </p:nvPr>
        </p:nvSpPr>
        <p:spPr>
          <a:xfrm>
            <a:off x="6081850" y="1728213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7"/>
          </p:nvPr>
        </p:nvSpPr>
        <p:spPr>
          <a:xfrm>
            <a:off x="6081850" y="2157752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18"/>
          </p:nvPr>
        </p:nvSpPr>
        <p:spPr>
          <a:xfrm>
            <a:off x="6081850" y="3454049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9"/>
          </p:nvPr>
        </p:nvSpPr>
        <p:spPr>
          <a:xfrm>
            <a:off x="6081850" y="3883588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20" hasCustomPrompt="1"/>
          </p:nvPr>
        </p:nvSpPr>
        <p:spPr>
          <a:xfrm>
            <a:off x="7678675" y="1254025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21" hasCustomPrompt="1"/>
          </p:nvPr>
        </p:nvSpPr>
        <p:spPr>
          <a:xfrm>
            <a:off x="7678675" y="2979838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91" name="Google Shape;191;p13"/>
          <p:cNvGrpSpPr/>
          <p:nvPr/>
        </p:nvGrpSpPr>
        <p:grpSpPr>
          <a:xfrm>
            <a:off x="8086542" y="288026"/>
            <a:ext cx="768173" cy="588522"/>
            <a:chOff x="8650400" y="824125"/>
            <a:chExt cx="124750" cy="95575"/>
          </a:xfrm>
        </p:grpSpPr>
        <p:sp>
          <p:nvSpPr>
            <p:cNvPr id="192" name="Google Shape;192;p13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8650400" y="824125"/>
              <a:ext cx="124750" cy="40800"/>
            </a:xfrm>
            <a:custGeom>
              <a:avLst/>
              <a:gdLst/>
              <a:ahLst/>
              <a:cxnLst/>
              <a:rect l="l" t="t" r="r" b="b"/>
              <a:pathLst>
                <a:path w="4990" h="1632" extrusionOk="0">
                  <a:moveTo>
                    <a:pt x="405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1227"/>
                  </a:lnTo>
                  <a:cubicBezTo>
                    <a:pt x="0" y="1453"/>
                    <a:pt x="179" y="1631"/>
                    <a:pt x="405" y="1631"/>
                  </a:cubicBezTo>
                  <a:lnTo>
                    <a:pt x="4584" y="1631"/>
                  </a:lnTo>
                  <a:cubicBezTo>
                    <a:pt x="4811" y="1631"/>
                    <a:pt x="4989" y="1453"/>
                    <a:pt x="4989" y="1227"/>
                  </a:cubicBezTo>
                  <a:lnTo>
                    <a:pt x="4989" y="417"/>
                  </a:lnTo>
                  <a:cubicBezTo>
                    <a:pt x="4989" y="191"/>
                    <a:pt x="4811" y="0"/>
                    <a:pt x="4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" name="Google Shape;199;p13"/>
          <p:cNvGrpSpPr/>
          <p:nvPr/>
        </p:nvGrpSpPr>
        <p:grpSpPr>
          <a:xfrm>
            <a:off x="317016" y="288013"/>
            <a:ext cx="234762" cy="218290"/>
            <a:chOff x="8652775" y="883650"/>
            <a:chExt cx="38125" cy="35450"/>
          </a:xfrm>
        </p:grpSpPr>
        <p:sp>
          <p:nvSpPr>
            <p:cNvPr id="200" name="Google Shape;200;p13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" name="Google Shape;203;p13"/>
          <p:cNvGrpSpPr/>
          <p:nvPr/>
        </p:nvGrpSpPr>
        <p:grpSpPr>
          <a:xfrm>
            <a:off x="4199841" y="4764663"/>
            <a:ext cx="744312" cy="221985"/>
            <a:chOff x="8652775" y="883650"/>
            <a:chExt cx="120875" cy="36050"/>
          </a:xfrm>
        </p:grpSpPr>
        <p:sp>
          <p:nvSpPr>
            <p:cNvPr id="204" name="Google Shape;204;p13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235" name="Google Shape;235;p15"/>
          <p:cNvGrpSpPr/>
          <p:nvPr/>
        </p:nvGrpSpPr>
        <p:grpSpPr>
          <a:xfrm>
            <a:off x="186480" y="169331"/>
            <a:ext cx="430885" cy="203666"/>
            <a:chOff x="8703675" y="886625"/>
            <a:chExt cx="69975" cy="33075"/>
          </a:xfrm>
        </p:grpSpPr>
        <p:sp>
          <p:nvSpPr>
            <p:cNvPr id="236" name="Google Shape;236;p1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15"/>
          <p:cNvGrpSpPr/>
          <p:nvPr/>
        </p:nvGrpSpPr>
        <p:grpSpPr>
          <a:xfrm>
            <a:off x="957716" y="4782288"/>
            <a:ext cx="234762" cy="218290"/>
            <a:chOff x="8652775" y="883650"/>
            <a:chExt cx="38125" cy="35450"/>
          </a:xfrm>
        </p:grpSpPr>
        <p:sp>
          <p:nvSpPr>
            <p:cNvPr id="239" name="Google Shape;239;p1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15"/>
          <p:cNvSpPr/>
          <p:nvPr/>
        </p:nvSpPr>
        <p:spPr>
          <a:xfrm>
            <a:off x="1311230" y="4852872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0"/>
                </a:moveTo>
                <a:cubicBezTo>
                  <a:pt x="108" y="0"/>
                  <a:pt x="1" y="107"/>
                  <a:pt x="1" y="250"/>
                </a:cubicBezTo>
                <a:cubicBezTo>
                  <a:pt x="1" y="393"/>
                  <a:pt x="108" y="500"/>
                  <a:pt x="251" y="500"/>
                </a:cubicBezTo>
                <a:lnTo>
                  <a:pt x="2549" y="500"/>
                </a:lnTo>
                <a:cubicBezTo>
                  <a:pt x="2691" y="500"/>
                  <a:pt x="2799" y="393"/>
                  <a:pt x="2799" y="250"/>
                </a:cubicBezTo>
                <a:cubicBezTo>
                  <a:pt x="2799" y="107"/>
                  <a:pt x="2691" y="0"/>
                  <a:pt x="254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" name="Google Shape;243;p15"/>
          <p:cNvGrpSpPr/>
          <p:nvPr/>
        </p:nvGrpSpPr>
        <p:grpSpPr>
          <a:xfrm>
            <a:off x="8686141" y="3582182"/>
            <a:ext cx="234762" cy="218290"/>
            <a:chOff x="8652775" y="883650"/>
            <a:chExt cx="38125" cy="35450"/>
          </a:xfrm>
        </p:grpSpPr>
        <p:sp>
          <p:nvSpPr>
            <p:cNvPr id="244" name="Google Shape;244;p1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>
            <a:spLocks noGrp="1"/>
          </p:cNvSpPr>
          <p:nvPr>
            <p:ph type="subTitle" idx="1"/>
          </p:nvPr>
        </p:nvSpPr>
        <p:spPr>
          <a:xfrm>
            <a:off x="5188777" y="2302850"/>
            <a:ext cx="28305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0"/>
          <p:cNvSpPr txBox="1">
            <a:spLocks noGrp="1"/>
          </p:cNvSpPr>
          <p:nvPr>
            <p:ph type="title"/>
          </p:nvPr>
        </p:nvSpPr>
        <p:spPr>
          <a:xfrm>
            <a:off x="5188777" y="1563950"/>
            <a:ext cx="2830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25" y="50"/>
            <a:ext cx="9144000" cy="814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1" name="Google Shape;321;p20"/>
          <p:cNvGrpSpPr/>
          <p:nvPr/>
        </p:nvGrpSpPr>
        <p:grpSpPr>
          <a:xfrm>
            <a:off x="6715279" y="4625182"/>
            <a:ext cx="744312" cy="221985"/>
            <a:chOff x="8652775" y="883650"/>
            <a:chExt cx="120875" cy="36050"/>
          </a:xfrm>
        </p:grpSpPr>
        <p:sp>
          <p:nvSpPr>
            <p:cNvPr id="322" name="Google Shape;322;p20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8" name="Google Shape;328;p20"/>
          <p:cNvGrpSpPr/>
          <p:nvPr/>
        </p:nvGrpSpPr>
        <p:grpSpPr>
          <a:xfrm>
            <a:off x="5348091" y="4627025"/>
            <a:ext cx="234762" cy="218290"/>
            <a:chOff x="8652775" y="883650"/>
            <a:chExt cx="38125" cy="35450"/>
          </a:xfrm>
        </p:grpSpPr>
        <p:sp>
          <p:nvSpPr>
            <p:cNvPr id="329" name="Google Shape;329;p20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" name="Google Shape;332;p20"/>
          <p:cNvSpPr/>
          <p:nvPr/>
        </p:nvSpPr>
        <p:spPr>
          <a:xfrm>
            <a:off x="434267" y="281688"/>
            <a:ext cx="768173" cy="251234"/>
          </a:xfrm>
          <a:custGeom>
            <a:avLst/>
            <a:gdLst/>
            <a:ahLst/>
            <a:cxnLst/>
            <a:rect l="l" t="t" r="r" b="b"/>
            <a:pathLst>
              <a:path w="4990" h="1632" extrusionOk="0">
                <a:moveTo>
                  <a:pt x="405" y="0"/>
                </a:moveTo>
                <a:cubicBezTo>
                  <a:pt x="179" y="0"/>
                  <a:pt x="0" y="191"/>
                  <a:pt x="0" y="417"/>
                </a:cubicBezTo>
                <a:lnTo>
                  <a:pt x="0" y="1227"/>
                </a:lnTo>
                <a:cubicBezTo>
                  <a:pt x="0" y="1453"/>
                  <a:pt x="179" y="1631"/>
                  <a:pt x="405" y="1631"/>
                </a:cubicBezTo>
                <a:lnTo>
                  <a:pt x="4584" y="1631"/>
                </a:lnTo>
                <a:cubicBezTo>
                  <a:pt x="4811" y="1631"/>
                  <a:pt x="4989" y="1453"/>
                  <a:pt x="4989" y="1227"/>
                </a:cubicBezTo>
                <a:lnTo>
                  <a:pt x="4989" y="417"/>
                </a:lnTo>
                <a:cubicBezTo>
                  <a:pt x="4989" y="191"/>
                  <a:pt x="4811" y="0"/>
                  <a:pt x="45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3" name="Google Shape;333;p20"/>
          <p:cNvGrpSpPr/>
          <p:nvPr/>
        </p:nvGrpSpPr>
        <p:grpSpPr>
          <a:xfrm>
            <a:off x="1539766" y="296324"/>
            <a:ext cx="744312" cy="221985"/>
            <a:chOff x="8652775" y="883650"/>
            <a:chExt cx="120875" cy="36050"/>
          </a:xfrm>
        </p:grpSpPr>
        <p:sp>
          <p:nvSpPr>
            <p:cNvPr id="334" name="Google Shape;334;p20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" name="Google Shape;340;p20"/>
          <p:cNvSpPr/>
          <p:nvPr/>
        </p:nvSpPr>
        <p:spPr>
          <a:xfrm>
            <a:off x="25" y="4328925"/>
            <a:ext cx="9144000" cy="814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1" name="Google Shape;341;p20"/>
          <p:cNvGrpSpPr/>
          <p:nvPr/>
        </p:nvGrpSpPr>
        <p:grpSpPr>
          <a:xfrm>
            <a:off x="8313341" y="3800082"/>
            <a:ext cx="234762" cy="218290"/>
            <a:chOff x="8652775" y="883650"/>
            <a:chExt cx="38125" cy="35450"/>
          </a:xfrm>
        </p:grpSpPr>
        <p:sp>
          <p:nvSpPr>
            <p:cNvPr id="342" name="Google Shape;342;p20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" name="Google Shape;346;p20"/>
          <p:cNvGrpSpPr/>
          <p:nvPr/>
        </p:nvGrpSpPr>
        <p:grpSpPr>
          <a:xfrm>
            <a:off x="225018" y="1008006"/>
            <a:ext cx="430885" cy="203666"/>
            <a:chOff x="8703675" y="886625"/>
            <a:chExt cx="69975" cy="33075"/>
          </a:xfrm>
        </p:grpSpPr>
        <p:sp>
          <p:nvSpPr>
            <p:cNvPr id="347" name="Google Shape;347;p20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"/>
          <p:cNvSpPr/>
          <p:nvPr/>
        </p:nvSpPr>
        <p:spPr>
          <a:xfrm>
            <a:off x="3868475" y="354975"/>
            <a:ext cx="4795800" cy="441900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title"/>
          </p:nvPr>
        </p:nvSpPr>
        <p:spPr>
          <a:xfrm>
            <a:off x="4386300" y="527700"/>
            <a:ext cx="3759000" cy="9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26"/>
          <p:cNvSpPr txBox="1">
            <a:spLocks noGrp="1"/>
          </p:cNvSpPr>
          <p:nvPr>
            <p:ph type="title" idx="2"/>
          </p:nvPr>
        </p:nvSpPr>
        <p:spPr>
          <a:xfrm>
            <a:off x="4387449" y="1482000"/>
            <a:ext cx="3757800" cy="13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7" name="Google Shape;457;p26"/>
          <p:cNvSpPr txBox="1"/>
          <p:nvPr/>
        </p:nvSpPr>
        <p:spPr>
          <a:xfrm>
            <a:off x="4387450" y="3655800"/>
            <a:ext cx="3545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 b="1">
                <a:solidFill>
                  <a:schemeClr val="accent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>
                <a:solidFill>
                  <a:schemeClr val="accent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200" b="1">
                <a:solidFill>
                  <a:schemeClr val="accent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 b="1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8" name="Google Shape;458;p26"/>
          <p:cNvGrpSpPr/>
          <p:nvPr/>
        </p:nvGrpSpPr>
        <p:grpSpPr>
          <a:xfrm>
            <a:off x="270291" y="1788138"/>
            <a:ext cx="234762" cy="218290"/>
            <a:chOff x="8652775" y="883650"/>
            <a:chExt cx="38125" cy="35450"/>
          </a:xfrm>
        </p:grpSpPr>
        <p:sp>
          <p:nvSpPr>
            <p:cNvPr id="459" name="Google Shape;459;p26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6"/>
          <p:cNvGrpSpPr/>
          <p:nvPr/>
        </p:nvGrpSpPr>
        <p:grpSpPr>
          <a:xfrm>
            <a:off x="2227993" y="4570307"/>
            <a:ext cx="430885" cy="203666"/>
            <a:chOff x="8703675" y="886625"/>
            <a:chExt cx="69975" cy="33075"/>
          </a:xfrm>
        </p:grpSpPr>
        <p:sp>
          <p:nvSpPr>
            <p:cNvPr id="464" name="Google Shape;464;p26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6" name="Google Shape;466;p26"/>
          <p:cNvSpPr/>
          <p:nvPr/>
        </p:nvSpPr>
        <p:spPr>
          <a:xfrm>
            <a:off x="2667767" y="288026"/>
            <a:ext cx="768173" cy="251234"/>
          </a:xfrm>
          <a:custGeom>
            <a:avLst/>
            <a:gdLst/>
            <a:ahLst/>
            <a:cxnLst/>
            <a:rect l="l" t="t" r="r" b="b"/>
            <a:pathLst>
              <a:path w="4990" h="1632" extrusionOk="0">
                <a:moveTo>
                  <a:pt x="405" y="0"/>
                </a:moveTo>
                <a:cubicBezTo>
                  <a:pt x="179" y="0"/>
                  <a:pt x="0" y="191"/>
                  <a:pt x="0" y="417"/>
                </a:cubicBezTo>
                <a:lnTo>
                  <a:pt x="0" y="1227"/>
                </a:lnTo>
                <a:cubicBezTo>
                  <a:pt x="0" y="1453"/>
                  <a:pt x="179" y="1631"/>
                  <a:pt x="405" y="1631"/>
                </a:cubicBezTo>
                <a:lnTo>
                  <a:pt x="4584" y="1631"/>
                </a:lnTo>
                <a:cubicBezTo>
                  <a:pt x="4811" y="1631"/>
                  <a:pt x="4989" y="1453"/>
                  <a:pt x="4989" y="1227"/>
                </a:cubicBezTo>
                <a:lnTo>
                  <a:pt x="4989" y="417"/>
                </a:lnTo>
                <a:cubicBezTo>
                  <a:pt x="4989" y="191"/>
                  <a:pt x="4811" y="0"/>
                  <a:pt x="45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7"/>
          <p:cNvGrpSpPr/>
          <p:nvPr/>
        </p:nvGrpSpPr>
        <p:grpSpPr>
          <a:xfrm>
            <a:off x="-202058" y="151213"/>
            <a:ext cx="768173" cy="588522"/>
            <a:chOff x="8650400" y="824125"/>
            <a:chExt cx="124750" cy="95575"/>
          </a:xfrm>
        </p:grpSpPr>
        <p:sp>
          <p:nvSpPr>
            <p:cNvPr id="469" name="Google Shape;469;p2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8650400" y="824125"/>
              <a:ext cx="124750" cy="40800"/>
            </a:xfrm>
            <a:custGeom>
              <a:avLst/>
              <a:gdLst/>
              <a:ahLst/>
              <a:cxnLst/>
              <a:rect l="l" t="t" r="r" b="b"/>
              <a:pathLst>
                <a:path w="4990" h="1632" extrusionOk="0">
                  <a:moveTo>
                    <a:pt x="405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1227"/>
                  </a:lnTo>
                  <a:cubicBezTo>
                    <a:pt x="0" y="1453"/>
                    <a:pt x="179" y="1631"/>
                    <a:pt x="405" y="1631"/>
                  </a:cubicBezTo>
                  <a:lnTo>
                    <a:pt x="4584" y="1631"/>
                  </a:lnTo>
                  <a:cubicBezTo>
                    <a:pt x="4811" y="1631"/>
                    <a:pt x="4989" y="1453"/>
                    <a:pt x="4989" y="1227"/>
                  </a:cubicBezTo>
                  <a:lnTo>
                    <a:pt x="4989" y="417"/>
                  </a:lnTo>
                  <a:cubicBezTo>
                    <a:pt x="4989" y="191"/>
                    <a:pt x="4811" y="0"/>
                    <a:pt x="4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27"/>
          <p:cNvGrpSpPr/>
          <p:nvPr/>
        </p:nvGrpSpPr>
        <p:grpSpPr>
          <a:xfrm>
            <a:off x="8681129" y="818100"/>
            <a:ext cx="234762" cy="218290"/>
            <a:chOff x="8652775" y="883650"/>
            <a:chExt cx="38125" cy="35450"/>
          </a:xfrm>
        </p:grpSpPr>
        <p:sp>
          <p:nvSpPr>
            <p:cNvPr id="477" name="Google Shape;477;p2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27"/>
          <p:cNvSpPr/>
          <p:nvPr/>
        </p:nvSpPr>
        <p:spPr>
          <a:xfrm>
            <a:off x="289118" y="4832382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2" name="Google Shape;482;p27"/>
          <p:cNvGrpSpPr/>
          <p:nvPr/>
        </p:nvGrpSpPr>
        <p:grpSpPr>
          <a:xfrm>
            <a:off x="888366" y="4691213"/>
            <a:ext cx="234762" cy="218290"/>
            <a:chOff x="8652775" y="883650"/>
            <a:chExt cx="38125" cy="35450"/>
          </a:xfrm>
        </p:grpSpPr>
        <p:sp>
          <p:nvSpPr>
            <p:cNvPr id="483" name="Google Shape;483;p2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27"/>
          <p:cNvGrpSpPr/>
          <p:nvPr/>
        </p:nvGrpSpPr>
        <p:grpSpPr>
          <a:xfrm>
            <a:off x="8485018" y="238432"/>
            <a:ext cx="430885" cy="203666"/>
            <a:chOff x="8703675" y="886625"/>
            <a:chExt cx="69975" cy="33075"/>
          </a:xfrm>
        </p:grpSpPr>
        <p:sp>
          <p:nvSpPr>
            <p:cNvPr id="487" name="Google Shape;487;p27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7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28"/>
          <p:cNvGrpSpPr/>
          <p:nvPr/>
        </p:nvGrpSpPr>
        <p:grpSpPr>
          <a:xfrm>
            <a:off x="236504" y="2344000"/>
            <a:ext cx="234762" cy="218290"/>
            <a:chOff x="8652775" y="883650"/>
            <a:chExt cx="38125" cy="35450"/>
          </a:xfrm>
        </p:grpSpPr>
        <p:sp>
          <p:nvSpPr>
            <p:cNvPr id="491" name="Google Shape;491;p2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28"/>
          <p:cNvGrpSpPr/>
          <p:nvPr/>
        </p:nvGrpSpPr>
        <p:grpSpPr>
          <a:xfrm>
            <a:off x="7146466" y="192438"/>
            <a:ext cx="234762" cy="218290"/>
            <a:chOff x="8652775" y="883650"/>
            <a:chExt cx="38125" cy="35450"/>
          </a:xfrm>
        </p:grpSpPr>
        <p:sp>
          <p:nvSpPr>
            <p:cNvPr id="496" name="Google Shape;496;p2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28"/>
          <p:cNvGrpSpPr/>
          <p:nvPr/>
        </p:nvGrpSpPr>
        <p:grpSpPr>
          <a:xfrm>
            <a:off x="5820143" y="4734507"/>
            <a:ext cx="430885" cy="203666"/>
            <a:chOff x="8703675" y="886625"/>
            <a:chExt cx="69975" cy="33075"/>
          </a:xfrm>
        </p:grpSpPr>
        <p:sp>
          <p:nvSpPr>
            <p:cNvPr id="500" name="Google Shape;500;p28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8" r:id="rId4"/>
    <p:sldLayoutId id="2147483659" r:id="rId5"/>
    <p:sldLayoutId id="2147483661" r:id="rId6"/>
    <p:sldLayoutId id="2147483666" r:id="rId7"/>
    <p:sldLayoutId id="2147483672" r:id="rId8"/>
    <p:sldLayoutId id="2147483673" r:id="rId9"/>
    <p:sldLayoutId id="214748367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2"/>
          <p:cNvSpPr/>
          <p:nvPr/>
        </p:nvSpPr>
        <p:spPr>
          <a:xfrm>
            <a:off x="449150" y="354975"/>
            <a:ext cx="4795800" cy="441900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2"/>
          <p:cNvSpPr txBox="1">
            <a:spLocks noGrp="1"/>
          </p:cNvSpPr>
          <p:nvPr>
            <p:ph type="ctrTitle"/>
          </p:nvPr>
        </p:nvSpPr>
        <p:spPr>
          <a:xfrm>
            <a:off x="723500" y="539375"/>
            <a:ext cx="4247100" cy="24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Smart Home Monitoring &amp; Security Robot</a:t>
            </a:r>
            <a:endParaRPr dirty="0"/>
          </a:p>
        </p:txBody>
      </p:sp>
      <p:sp>
        <p:nvSpPr>
          <p:cNvPr id="514" name="Google Shape;514;p32"/>
          <p:cNvSpPr txBox="1">
            <a:spLocks noGrp="1"/>
          </p:cNvSpPr>
          <p:nvPr>
            <p:ph type="subTitle" idx="1"/>
          </p:nvPr>
        </p:nvSpPr>
        <p:spPr>
          <a:xfrm>
            <a:off x="1360158" y="3778849"/>
            <a:ext cx="2869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800" b="1" dirty="0">
                <a:solidFill>
                  <a:schemeClr val="accent6">
                    <a:lumMod val="85000"/>
                  </a:schemeClr>
                </a:solidFill>
              </a:rPr>
              <a:t>Guardian X</a:t>
            </a:r>
          </a:p>
        </p:txBody>
      </p:sp>
      <p:grpSp>
        <p:nvGrpSpPr>
          <p:cNvPr id="515" name="Google Shape;515;p32"/>
          <p:cNvGrpSpPr/>
          <p:nvPr/>
        </p:nvGrpSpPr>
        <p:grpSpPr>
          <a:xfrm>
            <a:off x="5111273" y="97017"/>
            <a:ext cx="1088320" cy="1251963"/>
            <a:chOff x="2258600" y="1433188"/>
            <a:chExt cx="467050" cy="537300"/>
          </a:xfrm>
        </p:grpSpPr>
        <p:sp>
          <p:nvSpPr>
            <p:cNvPr id="516" name="Google Shape;516;p32"/>
            <p:cNvSpPr/>
            <p:nvPr/>
          </p:nvSpPr>
          <p:spPr>
            <a:xfrm>
              <a:off x="2258600" y="1433350"/>
              <a:ext cx="467050" cy="536975"/>
            </a:xfrm>
            <a:custGeom>
              <a:avLst/>
              <a:gdLst/>
              <a:ahLst/>
              <a:cxnLst/>
              <a:rect l="l" t="t" r="r" b="b"/>
              <a:pathLst>
                <a:path w="18682" h="21479" extrusionOk="0">
                  <a:moveTo>
                    <a:pt x="9347" y="607"/>
                  </a:moveTo>
                  <a:cubicBezTo>
                    <a:pt x="9740" y="607"/>
                    <a:pt x="10050" y="929"/>
                    <a:pt x="10050" y="1322"/>
                  </a:cubicBezTo>
                  <a:cubicBezTo>
                    <a:pt x="10050" y="1715"/>
                    <a:pt x="9740" y="2024"/>
                    <a:pt x="9347" y="2024"/>
                  </a:cubicBezTo>
                  <a:cubicBezTo>
                    <a:pt x="8954" y="2024"/>
                    <a:pt x="8633" y="1715"/>
                    <a:pt x="8633" y="1322"/>
                  </a:cubicBezTo>
                  <a:cubicBezTo>
                    <a:pt x="8633" y="929"/>
                    <a:pt x="8954" y="607"/>
                    <a:pt x="9347" y="607"/>
                  </a:cubicBezTo>
                  <a:close/>
                  <a:moveTo>
                    <a:pt x="9347" y="0"/>
                  </a:moveTo>
                  <a:cubicBezTo>
                    <a:pt x="8609" y="0"/>
                    <a:pt x="8025" y="583"/>
                    <a:pt x="8025" y="1322"/>
                  </a:cubicBezTo>
                  <a:cubicBezTo>
                    <a:pt x="8025" y="1905"/>
                    <a:pt x="8395" y="2393"/>
                    <a:pt x="8918" y="2572"/>
                  </a:cubicBezTo>
                  <a:lnTo>
                    <a:pt x="8918" y="3608"/>
                  </a:lnTo>
                  <a:cubicBezTo>
                    <a:pt x="6120" y="3739"/>
                    <a:pt x="3656" y="5155"/>
                    <a:pt x="2108" y="7287"/>
                  </a:cubicBezTo>
                  <a:cubicBezTo>
                    <a:pt x="1906" y="7560"/>
                    <a:pt x="1727" y="7858"/>
                    <a:pt x="1548" y="8156"/>
                  </a:cubicBezTo>
                  <a:lnTo>
                    <a:pt x="1167" y="8156"/>
                  </a:lnTo>
                  <a:cubicBezTo>
                    <a:pt x="417" y="9489"/>
                    <a:pt x="1" y="11037"/>
                    <a:pt x="1" y="12668"/>
                  </a:cubicBezTo>
                  <a:cubicBezTo>
                    <a:pt x="1" y="12847"/>
                    <a:pt x="1" y="13014"/>
                    <a:pt x="13" y="13180"/>
                  </a:cubicBezTo>
                  <a:lnTo>
                    <a:pt x="429" y="13180"/>
                  </a:lnTo>
                  <a:cubicBezTo>
                    <a:pt x="441" y="13442"/>
                    <a:pt x="477" y="13704"/>
                    <a:pt x="513" y="13954"/>
                  </a:cubicBezTo>
                  <a:cubicBezTo>
                    <a:pt x="1191" y="18217"/>
                    <a:pt x="4882" y="21479"/>
                    <a:pt x="9347" y="21479"/>
                  </a:cubicBezTo>
                  <a:cubicBezTo>
                    <a:pt x="13800" y="21479"/>
                    <a:pt x="17491" y="18217"/>
                    <a:pt x="18170" y="13954"/>
                  </a:cubicBezTo>
                  <a:cubicBezTo>
                    <a:pt x="18205" y="13704"/>
                    <a:pt x="18241" y="13442"/>
                    <a:pt x="18253" y="13180"/>
                  </a:cubicBezTo>
                  <a:lnTo>
                    <a:pt x="18670" y="13180"/>
                  </a:lnTo>
                  <a:cubicBezTo>
                    <a:pt x="18682" y="13014"/>
                    <a:pt x="18682" y="12847"/>
                    <a:pt x="18682" y="12668"/>
                  </a:cubicBezTo>
                  <a:cubicBezTo>
                    <a:pt x="18682" y="11025"/>
                    <a:pt x="18265" y="9489"/>
                    <a:pt x="17515" y="8156"/>
                  </a:cubicBezTo>
                  <a:lnTo>
                    <a:pt x="17134" y="8156"/>
                  </a:lnTo>
                  <a:cubicBezTo>
                    <a:pt x="16967" y="7858"/>
                    <a:pt x="16777" y="7572"/>
                    <a:pt x="16574" y="7287"/>
                  </a:cubicBezTo>
                  <a:cubicBezTo>
                    <a:pt x="15026" y="5155"/>
                    <a:pt x="12562" y="3739"/>
                    <a:pt x="9764" y="3608"/>
                  </a:cubicBezTo>
                  <a:lnTo>
                    <a:pt x="9764" y="2572"/>
                  </a:lnTo>
                  <a:cubicBezTo>
                    <a:pt x="10288" y="2393"/>
                    <a:pt x="10657" y="1905"/>
                    <a:pt x="10657" y="1322"/>
                  </a:cubicBezTo>
                  <a:cubicBezTo>
                    <a:pt x="10657" y="583"/>
                    <a:pt x="10073" y="0"/>
                    <a:pt x="93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7" name="Google Shape;517;p32"/>
            <p:cNvGrpSpPr/>
            <p:nvPr/>
          </p:nvGrpSpPr>
          <p:grpSpPr>
            <a:xfrm>
              <a:off x="2258600" y="1433188"/>
              <a:ext cx="467050" cy="537300"/>
              <a:chOff x="2258600" y="-256450"/>
              <a:chExt cx="467050" cy="537300"/>
            </a:xfrm>
          </p:grpSpPr>
          <p:sp>
            <p:nvSpPr>
              <p:cNvPr id="518" name="Google Shape;518;p32"/>
              <p:cNvSpPr/>
              <p:nvPr/>
            </p:nvSpPr>
            <p:spPr>
              <a:xfrm>
                <a:off x="2481850" y="-201675"/>
                <a:ext cx="20850" cy="940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3763" extrusionOk="0">
                    <a:moveTo>
                      <a:pt x="0" y="0"/>
                    </a:moveTo>
                    <a:lnTo>
                      <a:pt x="0" y="3763"/>
                    </a:lnTo>
                    <a:lnTo>
                      <a:pt x="834" y="3763"/>
                    </a:ln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2"/>
              <p:cNvSpPr/>
              <p:nvPr/>
            </p:nvSpPr>
            <p:spPr>
              <a:xfrm>
                <a:off x="2269025" y="69475"/>
                <a:ext cx="446500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930" extrusionOk="0">
                    <a:moveTo>
                      <a:pt x="0" y="1"/>
                    </a:moveTo>
                    <a:cubicBezTo>
                      <a:pt x="12" y="322"/>
                      <a:pt x="48" y="620"/>
                      <a:pt x="96" y="930"/>
                    </a:cubicBezTo>
                    <a:lnTo>
                      <a:pt x="17753" y="930"/>
                    </a:lnTo>
                    <a:cubicBezTo>
                      <a:pt x="17800" y="620"/>
                      <a:pt x="17836" y="310"/>
                      <a:pt x="178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2"/>
              <p:cNvSpPr/>
              <p:nvPr/>
            </p:nvSpPr>
            <p:spPr>
              <a:xfrm>
                <a:off x="2271700" y="92700"/>
                <a:ext cx="441150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17646" h="7526" extrusionOk="0">
                    <a:moveTo>
                      <a:pt x="1" y="1"/>
                    </a:moveTo>
                    <a:cubicBezTo>
                      <a:pt x="679" y="4263"/>
                      <a:pt x="4370" y="7525"/>
                      <a:pt x="8823" y="7525"/>
                    </a:cubicBezTo>
                    <a:cubicBezTo>
                      <a:pt x="13276" y="7525"/>
                      <a:pt x="16967" y="4263"/>
                      <a:pt x="17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2"/>
              <p:cNvSpPr/>
              <p:nvPr/>
            </p:nvSpPr>
            <p:spPr>
              <a:xfrm>
                <a:off x="2311300" y="-166250"/>
                <a:ext cx="361675" cy="92300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3692" extrusionOk="0">
                    <a:moveTo>
                      <a:pt x="7239" y="0"/>
                    </a:moveTo>
                    <a:cubicBezTo>
                      <a:pt x="4262" y="0"/>
                      <a:pt x="1631" y="1453"/>
                      <a:pt x="0" y="3691"/>
                    </a:cubicBezTo>
                    <a:lnTo>
                      <a:pt x="14466" y="3691"/>
                    </a:lnTo>
                    <a:cubicBezTo>
                      <a:pt x="12847" y="1453"/>
                      <a:pt x="10216" y="0"/>
                      <a:pt x="7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2"/>
              <p:cNvSpPr/>
              <p:nvPr/>
            </p:nvSpPr>
            <p:spPr>
              <a:xfrm>
                <a:off x="2296700" y="-73975"/>
                <a:ext cx="391150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929" extrusionOk="0">
                    <a:moveTo>
                      <a:pt x="584" y="0"/>
                    </a:moveTo>
                    <a:cubicBezTo>
                      <a:pt x="370" y="298"/>
                      <a:pt x="179" y="607"/>
                      <a:pt x="1" y="929"/>
                    </a:cubicBezTo>
                    <a:lnTo>
                      <a:pt x="15645" y="929"/>
                    </a:lnTo>
                    <a:cubicBezTo>
                      <a:pt x="15467" y="607"/>
                      <a:pt x="15276" y="298"/>
                      <a:pt x="150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2"/>
              <p:cNvSpPr/>
              <p:nvPr/>
            </p:nvSpPr>
            <p:spPr>
              <a:xfrm>
                <a:off x="2258600" y="-52550"/>
                <a:ext cx="467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18682" h="5037" extrusionOk="0">
                    <a:moveTo>
                      <a:pt x="1167" y="0"/>
                    </a:moveTo>
                    <a:cubicBezTo>
                      <a:pt x="429" y="1346"/>
                      <a:pt x="1" y="2882"/>
                      <a:pt x="1" y="4525"/>
                    </a:cubicBezTo>
                    <a:cubicBezTo>
                      <a:pt x="1" y="4691"/>
                      <a:pt x="13" y="4870"/>
                      <a:pt x="24" y="5037"/>
                    </a:cubicBezTo>
                    <a:lnTo>
                      <a:pt x="18670" y="5037"/>
                    </a:lnTo>
                    <a:cubicBezTo>
                      <a:pt x="18682" y="4870"/>
                      <a:pt x="18682" y="4691"/>
                      <a:pt x="18682" y="4525"/>
                    </a:cubicBezTo>
                    <a:cubicBezTo>
                      <a:pt x="18682" y="2882"/>
                      <a:pt x="18265" y="1346"/>
                      <a:pt x="175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2"/>
              <p:cNvSpPr/>
              <p:nvPr/>
            </p:nvSpPr>
            <p:spPr>
              <a:xfrm>
                <a:off x="2459225" y="-256450"/>
                <a:ext cx="66100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644" extrusionOk="0">
                    <a:moveTo>
                      <a:pt x="1322" y="620"/>
                    </a:moveTo>
                    <a:cubicBezTo>
                      <a:pt x="1715" y="620"/>
                      <a:pt x="2036" y="929"/>
                      <a:pt x="2036" y="1322"/>
                    </a:cubicBezTo>
                    <a:cubicBezTo>
                      <a:pt x="2036" y="1715"/>
                      <a:pt x="1715" y="2036"/>
                      <a:pt x="1322" y="2036"/>
                    </a:cubicBezTo>
                    <a:cubicBezTo>
                      <a:pt x="929" y="2036"/>
                      <a:pt x="608" y="1715"/>
                      <a:pt x="608" y="1322"/>
                    </a:cubicBezTo>
                    <a:cubicBezTo>
                      <a:pt x="608" y="929"/>
                      <a:pt x="929" y="620"/>
                      <a:pt x="1322" y="620"/>
                    </a:cubicBezTo>
                    <a:close/>
                    <a:moveTo>
                      <a:pt x="1322" y="1"/>
                    </a:moveTo>
                    <a:cubicBezTo>
                      <a:pt x="596" y="1"/>
                      <a:pt x="0" y="596"/>
                      <a:pt x="0" y="1322"/>
                    </a:cubicBezTo>
                    <a:cubicBezTo>
                      <a:pt x="0" y="2048"/>
                      <a:pt x="596" y="2644"/>
                      <a:pt x="1322" y="2644"/>
                    </a:cubicBezTo>
                    <a:cubicBezTo>
                      <a:pt x="2048" y="2644"/>
                      <a:pt x="2644" y="2048"/>
                      <a:pt x="2644" y="1322"/>
                    </a:cubicBezTo>
                    <a:cubicBezTo>
                      <a:pt x="2644" y="596"/>
                      <a:pt x="2048" y="1"/>
                      <a:pt x="1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2"/>
              <p:cNvSpPr/>
              <p:nvPr/>
            </p:nvSpPr>
            <p:spPr>
              <a:xfrm>
                <a:off x="2578575" y="4900"/>
                <a:ext cx="44375" cy="6847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2739" extrusionOk="0">
                    <a:moveTo>
                      <a:pt x="1656" y="0"/>
                    </a:moveTo>
                    <a:lnTo>
                      <a:pt x="1" y="2739"/>
                    </a:lnTo>
                    <a:lnTo>
                      <a:pt x="1775" y="2739"/>
                    </a:lnTo>
                    <a:lnTo>
                      <a:pt x="1775" y="631"/>
                    </a:lnTo>
                    <a:cubicBezTo>
                      <a:pt x="1775" y="405"/>
                      <a:pt x="1739" y="191"/>
                      <a:pt x="16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2"/>
              <p:cNvSpPr/>
              <p:nvPr/>
            </p:nvSpPr>
            <p:spPr>
              <a:xfrm>
                <a:off x="2479175" y="-22500"/>
                <a:ext cx="994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977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2"/>
              <p:cNvSpPr/>
              <p:nvPr/>
            </p:nvSpPr>
            <p:spPr>
              <a:xfrm>
                <a:off x="2361300" y="-22500"/>
                <a:ext cx="1759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3835" extrusionOk="0">
                    <a:moveTo>
                      <a:pt x="1739" y="1"/>
                    </a:moveTo>
                    <a:cubicBezTo>
                      <a:pt x="786" y="1"/>
                      <a:pt x="0" y="775"/>
                      <a:pt x="0" y="1727"/>
                    </a:cubicBezTo>
                    <a:lnTo>
                      <a:pt x="0" y="3835"/>
                    </a:lnTo>
                    <a:lnTo>
                      <a:pt x="4715" y="3835"/>
                    </a:lnTo>
                    <a:lnTo>
                      <a:pt x="70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2"/>
              <p:cNvSpPr/>
              <p:nvPr/>
            </p:nvSpPr>
            <p:spPr>
              <a:xfrm>
                <a:off x="2561925" y="-8800"/>
                <a:ext cx="580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2322" h="3287" extrusionOk="0">
                    <a:moveTo>
                      <a:pt x="1977" y="1"/>
                    </a:moveTo>
                    <a:lnTo>
                      <a:pt x="0" y="3287"/>
                    </a:lnTo>
                    <a:lnTo>
                      <a:pt x="667" y="3287"/>
                    </a:lnTo>
                    <a:lnTo>
                      <a:pt x="2322" y="548"/>
                    </a:lnTo>
                    <a:cubicBezTo>
                      <a:pt x="2238" y="346"/>
                      <a:pt x="2131" y="155"/>
                      <a:pt x="19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2"/>
              <p:cNvSpPr/>
              <p:nvPr/>
            </p:nvSpPr>
            <p:spPr>
              <a:xfrm>
                <a:off x="2520550" y="-22500"/>
                <a:ext cx="90800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632" y="549"/>
                    </a:lnTo>
                    <a:cubicBezTo>
                      <a:pt x="3322" y="215"/>
                      <a:pt x="2870" y="1"/>
                      <a:pt x="2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2"/>
              <p:cNvSpPr/>
              <p:nvPr/>
            </p:nvSpPr>
            <p:spPr>
              <a:xfrm>
                <a:off x="23485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23" y="0"/>
                    </a:moveTo>
                    <a:cubicBezTo>
                      <a:pt x="716" y="0"/>
                      <a:pt x="710" y="0"/>
                      <a:pt x="703" y="0"/>
                    </a:cubicBez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703" y="1381"/>
                    </a:cubicBezTo>
                    <a:cubicBezTo>
                      <a:pt x="1084" y="1381"/>
                      <a:pt x="1393" y="1072"/>
                      <a:pt x="1393" y="691"/>
                    </a:cubicBezTo>
                    <a:cubicBezTo>
                      <a:pt x="1393" y="317"/>
                      <a:pt x="1095" y="0"/>
                      <a:pt x="72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2"/>
              <p:cNvSpPr/>
              <p:nvPr/>
            </p:nvSpPr>
            <p:spPr>
              <a:xfrm>
                <a:off x="23991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2"/>
              <p:cNvSpPr/>
              <p:nvPr/>
            </p:nvSpPr>
            <p:spPr>
              <a:xfrm>
                <a:off x="24497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2"/>
              <p:cNvSpPr/>
              <p:nvPr/>
            </p:nvSpPr>
            <p:spPr>
              <a:xfrm>
                <a:off x="25003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7"/>
                      <a:pt x="1083" y="0"/>
                      <a:pt x="7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2"/>
              <p:cNvSpPr/>
              <p:nvPr/>
            </p:nvSpPr>
            <p:spPr>
              <a:xfrm>
                <a:off x="25506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84" y="1381"/>
                      <a:pt x="1394" y="1072"/>
                      <a:pt x="1394" y="691"/>
                    </a:cubicBezTo>
                    <a:cubicBezTo>
                      <a:pt x="1394" y="317"/>
                      <a:pt x="1095" y="0"/>
                      <a:pt x="7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2"/>
              <p:cNvSpPr/>
              <p:nvPr/>
            </p:nvSpPr>
            <p:spPr>
              <a:xfrm>
                <a:off x="26012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2"/>
              <p:cNvSpPr/>
              <p:nvPr/>
            </p:nvSpPr>
            <p:spPr>
              <a:xfrm>
                <a:off x="2392850" y="1870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2"/>
              <p:cNvSpPr/>
              <p:nvPr/>
            </p:nvSpPr>
            <p:spPr>
              <a:xfrm>
                <a:off x="2392850" y="2132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8" name="Google Shape;538;p32"/>
          <p:cNvGrpSpPr/>
          <p:nvPr/>
        </p:nvGrpSpPr>
        <p:grpSpPr>
          <a:xfrm>
            <a:off x="6593973" y="3326099"/>
            <a:ext cx="1055985" cy="905499"/>
            <a:chOff x="4041575" y="1574875"/>
            <a:chExt cx="296475" cy="254225"/>
          </a:xfrm>
        </p:grpSpPr>
        <p:sp>
          <p:nvSpPr>
            <p:cNvPr id="539" name="Google Shape;539;p32"/>
            <p:cNvSpPr/>
            <p:nvPr/>
          </p:nvSpPr>
          <p:spPr>
            <a:xfrm>
              <a:off x="4041575" y="1574875"/>
              <a:ext cx="296475" cy="254225"/>
            </a:xfrm>
            <a:custGeom>
              <a:avLst/>
              <a:gdLst/>
              <a:ahLst/>
              <a:cxnLst/>
              <a:rect l="l" t="t" r="r" b="b"/>
              <a:pathLst>
                <a:path w="11859" h="10169" extrusionOk="0">
                  <a:moveTo>
                    <a:pt x="655" y="0"/>
                  </a:moveTo>
                  <a:cubicBezTo>
                    <a:pt x="286" y="0"/>
                    <a:pt x="0" y="298"/>
                    <a:pt x="0" y="655"/>
                  </a:cubicBezTo>
                  <a:cubicBezTo>
                    <a:pt x="0" y="941"/>
                    <a:pt x="179" y="1179"/>
                    <a:pt x="429" y="1274"/>
                  </a:cubicBezTo>
                  <a:lnTo>
                    <a:pt x="429" y="4561"/>
                  </a:lnTo>
                  <a:cubicBezTo>
                    <a:pt x="238" y="4739"/>
                    <a:pt x="119" y="5001"/>
                    <a:pt x="119" y="5275"/>
                  </a:cubicBezTo>
                  <a:cubicBezTo>
                    <a:pt x="119" y="5811"/>
                    <a:pt x="548" y="6251"/>
                    <a:pt x="1084" y="6251"/>
                  </a:cubicBezTo>
                  <a:cubicBezTo>
                    <a:pt x="1095" y="6251"/>
                    <a:pt x="1119" y="6239"/>
                    <a:pt x="1131" y="6239"/>
                  </a:cubicBezTo>
                  <a:cubicBezTo>
                    <a:pt x="1584" y="8478"/>
                    <a:pt x="3560" y="10168"/>
                    <a:pt x="5929" y="10168"/>
                  </a:cubicBezTo>
                  <a:cubicBezTo>
                    <a:pt x="8299" y="10168"/>
                    <a:pt x="10275" y="8478"/>
                    <a:pt x="10716" y="6239"/>
                  </a:cubicBezTo>
                  <a:cubicBezTo>
                    <a:pt x="10728" y="6239"/>
                    <a:pt x="10751" y="6251"/>
                    <a:pt x="10763" y="6251"/>
                  </a:cubicBezTo>
                  <a:cubicBezTo>
                    <a:pt x="11299" y="6251"/>
                    <a:pt x="11728" y="5811"/>
                    <a:pt x="11728" y="5275"/>
                  </a:cubicBezTo>
                  <a:cubicBezTo>
                    <a:pt x="11728" y="5001"/>
                    <a:pt x="11609" y="4739"/>
                    <a:pt x="11418" y="4561"/>
                  </a:cubicBezTo>
                  <a:lnTo>
                    <a:pt x="11418" y="1274"/>
                  </a:lnTo>
                  <a:cubicBezTo>
                    <a:pt x="11668" y="1179"/>
                    <a:pt x="11859" y="941"/>
                    <a:pt x="11859" y="655"/>
                  </a:cubicBezTo>
                  <a:cubicBezTo>
                    <a:pt x="11859" y="298"/>
                    <a:pt x="11561" y="0"/>
                    <a:pt x="11192" y="0"/>
                  </a:cubicBezTo>
                  <a:cubicBezTo>
                    <a:pt x="10835" y="0"/>
                    <a:pt x="10537" y="298"/>
                    <a:pt x="10537" y="655"/>
                  </a:cubicBezTo>
                  <a:cubicBezTo>
                    <a:pt x="10537" y="941"/>
                    <a:pt x="10728" y="1179"/>
                    <a:pt x="10978" y="1274"/>
                  </a:cubicBezTo>
                  <a:lnTo>
                    <a:pt x="10978" y="4334"/>
                  </a:lnTo>
                  <a:cubicBezTo>
                    <a:pt x="10906" y="4311"/>
                    <a:pt x="10835" y="4311"/>
                    <a:pt x="10763" y="4311"/>
                  </a:cubicBezTo>
                  <a:lnTo>
                    <a:pt x="10716" y="4311"/>
                  </a:lnTo>
                  <a:cubicBezTo>
                    <a:pt x="10275" y="2072"/>
                    <a:pt x="8299" y="381"/>
                    <a:pt x="5929" y="381"/>
                  </a:cubicBezTo>
                  <a:cubicBezTo>
                    <a:pt x="3560" y="381"/>
                    <a:pt x="1584" y="2072"/>
                    <a:pt x="1131" y="4311"/>
                  </a:cubicBezTo>
                  <a:lnTo>
                    <a:pt x="1084" y="4311"/>
                  </a:lnTo>
                  <a:cubicBezTo>
                    <a:pt x="1012" y="4311"/>
                    <a:pt x="941" y="4311"/>
                    <a:pt x="881" y="4334"/>
                  </a:cubicBezTo>
                  <a:lnTo>
                    <a:pt x="881" y="1274"/>
                  </a:lnTo>
                  <a:cubicBezTo>
                    <a:pt x="1131" y="1179"/>
                    <a:pt x="1310" y="941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0" name="Google Shape;540;p32"/>
            <p:cNvGrpSpPr/>
            <p:nvPr/>
          </p:nvGrpSpPr>
          <p:grpSpPr>
            <a:xfrm>
              <a:off x="4041575" y="1575025"/>
              <a:ext cx="296475" cy="253925"/>
              <a:chOff x="4041575" y="-114775"/>
              <a:chExt cx="296475" cy="253925"/>
            </a:xfrm>
          </p:grpSpPr>
          <p:sp>
            <p:nvSpPr>
              <p:cNvPr id="541" name="Google Shape;541;p32"/>
              <p:cNvSpPr/>
              <p:nvPr/>
            </p:nvSpPr>
            <p:spPr>
              <a:xfrm>
                <a:off x="4052275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27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27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2"/>
              <p:cNvSpPr/>
              <p:nvPr/>
            </p:nvSpPr>
            <p:spPr>
              <a:xfrm>
                <a:off x="4041575" y="-11477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87"/>
                      <a:pt x="0" y="656"/>
                    </a:cubicBezTo>
                    <a:cubicBezTo>
                      <a:pt x="0" y="1013"/>
                      <a:pt x="286" y="1311"/>
                      <a:pt x="655" y="1311"/>
                    </a:cubicBezTo>
                    <a:cubicBezTo>
                      <a:pt x="1012" y="1311"/>
                      <a:pt x="1310" y="1013"/>
                      <a:pt x="1310" y="656"/>
                    </a:cubicBezTo>
                    <a:cubicBezTo>
                      <a:pt x="1310" y="287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2"/>
              <p:cNvSpPr/>
              <p:nvPr/>
            </p:nvSpPr>
            <p:spPr>
              <a:xfrm>
                <a:off x="4316000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15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2"/>
              <p:cNvSpPr/>
              <p:nvPr/>
            </p:nvSpPr>
            <p:spPr>
              <a:xfrm>
                <a:off x="4305000" y="-11477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87"/>
                      <a:pt x="0" y="656"/>
                    </a:cubicBezTo>
                    <a:cubicBezTo>
                      <a:pt x="0" y="1013"/>
                      <a:pt x="298" y="1311"/>
                      <a:pt x="655" y="1311"/>
                    </a:cubicBezTo>
                    <a:cubicBezTo>
                      <a:pt x="1024" y="1311"/>
                      <a:pt x="1322" y="1013"/>
                      <a:pt x="1322" y="656"/>
                    </a:cubicBezTo>
                    <a:cubicBezTo>
                      <a:pt x="1322" y="287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2"/>
              <p:cNvSpPr/>
              <p:nvPr/>
            </p:nvSpPr>
            <p:spPr>
              <a:xfrm>
                <a:off x="4286525" y="-7300"/>
                <a:ext cx="482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1" extrusionOk="0">
                    <a:moveTo>
                      <a:pt x="965" y="0"/>
                    </a:moveTo>
                    <a:cubicBezTo>
                      <a:pt x="430" y="0"/>
                      <a:pt x="1" y="441"/>
                      <a:pt x="1" y="976"/>
                    </a:cubicBezTo>
                    <a:cubicBezTo>
                      <a:pt x="1" y="1512"/>
                      <a:pt x="430" y="1941"/>
                      <a:pt x="965" y="1941"/>
                    </a:cubicBezTo>
                    <a:cubicBezTo>
                      <a:pt x="1501" y="1941"/>
                      <a:pt x="1930" y="1512"/>
                      <a:pt x="1930" y="976"/>
                    </a:cubicBezTo>
                    <a:cubicBezTo>
                      <a:pt x="1930" y="441"/>
                      <a:pt x="1501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2"/>
              <p:cNvSpPr/>
              <p:nvPr/>
            </p:nvSpPr>
            <p:spPr>
              <a:xfrm>
                <a:off x="4044550" y="-7300"/>
                <a:ext cx="4852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1" extrusionOk="0">
                    <a:moveTo>
                      <a:pt x="965" y="0"/>
                    </a:moveTo>
                    <a:cubicBezTo>
                      <a:pt x="429" y="0"/>
                      <a:pt x="0" y="441"/>
                      <a:pt x="0" y="976"/>
                    </a:cubicBezTo>
                    <a:cubicBezTo>
                      <a:pt x="0" y="1512"/>
                      <a:pt x="429" y="1941"/>
                      <a:pt x="965" y="1941"/>
                    </a:cubicBezTo>
                    <a:cubicBezTo>
                      <a:pt x="1500" y="1941"/>
                      <a:pt x="1941" y="1512"/>
                      <a:pt x="1941" y="976"/>
                    </a:cubicBezTo>
                    <a:cubicBezTo>
                      <a:pt x="1941" y="441"/>
                      <a:pt x="1500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2"/>
              <p:cNvSpPr/>
              <p:nvPr/>
            </p:nvSpPr>
            <p:spPr>
              <a:xfrm>
                <a:off x="4067450" y="-105250"/>
                <a:ext cx="244400" cy="2444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76" extrusionOk="0">
                    <a:moveTo>
                      <a:pt x="4894" y="1"/>
                    </a:moveTo>
                    <a:cubicBezTo>
                      <a:pt x="2192" y="1"/>
                      <a:pt x="1" y="2192"/>
                      <a:pt x="1" y="4894"/>
                    </a:cubicBezTo>
                    <a:cubicBezTo>
                      <a:pt x="1" y="7597"/>
                      <a:pt x="2192" y="9776"/>
                      <a:pt x="4894" y="9776"/>
                    </a:cubicBezTo>
                    <a:cubicBezTo>
                      <a:pt x="7585" y="9776"/>
                      <a:pt x="9776" y="7597"/>
                      <a:pt x="9776" y="4894"/>
                    </a:cubicBezTo>
                    <a:cubicBezTo>
                      <a:pt x="9776" y="2192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2"/>
              <p:cNvSpPr/>
              <p:nvPr/>
            </p:nvSpPr>
            <p:spPr>
              <a:xfrm>
                <a:off x="4090375" y="-1862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1"/>
                    </a:moveTo>
                    <a:cubicBezTo>
                      <a:pt x="298" y="1"/>
                      <a:pt x="1" y="310"/>
                      <a:pt x="1" y="679"/>
                    </a:cubicBezTo>
                    <a:lnTo>
                      <a:pt x="1" y="2120"/>
                    </a:lnTo>
                    <a:cubicBezTo>
                      <a:pt x="1" y="2501"/>
                      <a:pt x="298" y="2799"/>
                      <a:pt x="679" y="2799"/>
                    </a:cubicBezTo>
                    <a:lnTo>
                      <a:pt x="7275" y="2799"/>
                    </a:lnTo>
                    <a:cubicBezTo>
                      <a:pt x="7645" y="2799"/>
                      <a:pt x="7942" y="2501"/>
                      <a:pt x="7942" y="2120"/>
                    </a:cubicBezTo>
                    <a:lnTo>
                      <a:pt x="7942" y="679"/>
                    </a:lnTo>
                    <a:cubicBezTo>
                      <a:pt x="7942" y="310"/>
                      <a:pt x="7645" y="1"/>
                      <a:pt x="7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2"/>
              <p:cNvSpPr/>
              <p:nvPr/>
            </p:nvSpPr>
            <p:spPr>
              <a:xfrm>
                <a:off x="4119550" y="46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9"/>
                      <a:pt x="489" y="989"/>
                    </a:cubicBezTo>
                    <a:cubicBezTo>
                      <a:pt x="763" y="989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2"/>
              <p:cNvSpPr/>
              <p:nvPr/>
            </p:nvSpPr>
            <p:spPr>
              <a:xfrm>
                <a:off x="4235050" y="4600"/>
                <a:ext cx="250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9"/>
                      <a:pt x="500" y="989"/>
                    </a:cubicBezTo>
                    <a:cubicBezTo>
                      <a:pt x="774" y="989"/>
                      <a:pt x="1000" y="774"/>
                      <a:pt x="1000" y="500"/>
                    </a:cubicBezTo>
                    <a:cubicBezTo>
                      <a:pt x="1000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1" name="Google Shape;551;p32"/>
          <p:cNvGrpSpPr/>
          <p:nvPr/>
        </p:nvGrpSpPr>
        <p:grpSpPr>
          <a:xfrm>
            <a:off x="4669443" y="2445605"/>
            <a:ext cx="1827087" cy="2315090"/>
            <a:chOff x="4700075" y="3262363"/>
            <a:chExt cx="560525" cy="710238"/>
          </a:xfrm>
        </p:grpSpPr>
        <p:sp>
          <p:nvSpPr>
            <p:cNvPr id="552" name="Google Shape;552;p32"/>
            <p:cNvSpPr/>
            <p:nvPr/>
          </p:nvSpPr>
          <p:spPr>
            <a:xfrm>
              <a:off x="4700075" y="3262375"/>
              <a:ext cx="560525" cy="710225"/>
            </a:xfrm>
            <a:custGeom>
              <a:avLst/>
              <a:gdLst/>
              <a:ahLst/>
              <a:cxnLst/>
              <a:rect l="l" t="t" r="r" b="b"/>
              <a:pathLst>
                <a:path w="22421" h="28409" extrusionOk="0">
                  <a:moveTo>
                    <a:pt x="6728" y="0"/>
                  </a:moveTo>
                  <a:cubicBezTo>
                    <a:pt x="6121" y="0"/>
                    <a:pt x="5632" y="488"/>
                    <a:pt x="5632" y="1084"/>
                  </a:cubicBezTo>
                  <a:lnTo>
                    <a:pt x="5632" y="3000"/>
                  </a:lnTo>
                  <a:cubicBezTo>
                    <a:pt x="5394" y="3012"/>
                    <a:pt x="5204" y="3215"/>
                    <a:pt x="5204" y="3465"/>
                  </a:cubicBezTo>
                  <a:lnTo>
                    <a:pt x="5204" y="3953"/>
                  </a:lnTo>
                  <a:lnTo>
                    <a:pt x="4716" y="3953"/>
                  </a:lnTo>
                  <a:lnTo>
                    <a:pt x="4716" y="4286"/>
                  </a:lnTo>
                  <a:lnTo>
                    <a:pt x="3263" y="4286"/>
                  </a:lnTo>
                  <a:cubicBezTo>
                    <a:pt x="3120" y="3834"/>
                    <a:pt x="2692" y="3501"/>
                    <a:pt x="2192" y="3501"/>
                  </a:cubicBezTo>
                  <a:cubicBezTo>
                    <a:pt x="1584" y="3501"/>
                    <a:pt x="1084" y="4001"/>
                    <a:pt x="1084" y="4608"/>
                  </a:cubicBezTo>
                  <a:cubicBezTo>
                    <a:pt x="1084" y="5227"/>
                    <a:pt x="1572" y="5727"/>
                    <a:pt x="2192" y="5727"/>
                  </a:cubicBezTo>
                  <a:cubicBezTo>
                    <a:pt x="2692" y="5727"/>
                    <a:pt x="3108" y="5406"/>
                    <a:pt x="3251" y="4953"/>
                  </a:cubicBezTo>
                  <a:lnTo>
                    <a:pt x="4716" y="4953"/>
                  </a:lnTo>
                  <a:lnTo>
                    <a:pt x="4716" y="5298"/>
                  </a:lnTo>
                  <a:lnTo>
                    <a:pt x="5192" y="5298"/>
                  </a:lnTo>
                  <a:lnTo>
                    <a:pt x="5192" y="5727"/>
                  </a:lnTo>
                  <a:cubicBezTo>
                    <a:pt x="5192" y="5977"/>
                    <a:pt x="5394" y="6179"/>
                    <a:pt x="5632" y="6191"/>
                  </a:cubicBezTo>
                  <a:lnTo>
                    <a:pt x="5632" y="8394"/>
                  </a:lnTo>
                  <a:cubicBezTo>
                    <a:pt x="5632" y="8989"/>
                    <a:pt x="6121" y="9477"/>
                    <a:pt x="6728" y="9477"/>
                  </a:cubicBezTo>
                  <a:lnTo>
                    <a:pt x="9300" y="9477"/>
                  </a:lnTo>
                  <a:lnTo>
                    <a:pt x="9300" y="10323"/>
                  </a:lnTo>
                  <a:lnTo>
                    <a:pt x="4442" y="10323"/>
                  </a:lnTo>
                  <a:lnTo>
                    <a:pt x="4442" y="11216"/>
                  </a:lnTo>
                  <a:lnTo>
                    <a:pt x="4442" y="11966"/>
                  </a:lnTo>
                  <a:lnTo>
                    <a:pt x="4442" y="12013"/>
                  </a:lnTo>
                  <a:lnTo>
                    <a:pt x="5609" y="12013"/>
                  </a:lnTo>
                  <a:cubicBezTo>
                    <a:pt x="5251" y="12204"/>
                    <a:pt x="4906" y="12430"/>
                    <a:pt x="4585" y="12692"/>
                  </a:cubicBezTo>
                  <a:cubicBezTo>
                    <a:pt x="4358" y="12871"/>
                    <a:pt x="4132" y="13061"/>
                    <a:pt x="3930" y="13264"/>
                  </a:cubicBezTo>
                  <a:cubicBezTo>
                    <a:pt x="3739" y="13454"/>
                    <a:pt x="3573" y="13645"/>
                    <a:pt x="3418" y="13847"/>
                  </a:cubicBezTo>
                  <a:cubicBezTo>
                    <a:pt x="3037" y="14323"/>
                    <a:pt x="2739" y="14823"/>
                    <a:pt x="2513" y="15359"/>
                  </a:cubicBezTo>
                  <a:cubicBezTo>
                    <a:pt x="2275" y="15895"/>
                    <a:pt x="2108" y="16466"/>
                    <a:pt x="1977" y="17050"/>
                  </a:cubicBezTo>
                  <a:cubicBezTo>
                    <a:pt x="1846" y="17681"/>
                    <a:pt x="1775" y="18324"/>
                    <a:pt x="1727" y="18979"/>
                  </a:cubicBezTo>
                  <a:cubicBezTo>
                    <a:pt x="1680" y="19610"/>
                    <a:pt x="1668" y="20241"/>
                    <a:pt x="1668" y="20872"/>
                  </a:cubicBezTo>
                  <a:cubicBezTo>
                    <a:pt x="1668" y="20979"/>
                    <a:pt x="1668" y="21098"/>
                    <a:pt x="1668" y="21205"/>
                  </a:cubicBezTo>
                  <a:cubicBezTo>
                    <a:pt x="715" y="21443"/>
                    <a:pt x="1" y="22300"/>
                    <a:pt x="1" y="23336"/>
                  </a:cubicBezTo>
                  <a:lnTo>
                    <a:pt x="1" y="24848"/>
                  </a:lnTo>
                  <a:lnTo>
                    <a:pt x="1168" y="24848"/>
                  </a:lnTo>
                  <a:lnTo>
                    <a:pt x="1168" y="23324"/>
                  </a:lnTo>
                  <a:cubicBezTo>
                    <a:pt x="1168" y="22765"/>
                    <a:pt x="1632" y="22300"/>
                    <a:pt x="2192" y="22300"/>
                  </a:cubicBezTo>
                  <a:cubicBezTo>
                    <a:pt x="2763" y="22300"/>
                    <a:pt x="3227" y="22765"/>
                    <a:pt x="3227" y="23324"/>
                  </a:cubicBezTo>
                  <a:lnTo>
                    <a:pt x="3227" y="24836"/>
                  </a:lnTo>
                  <a:lnTo>
                    <a:pt x="4394" y="24836"/>
                  </a:lnTo>
                  <a:lnTo>
                    <a:pt x="4394" y="23324"/>
                  </a:lnTo>
                  <a:cubicBezTo>
                    <a:pt x="4394" y="22336"/>
                    <a:pt x="3739" y="21503"/>
                    <a:pt x="2834" y="21229"/>
                  </a:cubicBezTo>
                  <a:lnTo>
                    <a:pt x="2834" y="20860"/>
                  </a:lnTo>
                  <a:cubicBezTo>
                    <a:pt x="2834" y="20276"/>
                    <a:pt x="2846" y="19681"/>
                    <a:pt x="2882" y="19098"/>
                  </a:cubicBezTo>
                  <a:cubicBezTo>
                    <a:pt x="2918" y="18526"/>
                    <a:pt x="2989" y="17967"/>
                    <a:pt x="3096" y="17419"/>
                  </a:cubicBezTo>
                  <a:cubicBezTo>
                    <a:pt x="3215" y="16859"/>
                    <a:pt x="3382" y="16300"/>
                    <a:pt x="3620" y="15776"/>
                  </a:cubicBezTo>
                  <a:cubicBezTo>
                    <a:pt x="3811" y="15347"/>
                    <a:pt x="4061" y="14942"/>
                    <a:pt x="4358" y="14549"/>
                  </a:cubicBezTo>
                  <a:cubicBezTo>
                    <a:pt x="4478" y="14395"/>
                    <a:pt x="4609" y="14240"/>
                    <a:pt x="4751" y="14085"/>
                  </a:cubicBezTo>
                  <a:cubicBezTo>
                    <a:pt x="4906" y="13930"/>
                    <a:pt x="5061" y="13787"/>
                    <a:pt x="5228" y="13657"/>
                  </a:cubicBezTo>
                  <a:cubicBezTo>
                    <a:pt x="5430" y="13478"/>
                    <a:pt x="5656" y="13323"/>
                    <a:pt x="5882" y="13180"/>
                  </a:cubicBezTo>
                  <a:lnTo>
                    <a:pt x="5882" y="20872"/>
                  </a:lnTo>
                  <a:lnTo>
                    <a:pt x="7406" y="20872"/>
                  </a:lnTo>
                  <a:cubicBezTo>
                    <a:pt x="7335" y="21015"/>
                    <a:pt x="7276" y="21169"/>
                    <a:pt x="7216" y="21324"/>
                  </a:cubicBezTo>
                  <a:cubicBezTo>
                    <a:pt x="7014" y="21872"/>
                    <a:pt x="6883" y="22455"/>
                    <a:pt x="6811" y="23062"/>
                  </a:cubicBezTo>
                  <a:cubicBezTo>
                    <a:pt x="6740" y="23562"/>
                    <a:pt x="6704" y="24074"/>
                    <a:pt x="6704" y="24575"/>
                  </a:cubicBezTo>
                  <a:cubicBezTo>
                    <a:pt x="6692" y="25086"/>
                    <a:pt x="6716" y="25587"/>
                    <a:pt x="6752" y="26051"/>
                  </a:cubicBezTo>
                  <a:cubicBezTo>
                    <a:pt x="6573" y="26229"/>
                    <a:pt x="6454" y="26480"/>
                    <a:pt x="6454" y="26753"/>
                  </a:cubicBezTo>
                  <a:lnTo>
                    <a:pt x="6454" y="26968"/>
                  </a:lnTo>
                  <a:lnTo>
                    <a:pt x="4132" y="26968"/>
                  </a:lnTo>
                  <a:lnTo>
                    <a:pt x="4132" y="27682"/>
                  </a:lnTo>
                  <a:lnTo>
                    <a:pt x="4132" y="28396"/>
                  </a:lnTo>
                  <a:lnTo>
                    <a:pt x="4132" y="28408"/>
                  </a:lnTo>
                  <a:lnTo>
                    <a:pt x="8776" y="28408"/>
                  </a:lnTo>
                  <a:lnTo>
                    <a:pt x="8776" y="28396"/>
                  </a:lnTo>
                  <a:lnTo>
                    <a:pt x="8776" y="27682"/>
                  </a:lnTo>
                  <a:lnTo>
                    <a:pt x="8776" y="26968"/>
                  </a:lnTo>
                  <a:lnTo>
                    <a:pt x="8395" y="26968"/>
                  </a:lnTo>
                  <a:lnTo>
                    <a:pt x="8395" y="26753"/>
                  </a:lnTo>
                  <a:cubicBezTo>
                    <a:pt x="8395" y="26432"/>
                    <a:pt x="8240" y="26146"/>
                    <a:pt x="8002" y="25968"/>
                  </a:cubicBezTo>
                  <a:cubicBezTo>
                    <a:pt x="8002" y="25944"/>
                    <a:pt x="7990" y="25920"/>
                    <a:pt x="7990" y="25896"/>
                  </a:cubicBezTo>
                  <a:cubicBezTo>
                    <a:pt x="7954" y="25456"/>
                    <a:pt x="7942" y="25015"/>
                    <a:pt x="7954" y="24586"/>
                  </a:cubicBezTo>
                  <a:cubicBezTo>
                    <a:pt x="7966" y="24051"/>
                    <a:pt x="8014" y="23515"/>
                    <a:pt x="8109" y="22991"/>
                  </a:cubicBezTo>
                  <a:cubicBezTo>
                    <a:pt x="8121" y="22908"/>
                    <a:pt x="8133" y="22824"/>
                    <a:pt x="8157" y="22741"/>
                  </a:cubicBezTo>
                  <a:cubicBezTo>
                    <a:pt x="8228" y="22360"/>
                    <a:pt x="8335" y="21979"/>
                    <a:pt x="8478" y="21610"/>
                  </a:cubicBezTo>
                  <a:cubicBezTo>
                    <a:pt x="8585" y="21348"/>
                    <a:pt x="8704" y="21098"/>
                    <a:pt x="8859" y="20872"/>
                  </a:cubicBezTo>
                  <a:lnTo>
                    <a:pt x="13443" y="20872"/>
                  </a:lnTo>
                  <a:cubicBezTo>
                    <a:pt x="13633" y="21098"/>
                    <a:pt x="13788" y="21348"/>
                    <a:pt x="13919" y="21610"/>
                  </a:cubicBezTo>
                  <a:cubicBezTo>
                    <a:pt x="13979" y="21717"/>
                    <a:pt x="14038" y="21836"/>
                    <a:pt x="14086" y="21955"/>
                  </a:cubicBezTo>
                  <a:cubicBezTo>
                    <a:pt x="14205" y="22289"/>
                    <a:pt x="14312" y="22646"/>
                    <a:pt x="14384" y="22991"/>
                  </a:cubicBezTo>
                  <a:cubicBezTo>
                    <a:pt x="14491" y="23515"/>
                    <a:pt x="14550" y="24051"/>
                    <a:pt x="14550" y="24586"/>
                  </a:cubicBezTo>
                  <a:cubicBezTo>
                    <a:pt x="14562" y="25027"/>
                    <a:pt x="14526" y="25479"/>
                    <a:pt x="14467" y="25908"/>
                  </a:cubicBezTo>
                  <a:cubicBezTo>
                    <a:pt x="14467" y="25920"/>
                    <a:pt x="14455" y="25932"/>
                    <a:pt x="14455" y="25944"/>
                  </a:cubicBezTo>
                  <a:cubicBezTo>
                    <a:pt x="14205" y="26122"/>
                    <a:pt x="14026" y="26420"/>
                    <a:pt x="14026" y="26753"/>
                  </a:cubicBezTo>
                  <a:lnTo>
                    <a:pt x="14026" y="26980"/>
                  </a:lnTo>
                  <a:lnTo>
                    <a:pt x="13693" y="26980"/>
                  </a:lnTo>
                  <a:lnTo>
                    <a:pt x="13693" y="27694"/>
                  </a:lnTo>
                  <a:lnTo>
                    <a:pt x="13693" y="28408"/>
                  </a:lnTo>
                  <a:lnTo>
                    <a:pt x="18336" y="28408"/>
                  </a:lnTo>
                  <a:lnTo>
                    <a:pt x="18336" y="27694"/>
                  </a:lnTo>
                  <a:lnTo>
                    <a:pt x="18336" y="26980"/>
                  </a:lnTo>
                  <a:lnTo>
                    <a:pt x="15967" y="26980"/>
                  </a:lnTo>
                  <a:lnTo>
                    <a:pt x="15967" y="26753"/>
                  </a:lnTo>
                  <a:cubicBezTo>
                    <a:pt x="15967" y="26491"/>
                    <a:pt x="15860" y="26253"/>
                    <a:pt x="15693" y="26075"/>
                  </a:cubicBezTo>
                  <a:cubicBezTo>
                    <a:pt x="15753" y="25598"/>
                    <a:pt x="15777" y="25098"/>
                    <a:pt x="15765" y="24586"/>
                  </a:cubicBezTo>
                  <a:cubicBezTo>
                    <a:pt x="15753" y="24074"/>
                    <a:pt x="15705" y="23562"/>
                    <a:pt x="15622" y="23062"/>
                  </a:cubicBezTo>
                  <a:cubicBezTo>
                    <a:pt x="15515" y="22467"/>
                    <a:pt x="15360" y="21884"/>
                    <a:pt x="15134" y="21336"/>
                  </a:cubicBezTo>
                  <a:cubicBezTo>
                    <a:pt x="15062" y="21181"/>
                    <a:pt x="14991" y="21026"/>
                    <a:pt x="14907" y="20872"/>
                  </a:cubicBezTo>
                  <a:lnTo>
                    <a:pt x="16586" y="20872"/>
                  </a:lnTo>
                  <a:lnTo>
                    <a:pt x="16586" y="13204"/>
                  </a:lnTo>
                  <a:cubicBezTo>
                    <a:pt x="16812" y="13347"/>
                    <a:pt x="17027" y="13502"/>
                    <a:pt x="17241" y="13668"/>
                  </a:cubicBezTo>
                  <a:cubicBezTo>
                    <a:pt x="17408" y="13799"/>
                    <a:pt x="17563" y="13942"/>
                    <a:pt x="17717" y="14097"/>
                  </a:cubicBezTo>
                  <a:cubicBezTo>
                    <a:pt x="17860" y="14240"/>
                    <a:pt x="17991" y="14395"/>
                    <a:pt x="18122" y="14549"/>
                  </a:cubicBezTo>
                  <a:cubicBezTo>
                    <a:pt x="18432" y="14930"/>
                    <a:pt x="18682" y="15347"/>
                    <a:pt x="18872" y="15776"/>
                  </a:cubicBezTo>
                  <a:cubicBezTo>
                    <a:pt x="19110" y="16300"/>
                    <a:pt x="19277" y="16847"/>
                    <a:pt x="19384" y="17419"/>
                  </a:cubicBezTo>
                  <a:cubicBezTo>
                    <a:pt x="19491" y="17967"/>
                    <a:pt x="19551" y="18538"/>
                    <a:pt x="19587" y="19098"/>
                  </a:cubicBezTo>
                  <a:cubicBezTo>
                    <a:pt x="19622" y="19693"/>
                    <a:pt x="19634" y="20288"/>
                    <a:pt x="19634" y="20872"/>
                  </a:cubicBezTo>
                  <a:lnTo>
                    <a:pt x="19634" y="21217"/>
                  </a:lnTo>
                  <a:cubicBezTo>
                    <a:pt x="18706" y="21479"/>
                    <a:pt x="18027" y="22324"/>
                    <a:pt x="18027" y="23336"/>
                  </a:cubicBezTo>
                  <a:lnTo>
                    <a:pt x="18027" y="24848"/>
                  </a:lnTo>
                  <a:lnTo>
                    <a:pt x="19194" y="24848"/>
                  </a:lnTo>
                  <a:lnTo>
                    <a:pt x="19194" y="23324"/>
                  </a:lnTo>
                  <a:cubicBezTo>
                    <a:pt x="19194" y="22765"/>
                    <a:pt x="19658" y="22300"/>
                    <a:pt x="20218" y="22300"/>
                  </a:cubicBezTo>
                  <a:cubicBezTo>
                    <a:pt x="20789" y="22300"/>
                    <a:pt x="21242" y="22765"/>
                    <a:pt x="21242" y="23324"/>
                  </a:cubicBezTo>
                  <a:lnTo>
                    <a:pt x="21242" y="24836"/>
                  </a:lnTo>
                  <a:lnTo>
                    <a:pt x="22420" y="24836"/>
                  </a:lnTo>
                  <a:lnTo>
                    <a:pt x="22420" y="23324"/>
                  </a:lnTo>
                  <a:cubicBezTo>
                    <a:pt x="22408" y="22324"/>
                    <a:pt x="21730" y="21467"/>
                    <a:pt x="20801" y="21217"/>
                  </a:cubicBezTo>
                  <a:cubicBezTo>
                    <a:pt x="20801" y="21098"/>
                    <a:pt x="20801" y="20979"/>
                    <a:pt x="20801" y="20860"/>
                  </a:cubicBezTo>
                  <a:cubicBezTo>
                    <a:pt x="20801" y="20229"/>
                    <a:pt x="20777" y="19598"/>
                    <a:pt x="20730" y="18979"/>
                  </a:cubicBezTo>
                  <a:cubicBezTo>
                    <a:pt x="20682" y="18324"/>
                    <a:pt x="20611" y="17681"/>
                    <a:pt x="20468" y="17050"/>
                  </a:cubicBezTo>
                  <a:cubicBezTo>
                    <a:pt x="20349" y="16478"/>
                    <a:pt x="20170" y="15907"/>
                    <a:pt x="19932" y="15359"/>
                  </a:cubicBezTo>
                  <a:cubicBezTo>
                    <a:pt x="19706" y="14835"/>
                    <a:pt x="19408" y="14335"/>
                    <a:pt x="19039" y="13847"/>
                  </a:cubicBezTo>
                  <a:cubicBezTo>
                    <a:pt x="18884" y="13657"/>
                    <a:pt x="18717" y="13454"/>
                    <a:pt x="18539" y="13264"/>
                  </a:cubicBezTo>
                  <a:cubicBezTo>
                    <a:pt x="18336" y="13049"/>
                    <a:pt x="18122" y="12859"/>
                    <a:pt x="17896" y="12668"/>
                  </a:cubicBezTo>
                  <a:cubicBezTo>
                    <a:pt x="17574" y="12418"/>
                    <a:pt x="17241" y="12204"/>
                    <a:pt x="16896" y="12013"/>
                  </a:cubicBezTo>
                  <a:lnTo>
                    <a:pt x="18027" y="12013"/>
                  </a:lnTo>
                  <a:lnTo>
                    <a:pt x="18027" y="11966"/>
                  </a:lnTo>
                  <a:lnTo>
                    <a:pt x="18027" y="11216"/>
                  </a:lnTo>
                  <a:lnTo>
                    <a:pt x="18027" y="10323"/>
                  </a:lnTo>
                  <a:lnTo>
                    <a:pt x="13169" y="10323"/>
                  </a:lnTo>
                  <a:lnTo>
                    <a:pt x="13169" y="9477"/>
                  </a:lnTo>
                  <a:lnTo>
                    <a:pt x="15741" y="9477"/>
                  </a:lnTo>
                  <a:cubicBezTo>
                    <a:pt x="16336" y="9477"/>
                    <a:pt x="16824" y="8989"/>
                    <a:pt x="16824" y="8394"/>
                  </a:cubicBezTo>
                  <a:lnTo>
                    <a:pt x="16824" y="6191"/>
                  </a:lnTo>
                  <a:cubicBezTo>
                    <a:pt x="17086" y="6191"/>
                    <a:pt x="17289" y="5989"/>
                    <a:pt x="17289" y="5727"/>
                  </a:cubicBezTo>
                  <a:lnTo>
                    <a:pt x="17289" y="5227"/>
                  </a:lnTo>
                  <a:lnTo>
                    <a:pt x="17765" y="5227"/>
                  </a:lnTo>
                  <a:lnTo>
                    <a:pt x="17765" y="4894"/>
                  </a:lnTo>
                  <a:lnTo>
                    <a:pt x="19229" y="4894"/>
                  </a:lnTo>
                  <a:cubicBezTo>
                    <a:pt x="19360" y="5358"/>
                    <a:pt x="19789" y="5691"/>
                    <a:pt x="20289" y="5691"/>
                  </a:cubicBezTo>
                  <a:cubicBezTo>
                    <a:pt x="20908" y="5691"/>
                    <a:pt x="21408" y="5191"/>
                    <a:pt x="21408" y="4572"/>
                  </a:cubicBezTo>
                  <a:cubicBezTo>
                    <a:pt x="21408" y="3965"/>
                    <a:pt x="20908" y="3465"/>
                    <a:pt x="20289" y="3465"/>
                  </a:cubicBezTo>
                  <a:cubicBezTo>
                    <a:pt x="19801" y="3465"/>
                    <a:pt x="19372" y="3786"/>
                    <a:pt x="19229" y="4239"/>
                  </a:cubicBezTo>
                  <a:lnTo>
                    <a:pt x="17765" y="4239"/>
                  </a:lnTo>
                  <a:lnTo>
                    <a:pt x="17765" y="3893"/>
                  </a:lnTo>
                  <a:lnTo>
                    <a:pt x="17289" y="3893"/>
                  </a:lnTo>
                  <a:lnTo>
                    <a:pt x="17289" y="3465"/>
                  </a:lnTo>
                  <a:cubicBezTo>
                    <a:pt x="17289" y="3203"/>
                    <a:pt x="17086" y="3000"/>
                    <a:pt x="16824" y="3000"/>
                  </a:cubicBezTo>
                  <a:lnTo>
                    <a:pt x="16824" y="1084"/>
                  </a:lnTo>
                  <a:cubicBezTo>
                    <a:pt x="16824" y="488"/>
                    <a:pt x="16336" y="0"/>
                    <a:pt x="15741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3" name="Google Shape;553;p32"/>
            <p:cNvGrpSpPr/>
            <p:nvPr/>
          </p:nvGrpSpPr>
          <p:grpSpPr>
            <a:xfrm>
              <a:off x="4700075" y="3262363"/>
              <a:ext cx="560225" cy="709950"/>
              <a:chOff x="556300" y="1021375"/>
              <a:chExt cx="560225" cy="709950"/>
            </a:xfrm>
          </p:grpSpPr>
          <p:sp>
            <p:nvSpPr>
              <p:cNvPr id="554" name="Google Shape;554;p32"/>
              <p:cNvSpPr/>
              <p:nvPr/>
            </p:nvSpPr>
            <p:spPr>
              <a:xfrm>
                <a:off x="837000" y="1292525"/>
                <a:ext cx="166700" cy="70600"/>
              </a:xfrm>
              <a:custGeom>
                <a:avLst/>
                <a:gdLst/>
                <a:ahLst/>
                <a:cxnLst/>
                <a:rect l="l" t="t" r="r" b="b"/>
                <a:pathLst>
                  <a:path w="6668" h="2824" extrusionOk="0">
                    <a:moveTo>
                      <a:pt x="207" y="0"/>
                    </a:moveTo>
                    <a:cubicBezTo>
                      <a:pt x="138" y="0"/>
                      <a:pt x="69" y="1"/>
                      <a:pt x="0" y="2"/>
                    </a:cubicBezTo>
                    <a:lnTo>
                      <a:pt x="412" y="2"/>
                    </a:lnTo>
                    <a:cubicBezTo>
                      <a:pt x="343" y="1"/>
                      <a:pt x="275" y="0"/>
                      <a:pt x="207" y="0"/>
                    </a:cubicBezTo>
                    <a:close/>
                    <a:moveTo>
                      <a:pt x="412" y="2"/>
                    </a:moveTo>
                    <a:cubicBezTo>
                      <a:pt x="425" y="2"/>
                      <a:pt x="439" y="2"/>
                      <a:pt x="452" y="2"/>
                    </a:cubicBezTo>
                    <a:lnTo>
                      <a:pt x="452" y="2"/>
                    </a:lnTo>
                    <a:cubicBezTo>
                      <a:pt x="449" y="2"/>
                      <a:pt x="445" y="2"/>
                      <a:pt x="441" y="2"/>
                    </a:cubicBezTo>
                    <a:close/>
                    <a:moveTo>
                      <a:pt x="452" y="2"/>
                    </a:moveTo>
                    <a:cubicBezTo>
                      <a:pt x="1156" y="37"/>
                      <a:pt x="1188" y="1085"/>
                      <a:pt x="548" y="1168"/>
                    </a:cubicBezTo>
                    <a:cubicBezTo>
                      <a:pt x="2513" y="1204"/>
                      <a:pt x="4477" y="1573"/>
                      <a:pt x="6013" y="2823"/>
                    </a:cubicBezTo>
                    <a:lnTo>
                      <a:pt x="6668" y="1823"/>
                    </a:lnTo>
                    <a:cubicBezTo>
                      <a:pt x="4941" y="442"/>
                      <a:pt x="2651" y="30"/>
                      <a:pt x="452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2"/>
              <p:cNvSpPr/>
              <p:nvPr/>
            </p:nvSpPr>
            <p:spPr>
              <a:xfrm>
                <a:off x="987325" y="1338100"/>
                <a:ext cx="449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870" extrusionOk="0">
                    <a:moveTo>
                      <a:pt x="655" y="0"/>
                    </a:moveTo>
                    <a:lnTo>
                      <a:pt x="0" y="988"/>
                    </a:lnTo>
                    <a:cubicBezTo>
                      <a:pt x="167" y="1119"/>
                      <a:pt x="322" y="1262"/>
                      <a:pt x="476" y="1417"/>
                    </a:cubicBezTo>
                    <a:cubicBezTo>
                      <a:pt x="619" y="1560"/>
                      <a:pt x="750" y="1715"/>
                      <a:pt x="881" y="1869"/>
                    </a:cubicBezTo>
                    <a:lnTo>
                      <a:pt x="1798" y="1179"/>
                    </a:lnTo>
                    <a:cubicBezTo>
                      <a:pt x="1643" y="988"/>
                      <a:pt x="1476" y="786"/>
                      <a:pt x="1298" y="595"/>
                    </a:cubicBezTo>
                    <a:cubicBezTo>
                      <a:pt x="1095" y="381"/>
                      <a:pt x="881" y="179"/>
                      <a:pt x="6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2"/>
              <p:cNvSpPr/>
              <p:nvPr/>
            </p:nvSpPr>
            <p:spPr>
              <a:xfrm>
                <a:off x="1009350" y="1367550"/>
                <a:ext cx="45250" cy="47950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918" extrusionOk="0">
                    <a:moveTo>
                      <a:pt x="917" y="1"/>
                    </a:moveTo>
                    <a:lnTo>
                      <a:pt x="0" y="691"/>
                    </a:lnTo>
                    <a:cubicBezTo>
                      <a:pt x="310" y="1084"/>
                      <a:pt x="548" y="1489"/>
                      <a:pt x="750" y="1918"/>
                    </a:cubicBezTo>
                    <a:lnTo>
                      <a:pt x="1810" y="1513"/>
                    </a:lnTo>
                    <a:cubicBezTo>
                      <a:pt x="1584" y="989"/>
                      <a:pt x="1286" y="489"/>
                      <a:pt x="9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2"/>
              <p:cNvSpPr/>
              <p:nvPr/>
            </p:nvSpPr>
            <p:spPr>
              <a:xfrm>
                <a:off x="823600" y="1321725"/>
                <a:ext cx="137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3" extrusionOk="0">
                    <a:moveTo>
                      <a:pt x="1" y="0"/>
                    </a:moveTo>
                    <a:cubicBezTo>
                      <a:pt x="36" y="0"/>
                      <a:pt x="72" y="12"/>
                      <a:pt x="108" y="12"/>
                    </a:cubicBezTo>
                    <a:cubicBezTo>
                      <a:pt x="251" y="0"/>
                      <a:pt x="405" y="0"/>
                      <a:pt x="548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2"/>
              <p:cNvSpPr/>
              <p:nvPr/>
            </p:nvSpPr>
            <p:spPr>
              <a:xfrm>
                <a:off x="1028100" y="1405350"/>
                <a:ext cx="39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2061" extrusionOk="0">
                    <a:moveTo>
                      <a:pt x="1060" y="1"/>
                    </a:moveTo>
                    <a:lnTo>
                      <a:pt x="0" y="406"/>
                    </a:lnTo>
                    <a:cubicBezTo>
                      <a:pt x="238" y="942"/>
                      <a:pt x="405" y="1489"/>
                      <a:pt x="512" y="2061"/>
                    </a:cubicBezTo>
                    <a:lnTo>
                      <a:pt x="1596" y="1692"/>
                    </a:lnTo>
                    <a:cubicBezTo>
                      <a:pt x="1477" y="1108"/>
                      <a:pt x="1298" y="549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2"/>
              <p:cNvSpPr/>
              <p:nvPr/>
            </p:nvSpPr>
            <p:spPr>
              <a:xfrm>
                <a:off x="1047150" y="1542875"/>
                <a:ext cx="29175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1275" extrusionOk="0">
                    <a:moveTo>
                      <a:pt x="0" y="1"/>
                    </a:moveTo>
                    <a:lnTo>
                      <a:pt x="0" y="703"/>
                    </a:lnTo>
                    <a:cubicBezTo>
                      <a:pt x="0" y="1084"/>
                      <a:pt x="292" y="1275"/>
                      <a:pt x="584" y="1275"/>
                    </a:cubicBezTo>
                    <a:cubicBezTo>
                      <a:pt x="875" y="1275"/>
                      <a:pt x="1167" y="1084"/>
                      <a:pt x="1167" y="703"/>
                    </a:cubicBezTo>
                    <a:cubicBezTo>
                      <a:pt x="1167" y="477"/>
                      <a:pt x="1167" y="239"/>
                      <a:pt x="1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2"/>
              <p:cNvSpPr/>
              <p:nvPr/>
            </p:nvSpPr>
            <p:spPr>
              <a:xfrm>
                <a:off x="1045950" y="1495850"/>
                <a:ext cx="303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1882" extrusionOk="0">
                    <a:moveTo>
                      <a:pt x="1155" y="0"/>
                    </a:moveTo>
                    <a:lnTo>
                      <a:pt x="1" y="120"/>
                    </a:lnTo>
                    <a:cubicBezTo>
                      <a:pt x="36" y="703"/>
                      <a:pt x="48" y="1298"/>
                      <a:pt x="48" y="1882"/>
                    </a:cubicBezTo>
                    <a:lnTo>
                      <a:pt x="1215" y="1882"/>
                    </a:lnTo>
                    <a:cubicBezTo>
                      <a:pt x="1215" y="1251"/>
                      <a:pt x="1191" y="62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2"/>
              <p:cNvSpPr/>
              <p:nvPr/>
            </p:nvSpPr>
            <p:spPr>
              <a:xfrm>
                <a:off x="1040900" y="1447625"/>
                <a:ext cx="336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049" extrusionOk="0">
                    <a:moveTo>
                      <a:pt x="1084" y="1"/>
                    </a:moveTo>
                    <a:lnTo>
                      <a:pt x="0" y="370"/>
                    </a:lnTo>
                    <a:cubicBezTo>
                      <a:pt x="107" y="917"/>
                      <a:pt x="167" y="1477"/>
                      <a:pt x="203" y="2049"/>
                    </a:cubicBezTo>
                    <a:lnTo>
                      <a:pt x="1346" y="1929"/>
                    </a:lnTo>
                    <a:cubicBezTo>
                      <a:pt x="1310" y="1275"/>
                      <a:pt x="1227" y="632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2"/>
              <p:cNvSpPr/>
              <p:nvPr/>
            </p:nvSpPr>
            <p:spPr>
              <a:xfrm>
                <a:off x="599475" y="1447625"/>
                <a:ext cx="342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2049" extrusionOk="0">
                    <a:moveTo>
                      <a:pt x="250" y="1"/>
                    </a:moveTo>
                    <a:cubicBezTo>
                      <a:pt x="119" y="632"/>
                      <a:pt x="48" y="1275"/>
                      <a:pt x="0" y="1929"/>
                    </a:cubicBezTo>
                    <a:lnTo>
                      <a:pt x="1155" y="2049"/>
                    </a:lnTo>
                    <a:cubicBezTo>
                      <a:pt x="1191" y="1477"/>
                      <a:pt x="1262" y="917"/>
                      <a:pt x="1369" y="370"/>
                    </a:cubicBezTo>
                    <a:lnTo>
                      <a:pt x="2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2"/>
              <p:cNvSpPr/>
              <p:nvPr/>
            </p:nvSpPr>
            <p:spPr>
              <a:xfrm>
                <a:off x="597975" y="1495850"/>
                <a:ext cx="3040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882" extrusionOk="0">
                    <a:moveTo>
                      <a:pt x="60" y="0"/>
                    </a:moveTo>
                    <a:cubicBezTo>
                      <a:pt x="13" y="632"/>
                      <a:pt x="1" y="1263"/>
                      <a:pt x="1" y="1882"/>
                    </a:cubicBezTo>
                    <a:lnTo>
                      <a:pt x="1167" y="1882"/>
                    </a:lnTo>
                    <a:cubicBezTo>
                      <a:pt x="1167" y="1298"/>
                      <a:pt x="1179" y="703"/>
                      <a:pt x="1215" y="120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2"/>
              <p:cNvSpPr/>
              <p:nvPr/>
            </p:nvSpPr>
            <p:spPr>
              <a:xfrm>
                <a:off x="605725" y="1405350"/>
                <a:ext cx="411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061" extrusionOk="0">
                    <a:moveTo>
                      <a:pt x="536" y="1"/>
                    </a:moveTo>
                    <a:cubicBezTo>
                      <a:pt x="298" y="537"/>
                      <a:pt x="131" y="1108"/>
                      <a:pt x="0" y="1692"/>
                    </a:cubicBezTo>
                    <a:lnTo>
                      <a:pt x="1119" y="2061"/>
                    </a:lnTo>
                    <a:cubicBezTo>
                      <a:pt x="1238" y="1501"/>
                      <a:pt x="1405" y="942"/>
                      <a:pt x="1643" y="418"/>
                    </a:cubicBez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2"/>
              <p:cNvSpPr/>
              <p:nvPr/>
            </p:nvSpPr>
            <p:spPr>
              <a:xfrm>
                <a:off x="597975" y="1542875"/>
                <a:ext cx="29200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275" extrusionOk="0">
                    <a:moveTo>
                      <a:pt x="1" y="1"/>
                    </a:moveTo>
                    <a:cubicBezTo>
                      <a:pt x="1" y="239"/>
                      <a:pt x="1" y="477"/>
                      <a:pt x="1" y="703"/>
                    </a:cubicBezTo>
                    <a:cubicBezTo>
                      <a:pt x="1" y="1084"/>
                      <a:pt x="292" y="1275"/>
                      <a:pt x="584" y="1275"/>
                    </a:cubicBezTo>
                    <a:cubicBezTo>
                      <a:pt x="876" y="1275"/>
                      <a:pt x="1167" y="1084"/>
                      <a:pt x="1167" y="703"/>
                    </a:cubicBezTo>
                    <a:lnTo>
                      <a:pt x="116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2"/>
              <p:cNvSpPr/>
              <p:nvPr/>
            </p:nvSpPr>
            <p:spPr>
              <a:xfrm>
                <a:off x="641725" y="1338400"/>
                <a:ext cx="452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70" extrusionOk="0">
                    <a:moveTo>
                      <a:pt x="1168" y="0"/>
                    </a:moveTo>
                    <a:cubicBezTo>
                      <a:pt x="941" y="179"/>
                      <a:pt x="715" y="369"/>
                      <a:pt x="513" y="583"/>
                    </a:cubicBezTo>
                    <a:cubicBezTo>
                      <a:pt x="322" y="774"/>
                      <a:pt x="156" y="964"/>
                      <a:pt x="1" y="1167"/>
                    </a:cubicBezTo>
                    <a:lnTo>
                      <a:pt x="941" y="1869"/>
                    </a:lnTo>
                    <a:cubicBezTo>
                      <a:pt x="1061" y="1715"/>
                      <a:pt x="1192" y="1560"/>
                      <a:pt x="1334" y="1405"/>
                    </a:cubicBezTo>
                    <a:cubicBezTo>
                      <a:pt x="1489" y="1250"/>
                      <a:pt x="1644" y="1107"/>
                      <a:pt x="1811" y="976"/>
                    </a:cubicBez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2"/>
              <p:cNvSpPr/>
              <p:nvPr/>
            </p:nvSpPr>
            <p:spPr>
              <a:xfrm>
                <a:off x="837300" y="1321725"/>
                <a:ext cx="134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3" extrusionOk="0">
                    <a:moveTo>
                      <a:pt x="0" y="0"/>
                    </a:moveTo>
                    <a:cubicBezTo>
                      <a:pt x="143" y="0"/>
                      <a:pt x="286" y="0"/>
                      <a:pt x="429" y="12"/>
                    </a:cubicBezTo>
                    <a:cubicBezTo>
                      <a:pt x="465" y="12"/>
                      <a:pt x="500" y="0"/>
                      <a:pt x="536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2"/>
              <p:cNvSpPr/>
              <p:nvPr/>
            </p:nvSpPr>
            <p:spPr>
              <a:xfrm>
                <a:off x="619125" y="1367550"/>
                <a:ext cx="4615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930" extrusionOk="0">
                    <a:moveTo>
                      <a:pt x="905" y="1"/>
                    </a:moveTo>
                    <a:cubicBezTo>
                      <a:pt x="524" y="465"/>
                      <a:pt x="226" y="977"/>
                      <a:pt x="0" y="1513"/>
                    </a:cubicBezTo>
                    <a:lnTo>
                      <a:pt x="1107" y="1930"/>
                    </a:lnTo>
                    <a:cubicBezTo>
                      <a:pt x="1298" y="1501"/>
                      <a:pt x="1548" y="1096"/>
                      <a:pt x="1845" y="703"/>
                    </a:cubicBezTo>
                    <a:lnTo>
                      <a:pt x="9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2"/>
              <p:cNvSpPr/>
              <p:nvPr/>
            </p:nvSpPr>
            <p:spPr>
              <a:xfrm>
                <a:off x="670900" y="1292525"/>
                <a:ext cx="166125" cy="70300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2812" extrusionOk="0">
                    <a:moveTo>
                      <a:pt x="6446" y="1"/>
                    </a:moveTo>
                    <a:cubicBezTo>
                      <a:pt x="6380" y="1"/>
                      <a:pt x="6315" y="1"/>
                      <a:pt x="6249" y="2"/>
                    </a:cubicBezTo>
                    <a:lnTo>
                      <a:pt x="6644" y="2"/>
                    </a:lnTo>
                    <a:cubicBezTo>
                      <a:pt x="6578" y="1"/>
                      <a:pt x="6512" y="1"/>
                      <a:pt x="6446" y="1"/>
                    </a:cubicBezTo>
                    <a:close/>
                    <a:moveTo>
                      <a:pt x="6216" y="2"/>
                    </a:moveTo>
                    <a:cubicBezTo>
                      <a:pt x="6211" y="2"/>
                      <a:pt x="6207" y="2"/>
                      <a:pt x="6203" y="2"/>
                    </a:cubicBezTo>
                    <a:lnTo>
                      <a:pt x="6203" y="2"/>
                    </a:lnTo>
                    <a:cubicBezTo>
                      <a:pt x="6218" y="2"/>
                      <a:pt x="6234" y="2"/>
                      <a:pt x="6249" y="2"/>
                    </a:cubicBezTo>
                    <a:close/>
                    <a:moveTo>
                      <a:pt x="6203" y="2"/>
                    </a:moveTo>
                    <a:lnTo>
                      <a:pt x="6203" y="2"/>
                    </a:lnTo>
                    <a:cubicBezTo>
                      <a:pt x="3979" y="31"/>
                      <a:pt x="1754" y="462"/>
                      <a:pt x="1" y="1835"/>
                    </a:cubicBezTo>
                    <a:lnTo>
                      <a:pt x="644" y="2811"/>
                    </a:lnTo>
                    <a:cubicBezTo>
                      <a:pt x="2144" y="1549"/>
                      <a:pt x="4156" y="1204"/>
                      <a:pt x="6109" y="1168"/>
                    </a:cubicBezTo>
                    <a:cubicBezTo>
                      <a:pt x="5470" y="1074"/>
                      <a:pt x="5501" y="38"/>
                      <a:pt x="6203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2"/>
              <p:cNvSpPr/>
              <p:nvPr/>
            </p:nvSpPr>
            <p:spPr>
              <a:xfrm>
                <a:off x="807525" y="1292550"/>
                <a:ext cx="59250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68" extrusionOk="0">
                    <a:moveTo>
                      <a:pt x="751" y="1"/>
                    </a:moveTo>
                    <a:cubicBezTo>
                      <a:pt x="36" y="24"/>
                      <a:pt x="1" y="1072"/>
                      <a:pt x="644" y="1167"/>
                    </a:cubicBezTo>
                    <a:lnTo>
                      <a:pt x="1191" y="1167"/>
                    </a:lnTo>
                    <a:cubicBezTo>
                      <a:pt x="1281" y="1161"/>
                      <a:pt x="1370" y="1158"/>
                      <a:pt x="1459" y="1158"/>
                    </a:cubicBezTo>
                    <a:cubicBezTo>
                      <a:pt x="1548" y="1158"/>
                      <a:pt x="1638" y="1161"/>
                      <a:pt x="1727" y="1167"/>
                    </a:cubicBezTo>
                    <a:cubicBezTo>
                      <a:pt x="2370" y="1084"/>
                      <a:pt x="2334" y="24"/>
                      <a:pt x="1620" y="1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2"/>
              <p:cNvSpPr/>
              <p:nvPr/>
            </p:nvSpPr>
            <p:spPr>
              <a:xfrm>
                <a:off x="917950" y="1635750"/>
                <a:ext cx="3277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620" extrusionOk="0">
                    <a:moveTo>
                      <a:pt x="84" y="0"/>
                    </a:moveTo>
                    <a:cubicBezTo>
                      <a:pt x="96" y="453"/>
                      <a:pt x="60" y="893"/>
                      <a:pt x="1" y="1334"/>
                    </a:cubicBezTo>
                    <a:lnTo>
                      <a:pt x="1215" y="1620"/>
                    </a:lnTo>
                    <a:cubicBezTo>
                      <a:pt x="1287" y="1108"/>
                      <a:pt x="1311" y="560"/>
                      <a:pt x="1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2"/>
              <p:cNvSpPr/>
              <p:nvPr/>
            </p:nvSpPr>
            <p:spPr>
              <a:xfrm>
                <a:off x="723600" y="1635750"/>
                <a:ext cx="32450" cy="4020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1608" extrusionOk="0">
                    <a:moveTo>
                      <a:pt x="12" y="0"/>
                    </a:moveTo>
                    <a:cubicBezTo>
                      <a:pt x="0" y="560"/>
                      <a:pt x="36" y="1108"/>
                      <a:pt x="83" y="1608"/>
                    </a:cubicBezTo>
                    <a:lnTo>
                      <a:pt x="1298" y="1322"/>
                    </a:lnTo>
                    <a:cubicBezTo>
                      <a:pt x="1262" y="881"/>
                      <a:pt x="1250" y="441"/>
                      <a:pt x="1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2"/>
              <p:cNvSpPr/>
              <p:nvPr/>
            </p:nvSpPr>
            <p:spPr>
              <a:xfrm>
                <a:off x="904275" y="1554775"/>
                <a:ext cx="42575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28" extrusionOk="0">
                    <a:moveTo>
                      <a:pt x="1215" y="1"/>
                    </a:moveTo>
                    <a:lnTo>
                      <a:pt x="0" y="263"/>
                    </a:lnTo>
                    <a:cubicBezTo>
                      <a:pt x="60" y="382"/>
                      <a:pt x="119" y="501"/>
                      <a:pt x="167" y="620"/>
                    </a:cubicBezTo>
                    <a:cubicBezTo>
                      <a:pt x="298" y="953"/>
                      <a:pt x="393" y="1299"/>
                      <a:pt x="465" y="1656"/>
                    </a:cubicBezTo>
                    <a:lnTo>
                      <a:pt x="1703" y="1727"/>
                    </a:lnTo>
                    <a:cubicBezTo>
                      <a:pt x="1596" y="1120"/>
                      <a:pt x="1441" y="537"/>
                      <a:pt x="1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2"/>
              <p:cNvSpPr/>
              <p:nvPr/>
            </p:nvSpPr>
            <p:spPr>
              <a:xfrm>
                <a:off x="726575" y="1554500"/>
                <a:ext cx="41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27" extrusionOk="0">
                    <a:moveTo>
                      <a:pt x="405" y="0"/>
                    </a:moveTo>
                    <a:cubicBezTo>
                      <a:pt x="214" y="548"/>
                      <a:pt x="84" y="1131"/>
                      <a:pt x="0" y="1726"/>
                    </a:cubicBezTo>
                    <a:lnTo>
                      <a:pt x="1298" y="1667"/>
                    </a:lnTo>
                    <a:cubicBezTo>
                      <a:pt x="1310" y="1584"/>
                      <a:pt x="1322" y="1488"/>
                      <a:pt x="1346" y="1405"/>
                    </a:cubicBezTo>
                    <a:cubicBezTo>
                      <a:pt x="1417" y="1036"/>
                      <a:pt x="1524" y="655"/>
                      <a:pt x="1667" y="274"/>
                    </a:cubicBez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2"/>
              <p:cNvSpPr/>
              <p:nvPr/>
            </p:nvSpPr>
            <p:spPr>
              <a:xfrm>
                <a:off x="725675" y="1668775"/>
                <a:ext cx="34075" cy="371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484" extrusionOk="0">
                    <a:moveTo>
                      <a:pt x="1215" y="1"/>
                    </a:moveTo>
                    <a:lnTo>
                      <a:pt x="0" y="287"/>
                    </a:lnTo>
                    <a:cubicBezTo>
                      <a:pt x="24" y="561"/>
                      <a:pt x="48" y="823"/>
                      <a:pt x="84" y="1061"/>
                    </a:cubicBezTo>
                    <a:cubicBezTo>
                      <a:pt x="127" y="1355"/>
                      <a:pt x="346" y="1483"/>
                      <a:pt x="587" y="1483"/>
                    </a:cubicBezTo>
                    <a:cubicBezTo>
                      <a:pt x="950" y="1483"/>
                      <a:pt x="1363" y="1194"/>
                      <a:pt x="1298" y="751"/>
                    </a:cubicBezTo>
                    <a:cubicBezTo>
                      <a:pt x="1263" y="501"/>
                      <a:pt x="1239" y="251"/>
                      <a:pt x="1215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2"/>
              <p:cNvSpPr/>
              <p:nvPr/>
            </p:nvSpPr>
            <p:spPr>
              <a:xfrm>
                <a:off x="912350" y="1669075"/>
                <a:ext cx="3600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72" extrusionOk="0">
                    <a:moveTo>
                      <a:pt x="225" y="1"/>
                    </a:moveTo>
                    <a:cubicBezTo>
                      <a:pt x="189" y="251"/>
                      <a:pt x="142" y="501"/>
                      <a:pt x="94" y="739"/>
                    </a:cubicBezTo>
                    <a:cubicBezTo>
                      <a:pt x="1" y="1182"/>
                      <a:pt x="398" y="1471"/>
                      <a:pt x="765" y="1471"/>
                    </a:cubicBezTo>
                    <a:cubicBezTo>
                      <a:pt x="1010" y="1471"/>
                      <a:pt x="1242" y="1343"/>
                      <a:pt x="1308" y="1049"/>
                    </a:cubicBezTo>
                    <a:cubicBezTo>
                      <a:pt x="1356" y="811"/>
                      <a:pt x="1404" y="549"/>
                      <a:pt x="1439" y="287"/>
                    </a:cubicBezTo>
                    <a:lnTo>
                      <a:pt x="225" y="1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2"/>
              <p:cNvSpPr/>
              <p:nvPr/>
            </p:nvSpPr>
            <p:spPr>
              <a:xfrm>
                <a:off x="915875" y="1596150"/>
                <a:ext cx="34550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58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8" y="525"/>
                      <a:pt x="167" y="1061"/>
                      <a:pt x="167" y="1584"/>
                    </a:cubicBezTo>
                    <a:lnTo>
                      <a:pt x="1382" y="1584"/>
                    </a:lnTo>
                    <a:cubicBezTo>
                      <a:pt x="1370" y="1084"/>
                      <a:pt x="1322" y="572"/>
                      <a:pt x="1239" y="72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2"/>
              <p:cNvSpPr/>
              <p:nvPr/>
            </p:nvSpPr>
            <p:spPr>
              <a:xfrm>
                <a:off x="723900" y="1596150"/>
                <a:ext cx="3512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585" extrusionOk="0">
                    <a:moveTo>
                      <a:pt x="1405" y="1"/>
                    </a:moveTo>
                    <a:lnTo>
                      <a:pt x="107" y="72"/>
                    </a:lnTo>
                    <a:cubicBezTo>
                      <a:pt x="36" y="572"/>
                      <a:pt x="0" y="1084"/>
                      <a:pt x="0" y="1584"/>
                    </a:cubicBezTo>
                    <a:lnTo>
                      <a:pt x="1250" y="1584"/>
                    </a:lnTo>
                    <a:cubicBezTo>
                      <a:pt x="1262" y="1049"/>
                      <a:pt x="1322" y="525"/>
                      <a:pt x="140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2"/>
              <p:cNvSpPr/>
              <p:nvPr/>
            </p:nvSpPr>
            <p:spPr>
              <a:xfrm>
                <a:off x="736675" y="1484225"/>
                <a:ext cx="197975" cy="77425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3097" extrusionOk="0">
                    <a:moveTo>
                      <a:pt x="3934" y="0"/>
                    </a:moveTo>
                    <a:cubicBezTo>
                      <a:pt x="3730" y="0"/>
                      <a:pt x="3519" y="12"/>
                      <a:pt x="3299" y="37"/>
                    </a:cubicBezTo>
                    <a:cubicBezTo>
                      <a:pt x="1525" y="227"/>
                      <a:pt x="525" y="1370"/>
                      <a:pt x="1" y="2811"/>
                    </a:cubicBezTo>
                    <a:lnTo>
                      <a:pt x="1263" y="3097"/>
                    </a:lnTo>
                    <a:cubicBezTo>
                      <a:pt x="1608" y="2228"/>
                      <a:pt x="2180" y="1466"/>
                      <a:pt x="3204" y="1227"/>
                    </a:cubicBezTo>
                    <a:cubicBezTo>
                      <a:pt x="3434" y="1174"/>
                      <a:pt x="3658" y="1149"/>
                      <a:pt x="3875" y="1149"/>
                    </a:cubicBezTo>
                    <a:cubicBezTo>
                      <a:pt x="5157" y="1149"/>
                      <a:pt x="6175" y="2026"/>
                      <a:pt x="6704" y="3085"/>
                    </a:cubicBezTo>
                    <a:lnTo>
                      <a:pt x="7919" y="2823"/>
                    </a:lnTo>
                    <a:cubicBezTo>
                      <a:pt x="7247" y="1219"/>
                      <a:pt x="5993" y="0"/>
                      <a:pt x="3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2"/>
              <p:cNvSpPr/>
              <p:nvPr/>
            </p:nvSpPr>
            <p:spPr>
              <a:xfrm>
                <a:off x="703350" y="1279450"/>
                <a:ext cx="267625" cy="263450"/>
              </a:xfrm>
              <a:custGeom>
                <a:avLst/>
                <a:gdLst/>
                <a:ahLst/>
                <a:cxnLst/>
                <a:rect l="l" t="t" r="r" b="b"/>
                <a:pathLst>
                  <a:path w="10705" h="10538" extrusionOk="0">
                    <a:moveTo>
                      <a:pt x="0" y="1"/>
                    </a:moveTo>
                    <a:lnTo>
                      <a:pt x="0" y="10538"/>
                    </a:lnTo>
                    <a:lnTo>
                      <a:pt x="10704" y="10538"/>
                    </a:lnTo>
                    <a:lnTo>
                      <a:pt x="107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2"/>
              <p:cNvSpPr/>
              <p:nvPr/>
            </p:nvSpPr>
            <p:spPr>
              <a:xfrm>
                <a:off x="788775" y="1237775"/>
                <a:ext cx="9677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2561" extrusionOk="0">
                    <a:moveTo>
                      <a:pt x="1" y="1"/>
                    </a:moveTo>
                    <a:lnTo>
                      <a:pt x="1" y="2561"/>
                    </a:lnTo>
                    <a:lnTo>
                      <a:pt x="3870" y="2561"/>
                    </a:lnTo>
                    <a:lnTo>
                      <a:pt x="3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2"/>
              <p:cNvSpPr/>
              <p:nvPr/>
            </p:nvSpPr>
            <p:spPr>
              <a:xfrm>
                <a:off x="988500" y="1127350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1"/>
                    </a:moveTo>
                    <a:lnTo>
                      <a:pt x="1" y="644"/>
                    </a:lnTo>
                    <a:lnTo>
                      <a:pt x="3013" y="644"/>
                    </a:lnTo>
                    <a:lnTo>
                      <a:pt x="30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2"/>
              <p:cNvSpPr/>
              <p:nvPr/>
            </p:nvSpPr>
            <p:spPr>
              <a:xfrm>
                <a:off x="976900" y="1118725"/>
                <a:ext cx="23825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953" y="1334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2"/>
              <p:cNvSpPr/>
              <p:nvPr/>
            </p:nvSpPr>
            <p:spPr>
              <a:xfrm>
                <a:off x="9652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15" y="3191"/>
                      <a:pt x="465" y="3191"/>
                    </a:cubicBezTo>
                    <a:cubicBezTo>
                      <a:pt x="727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27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2"/>
              <p:cNvSpPr/>
              <p:nvPr/>
            </p:nvSpPr>
            <p:spPr>
              <a:xfrm>
                <a:off x="1035825" y="1108000"/>
                <a:ext cx="55700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1120" y="1"/>
                    </a:moveTo>
                    <a:cubicBezTo>
                      <a:pt x="501" y="1"/>
                      <a:pt x="1" y="501"/>
                      <a:pt x="1" y="1108"/>
                    </a:cubicBezTo>
                    <a:cubicBezTo>
                      <a:pt x="1" y="1727"/>
                      <a:pt x="501" y="2227"/>
                      <a:pt x="1120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1"/>
                      <a:pt x="1727" y="1"/>
                      <a:pt x="11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2"/>
              <p:cNvSpPr/>
              <p:nvPr/>
            </p:nvSpPr>
            <p:spPr>
              <a:xfrm>
                <a:off x="1063800" y="1108000"/>
                <a:ext cx="27725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2228" extrusionOk="0">
                    <a:moveTo>
                      <a:pt x="1" y="1"/>
                    </a:moveTo>
                    <a:lnTo>
                      <a:pt x="1" y="2227"/>
                    </a:lnTo>
                    <a:cubicBezTo>
                      <a:pt x="608" y="2227"/>
                      <a:pt x="1108" y="1727"/>
                      <a:pt x="1108" y="1108"/>
                    </a:cubicBezTo>
                    <a:cubicBezTo>
                      <a:pt x="1108" y="489"/>
                      <a:pt x="608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2"/>
              <p:cNvSpPr/>
              <p:nvPr/>
            </p:nvSpPr>
            <p:spPr>
              <a:xfrm>
                <a:off x="611075" y="1128850"/>
                <a:ext cx="75325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55" extrusionOk="0">
                    <a:moveTo>
                      <a:pt x="1" y="0"/>
                    </a:moveTo>
                    <a:lnTo>
                      <a:pt x="1" y="655"/>
                    </a:lnTo>
                    <a:lnTo>
                      <a:pt x="3013" y="655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2"/>
              <p:cNvSpPr/>
              <p:nvPr/>
            </p:nvSpPr>
            <p:spPr>
              <a:xfrm>
                <a:off x="674175" y="1120200"/>
                <a:ext cx="2385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347" extrusionOk="0">
                    <a:moveTo>
                      <a:pt x="1" y="1"/>
                    </a:moveTo>
                    <a:lnTo>
                      <a:pt x="1" y="1346"/>
                    </a:lnTo>
                    <a:lnTo>
                      <a:pt x="953" y="1346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2"/>
              <p:cNvSpPr/>
              <p:nvPr/>
            </p:nvSpPr>
            <p:spPr>
              <a:xfrm>
                <a:off x="6863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03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03" y="3191"/>
                      <a:pt x="465" y="3191"/>
                    </a:cubicBezTo>
                    <a:cubicBezTo>
                      <a:pt x="715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2"/>
              <p:cNvSpPr/>
              <p:nvPr/>
            </p:nvSpPr>
            <p:spPr>
              <a:xfrm>
                <a:off x="583400" y="1108900"/>
                <a:ext cx="55675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0"/>
                      <a:pt x="1727" y="0"/>
                      <a:pt x="1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2"/>
              <p:cNvSpPr/>
              <p:nvPr/>
            </p:nvSpPr>
            <p:spPr>
              <a:xfrm>
                <a:off x="583400" y="1108900"/>
                <a:ext cx="280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2"/>
              <p:cNvSpPr/>
              <p:nvPr/>
            </p:nvSpPr>
            <p:spPr>
              <a:xfrm>
                <a:off x="697400" y="1021375"/>
                <a:ext cx="279525" cy="236975"/>
              </a:xfrm>
              <a:custGeom>
                <a:avLst/>
                <a:gdLst/>
                <a:ahLst/>
                <a:cxnLst/>
                <a:rect l="l" t="t" r="r" b="b"/>
                <a:pathLst>
                  <a:path w="11181" h="9479" extrusionOk="0">
                    <a:moveTo>
                      <a:pt x="1084" y="1"/>
                    </a:moveTo>
                    <a:cubicBezTo>
                      <a:pt x="489" y="1"/>
                      <a:pt x="0" y="477"/>
                      <a:pt x="0" y="1084"/>
                    </a:cubicBezTo>
                    <a:lnTo>
                      <a:pt x="0" y="8395"/>
                    </a:lnTo>
                    <a:cubicBezTo>
                      <a:pt x="0" y="8990"/>
                      <a:pt x="489" y="9478"/>
                      <a:pt x="1084" y="9478"/>
                    </a:cubicBezTo>
                    <a:lnTo>
                      <a:pt x="10097" y="9478"/>
                    </a:lnTo>
                    <a:cubicBezTo>
                      <a:pt x="10692" y="9478"/>
                      <a:pt x="11180" y="8990"/>
                      <a:pt x="11180" y="8395"/>
                    </a:cubicBezTo>
                    <a:lnTo>
                      <a:pt x="11180" y="1084"/>
                    </a:lnTo>
                    <a:cubicBezTo>
                      <a:pt x="11180" y="477"/>
                      <a:pt x="10692" y="1"/>
                      <a:pt x="100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>
                <a:off x="723000" y="1160975"/>
                <a:ext cx="228325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2883" extrusionOk="0">
                    <a:moveTo>
                      <a:pt x="1381" y="1"/>
                    </a:moveTo>
                    <a:cubicBezTo>
                      <a:pt x="619" y="1"/>
                      <a:pt x="0" y="644"/>
                      <a:pt x="0" y="1442"/>
                    </a:cubicBezTo>
                    <a:cubicBezTo>
                      <a:pt x="0" y="2227"/>
                      <a:pt x="619" y="2882"/>
                      <a:pt x="1381" y="2882"/>
                    </a:cubicBezTo>
                    <a:lnTo>
                      <a:pt x="7739" y="2882"/>
                    </a:lnTo>
                    <a:cubicBezTo>
                      <a:pt x="8513" y="2882"/>
                      <a:pt x="9132" y="2227"/>
                      <a:pt x="9132" y="1442"/>
                    </a:cubicBezTo>
                    <a:cubicBezTo>
                      <a:pt x="9132" y="644"/>
                      <a:pt x="8513" y="1"/>
                      <a:pt x="77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2"/>
              <p:cNvSpPr/>
              <p:nvPr/>
            </p:nvSpPr>
            <p:spPr>
              <a:xfrm>
                <a:off x="7506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9" y="1"/>
                    </a:moveTo>
                    <a:cubicBezTo>
                      <a:pt x="230" y="1"/>
                      <a:pt x="1" y="339"/>
                      <a:pt x="240" y="577"/>
                    </a:cubicBezTo>
                    <a:cubicBezTo>
                      <a:pt x="787" y="1125"/>
                      <a:pt x="1335" y="1697"/>
                      <a:pt x="1895" y="2232"/>
                    </a:cubicBezTo>
                    <a:cubicBezTo>
                      <a:pt x="1966" y="2299"/>
                      <a:pt x="2046" y="2327"/>
                      <a:pt x="2122" y="2327"/>
                    </a:cubicBezTo>
                    <a:cubicBezTo>
                      <a:pt x="2389" y="2327"/>
                      <a:pt x="2621" y="1987"/>
                      <a:pt x="2371" y="1756"/>
                    </a:cubicBezTo>
                    <a:cubicBezTo>
                      <a:pt x="1811" y="1220"/>
                      <a:pt x="1264" y="649"/>
                      <a:pt x="716" y="101"/>
                    </a:cubicBezTo>
                    <a:cubicBezTo>
                      <a:pt x="645" y="30"/>
                      <a:pt x="566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2"/>
              <p:cNvSpPr/>
              <p:nvPr/>
            </p:nvSpPr>
            <p:spPr>
              <a:xfrm>
                <a:off x="750375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2133" y="1"/>
                    </a:moveTo>
                    <a:cubicBezTo>
                      <a:pt x="2056" y="1"/>
                      <a:pt x="1976" y="30"/>
                      <a:pt x="1906" y="101"/>
                    </a:cubicBezTo>
                    <a:cubicBezTo>
                      <a:pt x="1358" y="649"/>
                      <a:pt x="810" y="1220"/>
                      <a:pt x="251" y="1756"/>
                    </a:cubicBezTo>
                    <a:cubicBezTo>
                      <a:pt x="1" y="1987"/>
                      <a:pt x="240" y="2327"/>
                      <a:pt x="504" y="2327"/>
                    </a:cubicBezTo>
                    <a:cubicBezTo>
                      <a:pt x="580" y="2327"/>
                      <a:pt x="658" y="2299"/>
                      <a:pt x="727" y="2232"/>
                    </a:cubicBezTo>
                    <a:cubicBezTo>
                      <a:pt x="1287" y="1697"/>
                      <a:pt x="1834" y="1125"/>
                      <a:pt x="2382" y="577"/>
                    </a:cubicBezTo>
                    <a:cubicBezTo>
                      <a:pt x="2621" y="339"/>
                      <a:pt x="2392" y="1"/>
                      <a:pt x="2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2"/>
              <p:cNvSpPr/>
              <p:nvPr/>
            </p:nvSpPr>
            <p:spPr>
              <a:xfrm>
                <a:off x="8545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8" y="1"/>
                    </a:moveTo>
                    <a:cubicBezTo>
                      <a:pt x="229" y="1"/>
                      <a:pt x="0" y="339"/>
                      <a:pt x="239" y="577"/>
                    </a:cubicBezTo>
                    <a:cubicBezTo>
                      <a:pt x="787" y="1125"/>
                      <a:pt x="1334" y="1697"/>
                      <a:pt x="1894" y="2232"/>
                    </a:cubicBezTo>
                    <a:cubicBezTo>
                      <a:pt x="1963" y="2299"/>
                      <a:pt x="2041" y="2327"/>
                      <a:pt x="2117" y="2327"/>
                    </a:cubicBezTo>
                    <a:cubicBezTo>
                      <a:pt x="2381" y="2327"/>
                      <a:pt x="2620" y="1987"/>
                      <a:pt x="2370" y="1756"/>
                    </a:cubicBezTo>
                    <a:cubicBezTo>
                      <a:pt x="1811" y="1220"/>
                      <a:pt x="1263" y="649"/>
                      <a:pt x="715" y="101"/>
                    </a:cubicBezTo>
                    <a:cubicBezTo>
                      <a:pt x="644" y="30"/>
                      <a:pt x="565" y="1"/>
                      <a:pt x="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2"/>
              <p:cNvSpPr/>
              <p:nvPr/>
            </p:nvSpPr>
            <p:spPr>
              <a:xfrm>
                <a:off x="854275" y="1078700"/>
                <a:ext cx="65500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327" extrusionOk="0">
                    <a:moveTo>
                      <a:pt x="2132" y="1"/>
                    </a:moveTo>
                    <a:cubicBezTo>
                      <a:pt x="2055" y="1"/>
                      <a:pt x="1976" y="30"/>
                      <a:pt x="1905" y="101"/>
                    </a:cubicBezTo>
                    <a:cubicBezTo>
                      <a:pt x="1357" y="649"/>
                      <a:pt x="810" y="1220"/>
                      <a:pt x="250" y="1756"/>
                    </a:cubicBezTo>
                    <a:cubicBezTo>
                      <a:pt x="0" y="1987"/>
                      <a:pt x="239" y="2327"/>
                      <a:pt x="504" y="2327"/>
                    </a:cubicBezTo>
                    <a:cubicBezTo>
                      <a:pt x="579" y="2327"/>
                      <a:pt x="657" y="2299"/>
                      <a:pt x="726" y="2232"/>
                    </a:cubicBezTo>
                    <a:cubicBezTo>
                      <a:pt x="1286" y="1697"/>
                      <a:pt x="1834" y="1125"/>
                      <a:pt x="2381" y="577"/>
                    </a:cubicBezTo>
                    <a:cubicBezTo>
                      <a:pt x="2620" y="339"/>
                      <a:pt x="2391" y="1"/>
                      <a:pt x="2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2"/>
              <p:cNvSpPr/>
              <p:nvPr/>
            </p:nvSpPr>
            <p:spPr>
              <a:xfrm>
                <a:off x="734900" y="1170500"/>
                <a:ext cx="28000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121" extrusionOk="0">
                    <a:moveTo>
                      <a:pt x="1060" y="1"/>
                    </a:moveTo>
                    <a:cubicBezTo>
                      <a:pt x="477" y="1"/>
                      <a:pt x="1" y="477"/>
                      <a:pt x="1" y="1061"/>
                    </a:cubicBezTo>
                    <a:cubicBezTo>
                      <a:pt x="1" y="1644"/>
                      <a:pt x="477" y="2120"/>
                      <a:pt x="1060" y="2120"/>
                    </a:cubicBezTo>
                    <a:lnTo>
                      <a:pt x="1120" y="2120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2"/>
              <p:cNvSpPr/>
              <p:nvPr/>
            </p:nvSpPr>
            <p:spPr>
              <a:xfrm>
                <a:off x="762875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2"/>
              <p:cNvSpPr/>
              <p:nvPr/>
            </p:nvSpPr>
            <p:spPr>
              <a:xfrm>
                <a:off x="8001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88" y="2120"/>
                    </a:lnTo>
                    <a:lnTo>
                      <a:pt x="148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2"/>
              <p:cNvSpPr/>
              <p:nvPr/>
            </p:nvSpPr>
            <p:spPr>
              <a:xfrm>
                <a:off x="8742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2"/>
              <p:cNvSpPr/>
              <p:nvPr/>
            </p:nvSpPr>
            <p:spPr>
              <a:xfrm>
                <a:off x="911400" y="1170500"/>
                <a:ext cx="280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60" y="2120"/>
                    </a:lnTo>
                    <a:cubicBezTo>
                      <a:pt x="644" y="2120"/>
                      <a:pt x="1120" y="1644"/>
                      <a:pt x="1120" y="1061"/>
                    </a:cubicBezTo>
                    <a:cubicBezTo>
                      <a:pt x="1120" y="465"/>
                      <a:pt x="644" y="1"/>
                      <a:pt x="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>
                <a:off x="837300" y="1170500"/>
                <a:ext cx="369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77" y="2120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2"/>
              <p:cNvSpPr/>
              <p:nvPr/>
            </p:nvSpPr>
            <p:spPr>
              <a:xfrm>
                <a:off x="667025" y="1279450"/>
                <a:ext cx="33995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1692" extrusionOk="0">
                    <a:moveTo>
                      <a:pt x="1" y="1"/>
                    </a:moveTo>
                    <a:lnTo>
                      <a:pt x="1" y="1691"/>
                    </a:lnTo>
                    <a:lnTo>
                      <a:pt x="13598" y="169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2"/>
              <p:cNvSpPr/>
              <p:nvPr/>
            </p:nvSpPr>
            <p:spPr>
              <a:xfrm>
                <a:off x="667025" y="1301775"/>
                <a:ext cx="33995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751" extrusionOk="0">
                    <a:moveTo>
                      <a:pt x="1" y="1"/>
                    </a:moveTo>
                    <a:lnTo>
                      <a:pt x="1" y="751"/>
                    </a:lnTo>
                    <a:lnTo>
                      <a:pt x="13598" y="75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2"/>
              <p:cNvSpPr/>
              <p:nvPr/>
            </p:nvSpPr>
            <p:spPr>
              <a:xfrm>
                <a:off x="738175" y="1405350"/>
                <a:ext cx="197975" cy="112850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4514" extrusionOk="0">
                    <a:moveTo>
                      <a:pt x="1477" y="1"/>
                    </a:moveTo>
                    <a:cubicBezTo>
                      <a:pt x="667" y="1"/>
                      <a:pt x="1" y="668"/>
                      <a:pt x="1" y="1477"/>
                    </a:cubicBezTo>
                    <a:lnTo>
                      <a:pt x="1" y="3037"/>
                    </a:lnTo>
                    <a:cubicBezTo>
                      <a:pt x="1" y="3847"/>
                      <a:pt x="667" y="4513"/>
                      <a:pt x="1477" y="4513"/>
                    </a:cubicBezTo>
                    <a:lnTo>
                      <a:pt x="6442" y="4513"/>
                    </a:lnTo>
                    <a:cubicBezTo>
                      <a:pt x="7251" y="4513"/>
                      <a:pt x="7918" y="3847"/>
                      <a:pt x="7918" y="3037"/>
                    </a:cubicBezTo>
                    <a:lnTo>
                      <a:pt x="7918" y="1477"/>
                    </a:lnTo>
                    <a:cubicBezTo>
                      <a:pt x="7918" y="668"/>
                      <a:pt x="7251" y="1"/>
                      <a:pt x="64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2"/>
              <p:cNvSpPr/>
              <p:nvPr/>
            </p:nvSpPr>
            <p:spPr>
              <a:xfrm>
                <a:off x="738175" y="1348200"/>
                <a:ext cx="372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78" extrusionOk="0">
                    <a:moveTo>
                      <a:pt x="739" y="1"/>
                    </a:moveTo>
                    <a:cubicBezTo>
                      <a:pt x="334" y="1"/>
                      <a:pt x="1" y="334"/>
                      <a:pt x="1" y="739"/>
                    </a:cubicBezTo>
                    <a:cubicBezTo>
                      <a:pt x="1" y="1144"/>
                      <a:pt x="334" y="1477"/>
                      <a:pt x="739" y="1477"/>
                    </a:cubicBezTo>
                    <a:cubicBezTo>
                      <a:pt x="1155" y="1477"/>
                      <a:pt x="1489" y="1144"/>
                      <a:pt x="1489" y="739"/>
                    </a:cubicBezTo>
                    <a:cubicBezTo>
                      <a:pt x="1489" y="334"/>
                      <a:pt x="1155" y="1"/>
                      <a:pt x="7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2"/>
              <p:cNvSpPr/>
              <p:nvPr/>
            </p:nvSpPr>
            <p:spPr>
              <a:xfrm>
                <a:off x="808425" y="1348200"/>
                <a:ext cx="1277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5109" h="1478" extrusionOk="0">
                    <a:moveTo>
                      <a:pt x="0" y="1"/>
                    </a:moveTo>
                    <a:lnTo>
                      <a:pt x="0" y="1477"/>
                    </a:lnTo>
                    <a:lnTo>
                      <a:pt x="5108" y="1477"/>
                    </a:lnTo>
                    <a:lnTo>
                      <a:pt x="510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>
                <a:off x="907250" y="1665800"/>
                <a:ext cx="482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2204" extrusionOk="0">
                    <a:moveTo>
                      <a:pt x="965" y="1"/>
                    </a:moveTo>
                    <a:cubicBezTo>
                      <a:pt x="429" y="1"/>
                      <a:pt x="0" y="441"/>
                      <a:pt x="0" y="977"/>
                    </a:cubicBezTo>
                    <a:lnTo>
                      <a:pt x="0" y="1239"/>
                    </a:lnTo>
                    <a:cubicBezTo>
                      <a:pt x="0" y="1775"/>
                      <a:pt x="429" y="2204"/>
                      <a:pt x="965" y="2204"/>
                    </a:cubicBezTo>
                    <a:cubicBezTo>
                      <a:pt x="1500" y="2204"/>
                      <a:pt x="1929" y="1775"/>
                      <a:pt x="1929" y="1239"/>
                    </a:cubicBezTo>
                    <a:lnTo>
                      <a:pt x="1929" y="977"/>
                    </a:lnTo>
                    <a:cubicBezTo>
                      <a:pt x="1929" y="441"/>
                      <a:pt x="1500" y="1"/>
                      <a:pt x="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2"/>
              <p:cNvSpPr/>
              <p:nvPr/>
            </p:nvSpPr>
            <p:spPr>
              <a:xfrm>
                <a:off x="717625" y="1665800"/>
                <a:ext cx="485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2204" extrusionOk="0">
                    <a:moveTo>
                      <a:pt x="977" y="1"/>
                    </a:moveTo>
                    <a:cubicBezTo>
                      <a:pt x="442" y="1"/>
                      <a:pt x="1" y="441"/>
                      <a:pt x="1" y="977"/>
                    </a:cubicBezTo>
                    <a:lnTo>
                      <a:pt x="1" y="1239"/>
                    </a:lnTo>
                    <a:cubicBezTo>
                      <a:pt x="1" y="1775"/>
                      <a:pt x="442" y="2204"/>
                      <a:pt x="977" y="2204"/>
                    </a:cubicBezTo>
                    <a:cubicBezTo>
                      <a:pt x="1513" y="2204"/>
                      <a:pt x="1942" y="1775"/>
                      <a:pt x="1942" y="1239"/>
                    </a:cubicBezTo>
                    <a:lnTo>
                      <a:pt x="1942" y="977"/>
                    </a:lnTo>
                    <a:cubicBezTo>
                      <a:pt x="1942" y="441"/>
                      <a:pt x="1513" y="1"/>
                      <a:pt x="9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2"/>
              <p:cNvSpPr/>
              <p:nvPr/>
            </p:nvSpPr>
            <p:spPr>
              <a:xfrm>
                <a:off x="659600" y="1695575"/>
                <a:ext cx="11610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1430" extrusionOk="0">
                    <a:moveTo>
                      <a:pt x="0" y="1"/>
                    </a:moveTo>
                    <a:lnTo>
                      <a:pt x="0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2"/>
              <p:cNvSpPr/>
              <p:nvPr/>
            </p:nvSpPr>
            <p:spPr>
              <a:xfrm>
                <a:off x="898600" y="1695575"/>
                <a:ext cx="116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1430" extrusionOk="0">
                    <a:moveTo>
                      <a:pt x="1" y="1"/>
                    </a:moveTo>
                    <a:lnTo>
                      <a:pt x="1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2"/>
              <p:cNvSpPr/>
              <p:nvPr/>
            </p:nvSpPr>
            <p:spPr>
              <a:xfrm>
                <a:off x="556300" y="1549725"/>
                <a:ext cx="1098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3716" extrusionOk="0">
                    <a:moveTo>
                      <a:pt x="2192" y="1"/>
                    </a:moveTo>
                    <a:cubicBezTo>
                      <a:pt x="989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27" y="1632"/>
                      <a:pt x="3227" y="2191"/>
                    </a:cubicBezTo>
                    <a:lnTo>
                      <a:pt x="3227" y="3715"/>
                    </a:lnTo>
                    <a:lnTo>
                      <a:pt x="4394" y="3715"/>
                    </a:lnTo>
                    <a:lnTo>
                      <a:pt x="4394" y="2191"/>
                    </a:lnTo>
                    <a:cubicBezTo>
                      <a:pt x="4394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2"/>
              <p:cNvSpPr/>
              <p:nvPr/>
            </p:nvSpPr>
            <p:spPr>
              <a:xfrm>
                <a:off x="1006950" y="1549725"/>
                <a:ext cx="1095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3716" extrusionOk="0">
                    <a:moveTo>
                      <a:pt x="2192" y="1"/>
                    </a:moveTo>
                    <a:cubicBezTo>
                      <a:pt x="977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16" y="1632"/>
                      <a:pt x="3216" y="2191"/>
                    </a:cubicBezTo>
                    <a:lnTo>
                      <a:pt x="3216" y="3715"/>
                    </a:lnTo>
                    <a:lnTo>
                      <a:pt x="4382" y="3715"/>
                    </a:lnTo>
                    <a:lnTo>
                      <a:pt x="4382" y="2191"/>
                    </a:lnTo>
                    <a:cubicBezTo>
                      <a:pt x="4382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5" name="Google Shape;615;p32"/>
          <p:cNvGrpSpPr/>
          <p:nvPr/>
        </p:nvGrpSpPr>
        <p:grpSpPr>
          <a:xfrm>
            <a:off x="7863648" y="1419690"/>
            <a:ext cx="1827052" cy="2304120"/>
            <a:chOff x="8922625" y="3320713"/>
            <a:chExt cx="512900" cy="646825"/>
          </a:xfrm>
        </p:grpSpPr>
        <p:sp>
          <p:nvSpPr>
            <p:cNvPr id="616" name="Google Shape;616;p32"/>
            <p:cNvSpPr/>
            <p:nvPr/>
          </p:nvSpPr>
          <p:spPr>
            <a:xfrm>
              <a:off x="8922625" y="3320713"/>
              <a:ext cx="512900" cy="646825"/>
            </a:xfrm>
            <a:custGeom>
              <a:avLst/>
              <a:gdLst/>
              <a:ahLst/>
              <a:cxnLst/>
              <a:rect l="l" t="t" r="r" b="b"/>
              <a:pathLst>
                <a:path w="20516" h="25873" extrusionOk="0">
                  <a:moveTo>
                    <a:pt x="10264" y="1"/>
                  </a:moveTo>
                  <a:cubicBezTo>
                    <a:pt x="7811" y="1"/>
                    <a:pt x="5823" y="1989"/>
                    <a:pt x="5823" y="4442"/>
                  </a:cubicBezTo>
                  <a:lnTo>
                    <a:pt x="5823" y="4942"/>
                  </a:lnTo>
                  <a:cubicBezTo>
                    <a:pt x="5097" y="4942"/>
                    <a:pt x="4513" y="5525"/>
                    <a:pt x="4513" y="6240"/>
                  </a:cubicBezTo>
                  <a:cubicBezTo>
                    <a:pt x="4513" y="6966"/>
                    <a:pt x="5097" y="7549"/>
                    <a:pt x="5823" y="7549"/>
                  </a:cubicBezTo>
                  <a:lnTo>
                    <a:pt x="5823" y="9133"/>
                  </a:lnTo>
                  <a:lnTo>
                    <a:pt x="5073" y="9133"/>
                  </a:lnTo>
                  <a:cubicBezTo>
                    <a:pt x="4704" y="9133"/>
                    <a:pt x="4406" y="9430"/>
                    <a:pt x="4406" y="9800"/>
                  </a:cubicBezTo>
                  <a:cubicBezTo>
                    <a:pt x="4406" y="10169"/>
                    <a:pt x="4704" y="10478"/>
                    <a:pt x="5073" y="10478"/>
                  </a:cubicBezTo>
                  <a:lnTo>
                    <a:pt x="6406" y="10478"/>
                  </a:lnTo>
                  <a:lnTo>
                    <a:pt x="6311" y="11121"/>
                  </a:lnTo>
                  <a:cubicBezTo>
                    <a:pt x="6240" y="11109"/>
                    <a:pt x="6156" y="11109"/>
                    <a:pt x="6085" y="11109"/>
                  </a:cubicBezTo>
                  <a:cubicBezTo>
                    <a:pt x="5418" y="11109"/>
                    <a:pt x="4859" y="11490"/>
                    <a:pt x="4609" y="12050"/>
                  </a:cubicBezTo>
                  <a:lnTo>
                    <a:pt x="3537" y="12050"/>
                  </a:lnTo>
                  <a:lnTo>
                    <a:pt x="1311" y="14479"/>
                  </a:lnTo>
                  <a:lnTo>
                    <a:pt x="1311" y="17455"/>
                  </a:lnTo>
                  <a:lnTo>
                    <a:pt x="1156" y="17455"/>
                  </a:lnTo>
                  <a:cubicBezTo>
                    <a:pt x="941" y="17455"/>
                    <a:pt x="775" y="17622"/>
                    <a:pt x="775" y="17836"/>
                  </a:cubicBezTo>
                  <a:cubicBezTo>
                    <a:pt x="775" y="18039"/>
                    <a:pt x="953" y="18217"/>
                    <a:pt x="1156" y="18217"/>
                  </a:cubicBezTo>
                  <a:lnTo>
                    <a:pt x="1346" y="18217"/>
                  </a:lnTo>
                  <a:cubicBezTo>
                    <a:pt x="1382" y="18420"/>
                    <a:pt x="1501" y="18598"/>
                    <a:pt x="1680" y="18705"/>
                  </a:cubicBezTo>
                  <a:cubicBezTo>
                    <a:pt x="727" y="18884"/>
                    <a:pt x="1" y="19717"/>
                    <a:pt x="1" y="20718"/>
                  </a:cubicBezTo>
                  <a:lnTo>
                    <a:pt x="1144" y="20718"/>
                  </a:lnTo>
                  <a:cubicBezTo>
                    <a:pt x="1144" y="20217"/>
                    <a:pt x="1549" y="19813"/>
                    <a:pt x="2049" y="19813"/>
                  </a:cubicBezTo>
                  <a:cubicBezTo>
                    <a:pt x="2549" y="19813"/>
                    <a:pt x="2966" y="20217"/>
                    <a:pt x="2966" y="20718"/>
                  </a:cubicBezTo>
                  <a:lnTo>
                    <a:pt x="4097" y="20718"/>
                  </a:lnTo>
                  <a:cubicBezTo>
                    <a:pt x="4097" y="19717"/>
                    <a:pt x="3370" y="18884"/>
                    <a:pt x="2418" y="18705"/>
                  </a:cubicBezTo>
                  <a:cubicBezTo>
                    <a:pt x="2596" y="18598"/>
                    <a:pt x="2727" y="18420"/>
                    <a:pt x="2751" y="18217"/>
                  </a:cubicBezTo>
                  <a:lnTo>
                    <a:pt x="2942" y="18217"/>
                  </a:lnTo>
                  <a:cubicBezTo>
                    <a:pt x="3156" y="18217"/>
                    <a:pt x="3323" y="18039"/>
                    <a:pt x="3323" y="17836"/>
                  </a:cubicBezTo>
                  <a:cubicBezTo>
                    <a:pt x="3323" y="17622"/>
                    <a:pt x="3156" y="17455"/>
                    <a:pt x="2942" y="17455"/>
                  </a:cubicBezTo>
                  <a:lnTo>
                    <a:pt x="2727" y="17455"/>
                  </a:lnTo>
                  <a:lnTo>
                    <a:pt x="2727" y="15026"/>
                  </a:lnTo>
                  <a:lnTo>
                    <a:pt x="4156" y="13467"/>
                  </a:lnTo>
                  <a:lnTo>
                    <a:pt x="4632" y="13467"/>
                  </a:lnTo>
                  <a:cubicBezTo>
                    <a:pt x="4871" y="13919"/>
                    <a:pt x="5299" y="14252"/>
                    <a:pt x="5823" y="14336"/>
                  </a:cubicBezTo>
                  <a:lnTo>
                    <a:pt x="5061" y="19313"/>
                  </a:lnTo>
                  <a:lnTo>
                    <a:pt x="6442" y="19313"/>
                  </a:lnTo>
                  <a:lnTo>
                    <a:pt x="6442" y="20908"/>
                  </a:lnTo>
                  <a:cubicBezTo>
                    <a:pt x="6252" y="21063"/>
                    <a:pt x="6121" y="21301"/>
                    <a:pt x="6121" y="21563"/>
                  </a:cubicBezTo>
                  <a:lnTo>
                    <a:pt x="6121" y="21622"/>
                  </a:lnTo>
                  <a:lnTo>
                    <a:pt x="5359" y="21622"/>
                  </a:lnTo>
                  <a:lnTo>
                    <a:pt x="4359" y="23277"/>
                  </a:lnTo>
                  <a:lnTo>
                    <a:pt x="4359" y="25111"/>
                  </a:lnTo>
                  <a:lnTo>
                    <a:pt x="4359" y="25873"/>
                  </a:lnTo>
                  <a:lnTo>
                    <a:pt x="9562" y="25873"/>
                  </a:lnTo>
                  <a:lnTo>
                    <a:pt x="9562" y="25111"/>
                  </a:lnTo>
                  <a:lnTo>
                    <a:pt x="9562" y="23277"/>
                  </a:lnTo>
                  <a:lnTo>
                    <a:pt x="8573" y="21622"/>
                  </a:lnTo>
                  <a:lnTo>
                    <a:pt x="7799" y="21622"/>
                  </a:lnTo>
                  <a:lnTo>
                    <a:pt x="7799" y="21563"/>
                  </a:lnTo>
                  <a:cubicBezTo>
                    <a:pt x="7799" y="21301"/>
                    <a:pt x="7680" y="21063"/>
                    <a:pt x="7478" y="20908"/>
                  </a:cubicBezTo>
                  <a:lnTo>
                    <a:pt x="7478" y="19313"/>
                  </a:lnTo>
                  <a:lnTo>
                    <a:pt x="13026" y="19313"/>
                  </a:lnTo>
                  <a:lnTo>
                    <a:pt x="13026" y="20908"/>
                  </a:lnTo>
                  <a:cubicBezTo>
                    <a:pt x="12836" y="21063"/>
                    <a:pt x="12705" y="21301"/>
                    <a:pt x="12705" y="21563"/>
                  </a:cubicBezTo>
                  <a:lnTo>
                    <a:pt x="12705" y="21622"/>
                  </a:lnTo>
                  <a:lnTo>
                    <a:pt x="11943" y="21622"/>
                  </a:lnTo>
                  <a:lnTo>
                    <a:pt x="10955" y="23277"/>
                  </a:lnTo>
                  <a:lnTo>
                    <a:pt x="10955" y="25111"/>
                  </a:lnTo>
                  <a:lnTo>
                    <a:pt x="10955" y="25873"/>
                  </a:lnTo>
                  <a:lnTo>
                    <a:pt x="16158" y="25873"/>
                  </a:lnTo>
                  <a:lnTo>
                    <a:pt x="16158" y="25111"/>
                  </a:lnTo>
                  <a:lnTo>
                    <a:pt x="16158" y="23277"/>
                  </a:lnTo>
                  <a:lnTo>
                    <a:pt x="15158" y="21622"/>
                  </a:lnTo>
                  <a:lnTo>
                    <a:pt x="14396" y="21622"/>
                  </a:lnTo>
                  <a:lnTo>
                    <a:pt x="14396" y="21563"/>
                  </a:lnTo>
                  <a:cubicBezTo>
                    <a:pt x="14396" y="21301"/>
                    <a:pt x="14265" y="21063"/>
                    <a:pt x="14074" y="20908"/>
                  </a:cubicBezTo>
                  <a:lnTo>
                    <a:pt x="14074" y="19313"/>
                  </a:lnTo>
                  <a:lnTo>
                    <a:pt x="15455" y="19313"/>
                  </a:lnTo>
                  <a:lnTo>
                    <a:pt x="15169" y="17491"/>
                  </a:lnTo>
                  <a:lnTo>
                    <a:pt x="14693" y="14336"/>
                  </a:lnTo>
                  <a:cubicBezTo>
                    <a:pt x="15217" y="14252"/>
                    <a:pt x="15646" y="13919"/>
                    <a:pt x="15884" y="13467"/>
                  </a:cubicBezTo>
                  <a:lnTo>
                    <a:pt x="16360" y="13467"/>
                  </a:lnTo>
                  <a:lnTo>
                    <a:pt x="17789" y="15026"/>
                  </a:lnTo>
                  <a:lnTo>
                    <a:pt x="17789" y="17455"/>
                  </a:lnTo>
                  <a:lnTo>
                    <a:pt x="17574" y="17455"/>
                  </a:lnTo>
                  <a:cubicBezTo>
                    <a:pt x="17360" y="17455"/>
                    <a:pt x="17193" y="17622"/>
                    <a:pt x="17193" y="17836"/>
                  </a:cubicBezTo>
                  <a:cubicBezTo>
                    <a:pt x="17193" y="18039"/>
                    <a:pt x="17360" y="18217"/>
                    <a:pt x="17574" y="18217"/>
                  </a:cubicBezTo>
                  <a:lnTo>
                    <a:pt x="17753" y="18217"/>
                  </a:lnTo>
                  <a:cubicBezTo>
                    <a:pt x="17789" y="18420"/>
                    <a:pt x="17920" y="18598"/>
                    <a:pt x="18098" y="18705"/>
                  </a:cubicBezTo>
                  <a:cubicBezTo>
                    <a:pt x="17146" y="18884"/>
                    <a:pt x="16420" y="19717"/>
                    <a:pt x="16420" y="20718"/>
                  </a:cubicBezTo>
                  <a:lnTo>
                    <a:pt x="17551" y="20718"/>
                  </a:lnTo>
                  <a:cubicBezTo>
                    <a:pt x="17551" y="20217"/>
                    <a:pt x="17967" y="19813"/>
                    <a:pt x="18467" y="19813"/>
                  </a:cubicBezTo>
                  <a:cubicBezTo>
                    <a:pt x="18968" y="19813"/>
                    <a:pt x="19372" y="20217"/>
                    <a:pt x="19372" y="20718"/>
                  </a:cubicBezTo>
                  <a:lnTo>
                    <a:pt x="20515" y="20718"/>
                  </a:lnTo>
                  <a:cubicBezTo>
                    <a:pt x="20515" y="19717"/>
                    <a:pt x="19789" y="18884"/>
                    <a:pt x="18837" y="18705"/>
                  </a:cubicBezTo>
                  <a:cubicBezTo>
                    <a:pt x="19015" y="18598"/>
                    <a:pt x="19134" y="18420"/>
                    <a:pt x="19170" y="18217"/>
                  </a:cubicBezTo>
                  <a:lnTo>
                    <a:pt x="19360" y="18217"/>
                  </a:lnTo>
                  <a:cubicBezTo>
                    <a:pt x="19563" y="18217"/>
                    <a:pt x="19741" y="18039"/>
                    <a:pt x="19741" y="17836"/>
                  </a:cubicBezTo>
                  <a:cubicBezTo>
                    <a:pt x="19741" y="17622"/>
                    <a:pt x="19575" y="17455"/>
                    <a:pt x="19360" y="17455"/>
                  </a:cubicBezTo>
                  <a:lnTo>
                    <a:pt x="19206" y="17455"/>
                  </a:lnTo>
                  <a:lnTo>
                    <a:pt x="19206" y="14479"/>
                  </a:lnTo>
                  <a:lnTo>
                    <a:pt x="16979" y="12050"/>
                  </a:lnTo>
                  <a:lnTo>
                    <a:pt x="15908" y="12050"/>
                  </a:lnTo>
                  <a:cubicBezTo>
                    <a:pt x="15658" y="11490"/>
                    <a:pt x="15086" y="11109"/>
                    <a:pt x="14431" y="11109"/>
                  </a:cubicBezTo>
                  <a:cubicBezTo>
                    <a:pt x="14360" y="11109"/>
                    <a:pt x="14276" y="11109"/>
                    <a:pt x="14205" y="11121"/>
                  </a:cubicBezTo>
                  <a:lnTo>
                    <a:pt x="14110" y="10478"/>
                  </a:lnTo>
                  <a:lnTo>
                    <a:pt x="15443" y="10478"/>
                  </a:lnTo>
                  <a:cubicBezTo>
                    <a:pt x="15812" y="10478"/>
                    <a:pt x="16110" y="10169"/>
                    <a:pt x="16110" y="9800"/>
                  </a:cubicBezTo>
                  <a:cubicBezTo>
                    <a:pt x="16110" y="9430"/>
                    <a:pt x="15812" y="9133"/>
                    <a:pt x="15443" y="9133"/>
                  </a:cubicBezTo>
                  <a:lnTo>
                    <a:pt x="14693" y="9133"/>
                  </a:lnTo>
                  <a:lnTo>
                    <a:pt x="14693" y="7549"/>
                  </a:lnTo>
                  <a:cubicBezTo>
                    <a:pt x="15419" y="7549"/>
                    <a:pt x="16003" y="6966"/>
                    <a:pt x="16003" y="6240"/>
                  </a:cubicBezTo>
                  <a:cubicBezTo>
                    <a:pt x="16003" y="5525"/>
                    <a:pt x="15419" y="4942"/>
                    <a:pt x="14693" y="4942"/>
                  </a:cubicBezTo>
                  <a:lnTo>
                    <a:pt x="14693" y="4442"/>
                  </a:lnTo>
                  <a:cubicBezTo>
                    <a:pt x="14693" y="1989"/>
                    <a:pt x="12705" y="1"/>
                    <a:pt x="10264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7" name="Google Shape;617;p32"/>
            <p:cNvGrpSpPr/>
            <p:nvPr/>
          </p:nvGrpSpPr>
          <p:grpSpPr>
            <a:xfrm>
              <a:off x="8922925" y="3320713"/>
              <a:ext cx="512300" cy="646825"/>
              <a:chOff x="4779150" y="1079725"/>
              <a:chExt cx="512300" cy="646825"/>
            </a:xfrm>
          </p:grpSpPr>
          <p:sp>
            <p:nvSpPr>
              <p:cNvPr id="618" name="Google Shape;618;p32"/>
              <p:cNvSpPr/>
              <p:nvPr/>
            </p:nvSpPr>
            <p:spPr>
              <a:xfrm>
                <a:off x="4939900" y="1522650"/>
                <a:ext cx="25900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4525" extrusionOk="0">
                    <a:moveTo>
                      <a:pt x="524" y="0"/>
                    </a:moveTo>
                    <a:cubicBezTo>
                      <a:pt x="238" y="0"/>
                      <a:pt x="0" y="226"/>
                      <a:pt x="0" y="512"/>
                    </a:cubicBezTo>
                    <a:lnTo>
                      <a:pt x="0" y="4001"/>
                    </a:lnTo>
                    <a:cubicBezTo>
                      <a:pt x="0" y="4286"/>
                      <a:pt x="238" y="4524"/>
                      <a:pt x="524" y="4524"/>
                    </a:cubicBezTo>
                    <a:cubicBezTo>
                      <a:pt x="810" y="4524"/>
                      <a:pt x="1036" y="4286"/>
                      <a:pt x="1036" y="4001"/>
                    </a:cubicBezTo>
                    <a:lnTo>
                      <a:pt x="1036" y="512"/>
                    </a:lnTo>
                    <a:cubicBezTo>
                      <a:pt x="1036" y="226"/>
                      <a:pt x="810" y="0"/>
                      <a:pt x="5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2"/>
              <p:cNvSpPr/>
              <p:nvPr/>
            </p:nvSpPr>
            <p:spPr>
              <a:xfrm>
                <a:off x="4931850" y="1597950"/>
                <a:ext cx="42000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3025" extrusionOk="0">
                    <a:moveTo>
                      <a:pt x="846" y="0"/>
                    </a:moveTo>
                    <a:cubicBezTo>
                      <a:pt x="382" y="0"/>
                      <a:pt x="1" y="369"/>
                      <a:pt x="1" y="834"/>
                    </a:cubicBezTo>
                    <a:lnTo>
                      <a:pt x="1" y="2179"/>
                    </a:lnTo>
                    <a:cubicBezTo>
                      <a:pt x="1" y="2643"/>
                      <a:pt x="382" y="3024"/>
                      <a:pt x="846" y="3024"/>
                    </a:cubicBezTo>
                    <a:cubicBezTo>
                      <a:pt x="1310" y="3024"/>
                      <a:pt x="1679" y="2643"/>
                      <a:pt x="1679" y="2179"/>
                    </a:cubicBezTo>
                    <a:lnTo>
                      <a:pt x="1679" y="834"/>
                    </a:lnTo>
                    <a:cubicBezTo>
                      <a:pt x="1679" y="369"/>
                      <a:pt x="1310" y="0"/>
                      <a:pt x="8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2"/>
              <p:cNvSpPr/>
              <p:nvPr/>
            </p:nvSpPr>
            <p:spPr>
              <a:xfrm>
                <a:off x="4887800" y="1620275"/>
                <a:ext cx="130100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251" extrusionOk="0">
                    <a:moveTo>
                      <a:pt x="1001" y="0"/>
                    </a:moveTo>
                    <a:lnTo>
                      <a:pt x="1" y="1655"/>
                    </a:lnTo>
                    <a:lnTo>
                      <a:pt x="1" y="4251"/>
                    </a:lnTo>
                    <a:lnTo>
                      <a:pt x="5204" y="4251"/>
                    </a:lnTo>
                    <a:lnTo>
                      <a:pt x="5204" y="1655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2"/>
              <p:cNvSpPr/>
              <p:nvPr/>
            </p:nvSpPr>
            <p:spPr>
              <a:xfrm>
                <a:off x="4910725" y="1658975"/>
                <a:ext cx="845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2703" extrusionOk="0">
                    <a:moveTo>
                      <a:pt x="1691" y="0"/>
                    </a:moveTo>
                    <a:cubicBezTo>
                      <a:pt x="750" y="0"/>
                      <a:pt x="0" y="750"/>
                      <a:pt x="0" y="1691"/>
                    </a:cubicBezTo>
                    <a:lnTo>
                      <a:pt x="0" y="2703"/>
                    </a:lnTo>
                    <a:lnTo>
                      <a:pt x="3382" y="2703"/>
                    </a:lnTo>
                    <a:lnTo>
                      <a:pt x="3382" y="1691"/>
                    </a:lnTo>
                    <a:cubicBezTo>
                      <a:pt x="3382" y="750"/>
                      <a:pt x="2620" y="0"/>
                      <a:pt x="16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2"/>
              <p:cNvSpPr/>
              <p:nvPr/>
            </p:nvSpPr>
            <p:spPr>
              <a:xfrm>
                <a:off x="4887800" y="1707475"/>
                <a:ext cx="130100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763" extrusionOk="0">
                    <a:moveTo>
                      <a:pt x="1" y="1"/>
                    </a:moveTo>
                    <a:lnTo>
                      <a:pt x="1" y="763"/>
                    </a:lnTo>
                    <a:lnTo>
                      <a:pt x="5204" y="763"/>
                    </a:lnTo>
                    <a:lnTo>
                      <a:pt x="52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2"/>
              <p:cNvSpPr/>
              <p:nvPr/>
            </p:nvSpPr>
            <p:spPr>
              <a:xfrm>
                <a:off x="4911025" y="1636350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19" y="0"/>
                      <a:pt x="0" y="119"/>
                      <a:pt x="0" y="286"/>
                    </a:cubicBezTo>
                    <a:cubicBezTo>
                      <a:pt x="0" y="441"/>
                      <a:pt x="119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2"/>
              <p:cNvSpPr/>
              <p:nvPr/>
            </p:nvSpPr>
            <p:spPr>
              <a:xfrm>
                <a:off x="4934225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87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32" y="560"/>
                      <a:pt x="287" y="560"/>
                    </a:cubicBezTo>
                    <a:cubicBezTo>
                      <a:pt x="441" y="560"/>
                      <a:pt x="561" y="441"/>
                      <a:pt x="561" y="286"/>
                    </a:cubicBezTo>
                    <a:cubicBezTo>
                      <a:pt x="561" y="131"/>
                      <a:pt x="441" y="0"/>
                      <a:pt x="2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2"/>
              <p:cNvSpPr/>
              <p:nvPr/>
            </p:nvSpPr>
            <p:spPr>
              <a:xfrm>
                <a:off x="4957450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86" y="0"/>
                    </a:moveTo>
                    <a:cubicBezTo>
                      <a:pt x="132" y="0"/>
                      <a:pt x="1" y="119"/>
                      <a:pt x="1" y="286"/>
                    </a:cubicBezTo>
                    <a:cubicBezTo>
                      <a:pt x="1" y="441"/>
                      <a:pt x="132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2"/>
              <p:cNvSpPr/>
              <p:nvPr/>
            </p:nvSpPr>
            <p:spPr>
              <a:xfrm>
                <a:off x="4980675" y="1636350"/>
                <a:ext cx="143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560" extrusionOk="0">
                    <a:moveTo>
                      <a:pt x="286" y="0"/>
                    </a:moveTo>
                    <a:cubicBezTo>
                      <a:pt x="131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72" y="441"/>
                      <a:pt x="572" y="286"/>
                    </a:cubicBezTo>
                    <a:cubicBezTo>
                      <a:pt x="572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2"/>
              <p:cNvSpPr/>
              <p:nvPr/>
            </p:nvSpPr>
            <p:spPr>
              <a:xfrm>
                <a:off x="5104800" y="1522650"/>
                <a:ext cx="25925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4525" extrusionOk="0">
                    <a:moveTo>
                      <a:pt x="512" y="0"/>
                    </a:moveTo>
                    <a:cubicBezTo>
                      <a:pt x="226" y="0"/>
                      <a:pt x="0" y="226"/>
                      <a:pt x="0" y="512"/>
                    </a:cubicBezTo>
                    <a:lnTo>
                      <a:pt x="0" y="4001"/>
                    </a:lnTo>
                    <a:cubicBezTo>
                      <a:pt x="0" y="4286"/>
                      <a:pt x="226" y="4524"/>
                      <a:pt x="512" y="4524"/>
                    </a:cubicBezTo>
                    <a:cubicBezTo>
                      <a:pt x="798" y="4524"/>
                      <a:pt x="1036" y="4286"/>
                      <a:pt x="1036" y="4001"/>
                    </a:cubicBezTo>
                    <a:lnTo>
                      <a:pt x="1036" y="512"/>
                    </a:lnTo>
                    <a:cubicBezTo>
                      <a:pt x="1036" y="226"/>
                      <a:pt x="798" y="0"/>
                      <a:pt x="5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2"/>
              <p:cNvSpPr/>
              <p:nvPr/>
            </p:nvSpPr>
            <p:spPr>
              <a:xfrm>
                <a:off x="5096750" y="1597950"/>
                <a:ext cx="42000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3025" extrusionOk="0">
                    <a:moveTo>
                      <a:pt x="834" y="0"/>
                    </a:moveTo>
                    <a:cubicBezTo>
                      <a:pt x="370" y="0"/>
                      <a:pt x="1" y="369"/>
                      <a:pt x="1" y="834"/>
                    </a:cubicBezTo>
                    <a:lnTo>
                      <a:pt x="1" y="2179"/>
                    </a:lnTo>
                    <a:cubicBezTo>
                      <a:pt x="1" y="2643"/>
                      <a:pt x="370" y="3024"/>
                      <a:pt x="834" y="3024"/>
                    </a:cubicBezTo>
                    <a:cubicBezTo>
                      <a:pt x="1299" y="3024"/>
                      <a:pt x="1680" y="2643"/>
                      <a:pt x="1680" y="2179"/>
                    </a:cubicBezTo>
                    <a:lnTo>
                      <a:pt x="1680" y="834"/>
                    </a:lnTo>
                    <a:cubicBezTo>
                      <a:pt x="1680" y="369"/>
                      <a:pt x="1299" y="0"/>
                      <a:pt x="8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2"/>
              <p:cNvSpPr/>
              <p:nvPr/>
            </p:nvSpPr>
            <p:spPr>
              <a:xfrm>
                <a:off x="5052700" y="1620275"/>
                <a:ext cx="130100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251" extrusionOk="0">
                    <a:moveTo>
                      <a:pt x="989" y="0"/>
                    </a:moveTo>
                    <a:lnTo>
                      <a:pt x="1" y="1655"/>
                    </a:lnTo>
                    <a:lnTo>
                      <a:pt x="1" y="4251"/>
                    </a:lnTo>
                    <a:lnTo>
                      <a:pt x="5204" y="4251"/>
                    </a:lnTo>
                    <a:lnTo>
                      <a:pt x="5204" y="1655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2"/>
              <p:cNvSpPr/>
              <p:nvPr/>
            </p:nvSpPr>
            <p:spPr>
              <a:xfrm>
                <a:off x="5075325" y="1658975"/>
                <a:ext cx="848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3394" h="2703" extrusionOk="0">
                    <a:moveTo>
                      <a:pt x="1691" y="0"/>
                    </a:moveTo>
                    <a:cubicBezTo>
                      <a:pt x="762" y="0"/>
                      <a:pt x="0" y="750"/>
                      <a:pt x="0" y="1691"/>
                    </a:cubicBezTo>
                    <a:lnTo>
                      <a:pt x="0" y="2703"/>
                    </a:lnTo>
                    <a:lnTo>
                      <a:pt x="3394" y="2703"/>
                    </a:lnTo>
                    <a:lnTo>
                      <a:pt x="3394" y="1691"/>
                    </a:lnTo>
                    <a:cubicBezTo>
                      <a:pt x="3394" y="750"/>
                      <a:pt x="2632" y="0"/>
                      <a:pt x="16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2"/>
              <p:cNvSpPr/>
              <p:nvPr/>
            </p:nvSpPr>
            <p:spPr>
              <a:xfrm>
                <a:off x="5052700" y="1707475"/>
                <a:ext cx="130100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763" extrusionOk="0">
                    <a:moveTo>
                      <a:pt x="1" y="1"/>
                    </a:moveTo>
                    <a:lnTo>
                      <a:pt x="1" y="763"/>
                    </a:lnTo>
                    <a:lnTo>
                      <a:pt x="5204" y="763"/>
                    </a:lnTo>
                    <a:lnTo>
                      <a:pt x="52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2"/>
              <p:cNvSpPr/>
              <p:nvPr/>
            </p:nvSpPr>
            <p:spPr>
              <a:xfrm>
                <a:off x="5075625" y="1636350"/>
                <a:ext cx="143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560" extrusionOk="0">
                    <a:moveTo>
                      <a:pt x="286" y="0"/>
                    </a:moveTo>
                    <a:cubicBezTo>
                      <a:pt x="131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72" y="441"/>
                      <a:pt x="572" y="286"/>
                    </a:cubicBezTo>
                    <a:cubicBezTo>
                      <a:pt x="572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2"/>
              <p:cNvSpPr/>
              <p:nvPr/>
            </p:nvSpPr>
            <p:spPr>
              <a:xfrm>
                <a:off x="5099125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75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20" y="560"/>
                      <a:pt x="275" y="560"/>
                    </a:cubicBezTo>
                    <a:cubicBezTo>
                      <a:pt x="430" y="560"/>
                      <a:pt x="561" y="441"/>
                      <a:pt x="561" y="286"/>
                    </a:cubicBezTo>
                    <a:cubicBezTo>
                      <a:pt x="561" y="131"/>
                      <a:pt x="430" y="0"/>
                      <a:pt x="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2"/>
              <p:cNvSpPr/>
              <p:nvPr/>
            </p:nvSpPr>
            <p:spPr>
              <a:xfrm>
                <a:off x="5122350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75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20" y="560"/>
                      <a:pt x="275" y="560"/>
                    </a:cubicBezTo>
                    <a:cubicBezTo>
                      <a:pt x="429" y="560"/>
                      <a:pt x="560" y="441"/>
                      <a:pt x="560" y="286"/>
                    </a:cubicBezTo>
                    <a:cubicBezTo>
                      <a:pt x="560" y="131"/>
                      <a:pt x="429" y="0"/>
                      <a:pt x="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2"/>
              <p:cNvSpPr/>
              <p:nvPr/>
            </p:nvSpPr>
            <p:spPr>
              <a:xfrm>
                <a:off x="5145575" y="1636350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19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2"/>
              <p:cNvSpPr/>
              <p:nvPr/>
            </p:nvSpPr>
            <p:spPr>
              <a:xfrm>
                <a:off x="4891675" y="1203250"/>
                <a:ext cx="6520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09" extrusionOk="0">
                    <a:moveTo>
                      <a:pt x="1310" y="1"/>
                    </a:moveTo>
                    <a:cubicBezTo>
                      <a:pt x="584" y="1"/>
                      <a:pt x="0" y="584"/>
                      <a:pt x="0" y="1310"/>
                    </a:cubicBezTo>
                    <a:cubicBezTo>
                      <a:pt x="0" y="2025"/>
                      <a:pt x="584" y="2608"/>
                      <a:pt x="1310" y="2608"/>
                    </a:cubicBezTo>
                    <a:cubicBezTo>
                      <a:pt x="2024" y="2608"/>
                      <a:pt x="2608" y="2025"/>
                      <a:pt x="2608" y="1310"/>
                    </a:cubicBezTo>
                    <a:cubicBezTo>
                      <a:pt x="2608" y="584"/>
                      <a:pt x="2024" y="1"/>
                      <a:pt x="13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2"/>
              <p:cNvSpPr/>
              <p:nvPr/>
            </p:nvSpPr>
            <p:spPr>
              <a:xfrm>
                <a:off x="5113725" y="1203250"/>
                <a:ext cx="6520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09" extrusionOk="0">
                    <a:moveTo>
                      <a:pt x="1298" y="1"/>
                    </a:moveTo>
                    <a:cubicBezTo>
                      <a:pt x="584" y="1"/>
                      <a:pt x="0" y="584"/>
                      <a:pt x="0" y="1310"/>
                    </a:cubicBezTo>
                    <a:cubicBezTo>
                      <a:pt x="0" y="2025"/>
                      <a:pt x="584" y="2608"/>
                      <a:pt x="1298" y="2608"/>
                    </a:cubicBezTo>
                    <a:cubicBezTo>
                      <a:pt x="2024" y="2608"/>
                      <a:pt x="2608" y="2025"/>
                      <a:pt x="2608" y="1310"/>
                    </a:cubicBezTo>
                    <a:cubicBezTo>
                      <a:pt x="2608" y="584"/>
                      <a:pt x="2024" y="1"/>
                      <a:pt x="12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2"/>
              <p:cNvSpPr/>
              <p:nvPr/>
            </p:nvSpPr>
            <p:spPr>
              <a:xfrm>
                <a:off x="4812200" y="151430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extrusionOk="0">
                    <a:moveTo>
                      <a:pt x="715" y="1"/>
                    </a:moveTo>
                    <a:cubicBezTo>
                      <a:pt x="322" y="1"/>
                      <a:pt x="0" y="322"/>
                      <a:pt x="0" y="715"/>
                    </a:cubicBezTo>
                    <a:cubicBezTo>
                      <a:pt x="0" y="1108"/>
                      <a:pt x="322" y="1429"/>
                      <a:pt x="715" y="1429"/>
                    </a:cubicBezTo>
                    <a:cubicBezTo>
                      <a:pt x="1108" y="1429"/>
                      <a:pt x="1429" y="1108"/>
                      <a:pt x="1429" y="715"/>
                    </a:cubicBezTo>
                    <a:cubicBezTo>
                      <a:pt x="1429" y="322"/>
                      <a:pt x="1108" y="1"/>
                      <a:pt x="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2"/>
              <p:cNvSpPr/>
              <p:nvPr/>
            </p:nvSpPr>
            <p:spPr>
              <a:xfrm>
                <a:off x="4811600" y="1380950"/>
                <a:ext cx="135150" cy="135175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7" extrusionOk="0">
                    <a:moveTo>
                      <a:pt x="2227" y="1"/>
                    </a:moveTo>
                    <a:lnTo>
                      <a:pt x="1" y="2430"/>
                    </a:lnTo>
                    <a:lnTo>
                      <a:pt x="1" y="5406"/>
                    </a:lnTo>
                    <a:lnTo>
                      <a:pt x="1417" y="5406"/>
                    </a:lnTo>
                    <a:lnTo>
                      <a:pt x="1417" y="2977"/>
                    </a:lnTo>
                    <a:lnTo>
                      <a:pt x="2846" y="1418"/>
                    </a:lnTo>
                    <a:lnTo>
                      <a:pt x="5406" y="1418"/>
                    </a:lnTo>
                    <a:lnTo>
                      <a:pt x="54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2"/>
              <p:cNvSpPr/>
              <p:nvPr/>
            </p:nvSpPr>
            <p:spPr>
              <a:xfrm>
                <a:off x="4890175" y="1357450"/>
                <a:ext cx="81300" cy="81275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3251" extrusionOk="0">
                    <a:moveTo>
                      <a:pt x="1632" y="0"/>
                    </a:moveTo>
                    <a:cubicBezTo>
                      <a:pt x="727" y="0"/>
                      <a:pt x="1" y="726"/>
                      <a:pt x="1" y="1619"/>
                    </a:cubicBezTo>
                    <a:cubicBezTo>
                      <a:pt x="1" y="2524"/>
                      <a:pt x="727" y="3250"/>
                      <a:pt x="1632" y="3250"/>
                    </a:cubicBezTo>
                    <a:cubicBezTo>
                      <a:pt x="2525" y="3250"/>
                      <a:pt x="3251" y="2524"/>
                      <a:pt x="3251" y="1619"/>
                    </a:cubicBezTo>
                    <a:cubicBezTo>
                      <a:pt x="3251" y="726"/>
                      <a:pt x="2525" y="0"/>
                      <a:pt x="16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2"/>
              <p:cNvSpPr/>
              <p:nvPr/>
            </p:nvSpPr>
            <p:spPr>
              <a:xfrm>
                <a:off x="4798200" y="1516100"/>
                <a:ext cx="6372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763" extrusionOk="0">
                    <a:moveTo>
                      <a:pt x="382" y="0"/>
                    </a:moveTo>
                    <a:cubicBezTo>
                      <a:pt x="179" y="0"/>
                      <a:pt x="1" y="167"/>
                      <a:pt x="1" y="381"/>
                    </a:cubicBezTo>
                    <a:cubicBezTo>
                      <a:pt x="1" y="584"/>
                      <a:pt x="179" y="762"/>
                      <a:pt x="382" y="762"/>
                    </a:cubicBezTo>
                    <a:lnTo>
                      <a:pt x="2168" y="762"/>
                    </a:lnTo>
                    <a:cubicBezTo>
                      <a:pt x="2382" y="762"/>
                      <a:pt x="2549" y="584"/>
                      <a:pt x="2549" y="381"/>
                    </a:cubicBezTo>
                    <a:cubicBezTo>
                      <a:pt x="2549" y="167"/>
                      <a:pt x="2382" y="0"/>
                      <a:pt x="2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2"/>
              <p:cNvSpPr/>
              <p:nvPr/>
            </p:nvSpPr>
            <p:spPr>
              <a:xfrm>
                <a:off x="4779150" y="1546450"/>
                <a:ext cx="1021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2049" extrusionOk="0">
                    <a:moveTo>
                      <a:pt x="2037" y="1"/>
                    </a:moveTo>
                    <a:cubicBezTo>
                      <a:pt x="918" y="1"/>
                      <a:pt x="1" y="917"/>
                      <a:pt x="1" y="2048"/>
                    </a:cubicBezTo>
                    <a:lnTo>
                      <a:pt x="1132" y="2048"/>
                    </a:lnTo>
                    <a:cubicBezTo>
                      <a:pt x="1132" y="1548"/>
                      <a:pt x="1537" y="1144"/>
                      <a:pt x="2037" y="1144"/>
                    </a:cubicBezTo>
                    <a:cubicBezTo>
                      <a:pt x="2537" y="1144"/>
                      <a:pt x="2954" y="1548"/>
                      <a:pt x="2954" y="2048"/>
                    </a:cubicBezTo>
                    <a:lnTo>
                      <a:pt x="4085" y="2048"/>
                    </a:lnTo>
                    <a:cubicBezTo>
                      <a:pt x="4085" y="917"/>
                      <a:pt x="3168" y="1"/>
                      <a:pt x="2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2"/>
              <p:cNvSpPr/>
              <p:nvPr/>
            </p:nvSpPr>
            <p:spPr>
              <a:xfrm>
                <a:off x="4910425" y="1377675"/>
                <a:ext cx="408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1632" extrusionOk="0">
                    <a:moveTo>
                      <a:pt x="822" y="1"/>
                    </a:moveTo>
                    <a:cubicBezTo>
                      <a:pt x="370" y="1"/>
                      <a:pt x="0" y="370"/>
                      <a:pt x="0" y="810"/>
                    </a:cubicBezTo>
                    <a:cubicBezTo>
                      <a:pt x="0" y="1263"/>
                      <a:pt x="370" y="1632"/>
                      <a:pt x="822" y="1632"/>
                    </a:cubicBezTo>
                    <a:cubicBezTo>
                      <a:pt x="1262" y="1632"/>
                      <a:pt x="1632" y="1263"/>
                      <a:pt x="1632" y="810"/>
                    </a:cubicBezTo>
                    <a:cubicBezTo>
                      <a:pt x="1632" y="370"/>
                      <a:pt x="1262" y="1"/>
                      <a:pt x="8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2"/>
              <p:cNvSpPr/>
              <p:nvPr/>
            </p:nvSpPr>
            <p:spPr>
              <a:xfrm>
                <a:off x="5222375" y="1514300"/>
                <a:ext cx="360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30" extrusionOk="0">
                    <a:moveTo>
                      <a:pt x="726" y="1"/>
                    </a:moveTo>
                    <a:cubicBezTo>
                      <a:pt x="322" y="1"/>
                      <a:pt x="0" y="322"/>
                      <a:pt x="0" y="715"/>
                    </a:cubicBezTo>
                    <a:cubicBezTo>
                      <a:pt x="0" y="1108"/>
                      <a:pt x="322" y="1429"/>
                      <a:pt x="726" y="1429"/>
                    </a:cubicBezTo>
                    <a:cubicBezTo>
                      <a:pt x="1119" y="1429"/>
                      <a:pt x="1441" y="1108"/>
                      <a:pt x="1441" y="715"/>
                    </a:cubicBezTo>
                    <a:cubicBezTo>
                      <a:pt x="1441" y="322"/>
                      <a:pt x="1119" y="1"/>
                      <a:pt x="7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2"/>
              <p:cNvSpPr/>
              <p:nvPr/>
            </p:nvSpPr>
            <p:spPr>
              <a:xfrm>
                <a:off x="5123850" y="1380950"/>
                <a:ext cx="135150" cy="135175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7" extrusionOk="0">
                    <a:moveTo>
                      <a:pt x="0" y="1"/>
                    </a:moveTo>
                    <a:lnTo>
                      <a:pt x="0" y="1418"/>
                    </a:lnTo>
                    <a:lnTo>
                      <a:pt x="2560" y="1418"/>
                    </a:lnTo>
                    <a:lnTo>
                      <a:pt x="3989" y="2977"/>
                    </a:lnTo>
                    <a:lnTo>
                      <a:pt x="3989" y="5406"/>
                    </a:lnTo>
                    <a:lnTo>
                      <a:pt x="5406" y="5406"/>
                    </a:lnTo>
                    <a:lnTo>
                      <a:pt x="5406" y="2430"/>
                    </a:lnTo>
                    <a:lnTo>
                      <a:pt x="31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2"/>
              <p:cNvSpPr/>
              <p:nvPr/>
            </p:nvSpPr>
            <p:spPr>
              <a:xfrm>
                <a:off x="5099125" y="1357450"/>
                <a:ext cx="81300" cy="81275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3251" extrusionOk="0">
                    <a:moveTo>
                      <a:pt x="1620" y="0"/>
                    </a:moveTo>
                    <a:cubicBezTo>
                      <a:pt x="727" y="0"/>
                      <a:pt x="1" y="726"/>
                      <a:pt x="1" y="1619"/>
                    </a:cubicBezTo>
                    <a:cubicBezTo>
                      <a:pt x="1" y="2524"/>
                      <a:pt x="727" y="3250"/>
                      <a:pt x="1620" y="3250"/>
                    </a:cubicBezTo>
                    <a:cubicBezTo>
                      <a:pt x="2525" y="3250"/>
                      <a:pt x="3251" y="2524"/>
                      <a:pt x="3251" y="1619"/>
                    </a:cubicBezTo>
                    <a:cubicBezTo>
                      <a:pt x="3251" y="726"/>
                      <a:pt x="2525" y="0"/>
                      <a:pt x="16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2"/>
              <p:cNvSpPr/>
              <p:nvPr/>
            </p:nvSpPr>
            <p:spPr>
              <a:xfrm>
                <a:off x="5208675" y="1516100"/>
                <a:ext cx="6372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763" extrusionOk="0">
                    <a:moveTo>
                      <a:pt x="381" y="0"/>
                    </a:moveTo>
                    <a:cubicBezTo>
                      <a:pt x="167" y="0"/>
                      <a:pt x="0" y="167"/>
                      <a:pt x="0" y="381"/>
                    </a:cubicBezTo>
                    <a:cubicBezTo>
                      <a:pt x="0" y="584"/>
                      <a:pt x="167" y="762"/>
                      <a:pt x="381" y="762"/>
                    </a:cubicBezTo>
                    <a:lnTo>
                      <a:pt x="2167" y="762"/>
                    </a:lnTo>
                    <a:cubicBezTo>
                      <a:pt x="2382" y="762"/>
                      <a:pt x="2548" y="584"/>
                      <a:pt x="2548" y="381"/>
                    </a:cubicBezTo>
                    <a:cubicBezTo>
                      <a:pt x="2548" y="167"/>
                      <a:pt x="2382" y="0"/>
                      <a:pt x="21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2"/>
              <p:cNvSpPr/>
              <p:nvPr/>
            </p:nvSpPr>
            <p:spPr>
              <a:xfrm>
                <a:off x="5189325" y="1546450"/>
                <a:ext cx="1021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2049" extrusionOk="0">
                    <a:moveTo>
                      <a:pt x="2048" y="1"/>
                    </a:moveTo>
                    <a:cubicBezTo>
                      <a:pt x="917" y="1"/>
                      <a:pt x="1" y="917"/>
                      <a:pt x="1" y="2048"/>
                    </a:cubicBezTo>
                    <a:lnTo>
                      <a:pt x="1132" y="2048"/>
                    </a:lnTo>
                    <a:cubicBezTo>
                      <a:pt x="1132" y="1548"/>
                      <a:pt x="1548" y="1144"/>
                      <a:pt x="2048" y="1144"/>
                    </a:cubicBezTo>
                    <a:cubicBezTo>
                      <a:pt x="2549" y="1144"/>
                      <a:pt x="2953" y="1548"/>
                      <a:pt x="2953" y="2048"/>
                    </a:cubicBezTo>
                    <a:lnTo>
                      <a:pt x="4084" y="2048"/>
                    </a:lnTo>
                    <a:cubicBezTo>
                      <a:pt x="4084" y="917"/>
                      <a:pt x="3168" y="1"/>
                      <a:pt x="20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2"/>
              <p:cNvSpPr/>
              <p:nvPr/>
            </p:nvSpPr>
            <p:spPr>
              <a:xfrm>
                <a:off x="5119375" y="1377675"/>
                <a:ext cx="408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1632" extrusionOk="0">
                    <a:moveTo>
                      <a:pt x="810" y="1"/>
                    </a:moveTo>
                    <a:cubicBezTo>
                      <a:pt x="370" y="1"/>
                      <a:pt x="1" y="370"/>
                      <a:pt x="1" y="810"/>
                    </a:cubicBezTo>
                    <a:cubicBezTo>
                      <a:pt x="1" y="1263"/>
                      <a:pt x="370" y="1632"/>
                      <a:pt x="810" y="1632"/>
                    </a:cubicBezTo>
                    <a:cubicBezTo>
                      <a:pt x="1263" y="1632"/>
                      <a:pt x="1632" y="1263"/>
                      <a:pt x="1632" y="810"/>
                    </a:cubicBezTo>
                    <a:cubicBezTo>
                      <a:pt x="1632" y="370"/>
                      <a:pt x="1263" y="1"/>
                      <a:pt x="8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2"/>
              <p:cNvSpPr/>
              <p:nvPr/>
            </p:nvSpPr>
            <p:spPr>
              <a:xfrm>
                <a:off x="4905375" y="1324700"/>
                <a:ext cx="259875" cy="237850"/>
              </a:xfrm>
              <a:custGeom>
                <a:avLst/>
                <a:gdLst/>
                <a:ahLst/>
                <a:cxnLst/>
                <a:rect l="l" t="t" r="r" b="b"/>
                <a:pathLst>
                  <a:path w="10395" h="9514" extrusionOk="0">
                    <a:moveTo>
                      <a:pt x="1453" y="0"/>
                    </a:moveTo>
                    <a:lnTo>
                      <a:pt x="0" y="9513"/>
                    </a:lnTo>
                    <a:lnTo>
                      <a:pt x="10394" y="9513"/>
                    </a:lnTo>
                    <a:lnTo>
                      <a:pt x="89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2"/>
              <p:cNvSpPr/>
              <p:nvPr/>
            </p:nvSpPr>
            <p:spPr>
              <a:xfrm>
                <a:off x="4970250" y="1278850"/>
                <a:ext cx="130100" cy="124150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966" extrusionOk="0">
                    <a:moveTo>
                      <a:pt x="596" y="1"/>
                    </a:moveTo>
                    <a:cubicBezTo>
                      <a:pt x="263" y="1"/>
                      <a:pt x="1" y="275"/>
                      <a:pt x="1" y="596"/>
                    </a:cubicBezTo>
                    <a:lnTo>
                      <a:pt x="1" y="4370"/>
                    </a:lnTo>
                    <a:cubicBezTo>
                      <a:pt x="1" y="4704"/>
                      <a:pt x="263" y="4966"/>
                      <a:pt x="596" y="4966"/>
                    </a:cubicBezTo>
                    <a:lnTo>
                      <a:pt x="4608" y="4966"/>
                    </a:lnTo>
                    <a:cubicBezTo>
                      <a:pt x="4942" y="4966"/>
                      <a:pt x="5204" y="4704"/>
                      <a:pt x="5204" y="4370"/>
                    </a:cubicBezTo>
                    <a:lnTo>
                      <a:pt x="5204" y="596"/>
                    </a:lnTo>
                    <a:cubicBezTo>
                      <a:pt x="5204" y="275"/>
                      <a:pt x="4942" y="1"/>
                      <a:pt x="4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2"/>
              <p:cNvSpPr/>
              <p:nvPr/>
            </p:nvSpPr>
            <p:spPr>
              <a:xfrm>
                <a:off x="4905375" y="1516975"/>
                <a:ext cx="259875" cy="45575"/>
              </a:xfrm>
              <a:custGeom>
                <a:avLst/>
                <a:gdLst/>
                <a:ahLst/>
                <a:cxnLst/>
                <a:rect l="l" t="t" r="r" b="b"/>
                <a:pathLst>
                  <a:path w="10395" h="1823" extrusionOk="0">
                    <a:moveTo>
                      <a:pt x="286" y="1"/>
                    </a:moveTo>
                    <a:lnTo>
                      <a:pt x="0" y="1822"/>
                    </a:lnTo>
                    <a:lnTo>
                      <a:pt x="10394" y="1822"/>
                    </a:lnTo>
                    <a:lnTo>
                      <a:pt x="101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2"/>
              <p:cNvSpPr/>
              <p:nvPr/>
            </p:nvSpPr>
            <p:spPr>
              <a:xfrm>
                <a:off x="4924425" y="1079725"/>
                <a:ext cx="221775" cy="229225"/>
              </a:xfrm>
              <a:custGeom>
                <a:avLst/>
                <a:gdLst/>
                <a:ahLst/>
                <a:cxnLst/>
                <a:rect l="l" t="t" r="r" b="b"/>
                <a:pathLst>
                  <a:path w="8871" h="9169" extrusionOk="0">
                    <a:moveTo>
                      <a:pt x="4441" y="1"/>
                    </a:moveTo>
                    <a:cubicBezTo>
                      <a:pt x="1988" y="1"/>
                      <a:pt x="0" y="1989"/>
                      <a:pt x="0" y="4442"/>
                    </a:cubicBezTo>
                    <a:lnTo>
                      <a:pt x="0" y="9168"/>
                    </a:lnTo>
                    <a:lnTo>
                      <a:pt x="8870" y="9168"/>
                    </a:lnTo>
                    <a:lnTo>
                      <a:pt x="8870" y="4442"/>
                    </a:lnTo>
                    <a:cubicBezTo>
                      <a:pt x="8870" y="1989"/>
                      <a:pt x="6882" y="1"/>
                      <a:pt x="44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2"/>
              <p:cNvSpPr/>
              <p:nvPr/>
            </p:nvSpPr>
            <p:spPr>
              <a:xfrm>
                <a:off x="4958350" y="1113350"/>
                <a:ext cx="153900" cy="195600"/>
              </a:xfrm>
              <a:custGeom>
                <a:avLst/>
                <a:gdLst/>
                <a:ahLst/>
                <a:cxnLst/>
                <a:rect l="l" t="t" r="r" b="b"/>
                <a:pathLst>
                  <a:path w="6156" h="7824" extrusionOk="0">
                    <a:moveTo>
                      <a:pt x="3084" y="1"/>
                    </a:moveTo>
                    <a:cubicBezTo>
                      <a:pt x="1381" y="1"/>
                      <a:pt x="0" y="1370"/>
                      <a:pt x="0" y="3073"/>
                    </a:cubicBezTo>
                    <a:lnTo>
                      <a:pt x="0" y="7823"/>
                    </a:lnTo>
                    <a:lnTo>
                      <a:pt x="6156" y="7823"/>
                    </a:lnTo>
                    <a:lnTo>
                      <a:pt x="6156" y="3073"/>
                    </a:lnTo>
                    <a:cubicBezTo>
                      <a:pt x="6156" y="1370"/>
                      <a:pt x="4775" y="1"/>
                      <a:pt x="30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2"/>
              <p:cNvSpPr/>
              <p:nvPr/>
            </p:nvSpPr>
            <p:spPr>
              <a:xfrm>
                <a:off x="4977700" y="12235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8"/>
                      <a:pt x="500" y="988"/>
                    </a:cubicBezTo>
                    <a:cubicBezTo>
                      <a:pt x="774" y="988"/>
                      <a:pt x="988" y="774"/>
                      <a:pt x="988" y="500"/>
                    </a:cubicBezTo>
                    <a:cubicBezTo>
                      <a:pt x="988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2"/>
              <p:cNvSpPr/>
              <p:nvPr/>
            </p:nvSpPr>
            <p:spPr>
              <a:xfrm>
                <a:off x="5068175" y="12235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8"/>
                      <a:pt x="489" y="988"/>
                    </a:cubicBezTo>
                    <a:cubicBezTo>
                      <a:pt x="763" y="988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2"/>
              <p:cNvSpPr/>
              <p:nvPr/>
            </p:nvSpPr>
            <p:spPr>
              <a:xfrm>
                <a:off x="4977700" y="1270525"/>
                <a:ext cx="1152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727" extrusionOk="0">
                    <a:moveTo>
                      <a:pt x="369" y="0"/>
                    </a:moveTo>
                    <a:cubicBezTo>
                      <a:pt x="167" y="0"/>
                      <a:pt x="0" y="155"/>
                      <a:pt x="0" y="358"/>
                    </a:cubicBezTo>
                    <a:cubicBezTo>
                      <a:pt x="0" y="560"/>
                      <a:pt x="167" y="727"/>
                      <a:pt x="369" y="727"/>
                    </a:cubicBezTo>
                    <a:lnTo>
                      <a:pt x="4239" y="727"/>
                    </a:lnTo>
                    <a:cubicBezTo>
                      <a:pt x="4441" y="727"/>
                      <a:pt x="4608" y="560"/>
                      <a:pt x="4608" y="358"/>
                    </a:cubicBezTo>
                    <a:cubicBezTo>
                      <a:pt x="4608" y="155"/>
                      <a:pt x="4441" y="0"/>
                      <a:pt x="42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2"/>
              <p:cNvSpPr/>
              <p:nvPr/>
            </p:nvSpPr>
            <p:spPr>
              <a:xfrm>
                <a:off x="4889000" y="1308025"/>
                <a:ext cx="2926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11704" h="1347" extrusionOk="0">
                    <a:moveTo>
                      <a:pt x="667" y="1"/>
                    </a:moveTo>
                    <a:cubicBezTo>
                      <a:pt x="298" y="1"/>
                      <a:pt x="0" y="298"/>
                      <a:pt x="0" y="667"/>
                    </a:cubicBezTo>
                    <a:cubicBezTo>
                      <a:pt x="0" y="1036"/>
                      <a:pt x="298" y="1346"/>
                      <a:pt x="667" y="1346"/>
                    </a:cubicBezTo>
                    <a:lnTo>
                      <a:pt x="11037" y="1346"/>
                    </a:lnTo>
                    <a:cubicBezTo>
                      <a:pt x="11406" y="1346"/>
                      <a:pt x="11704" y="1036"/>
                      <a:pt x="11704" y="667"/>
                    </a:cubicBezTo>
                    <a:cubicBezTo>
                      <a:pt x="11704" y="298"/>
                      <a:pt x="11406" y="1"/>
                      <a:pt x="1103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2"/>
              <p:cNvSpPr/>
              <p:nvPr/>
            </p:nvSpPr>
            <p:spPr>
              <a:xfrm>
                <a:off x="49303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50" y="1"/>
                    </a:move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2"/>
              <p:cNvSpPr/>
              <p:nvPr/>
            </p:nvSpPr>
            <p:spPr>
              <a:xfrm>
                <a:off x="49550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70" y="0"/>
                    </a:moveTo>
                    <a:cubicBezTo>
                      <a:pt x="264" y="0"/>
                      <a:pt x="257" y="0"/>
                      <a:pt x="250" y="1"/>
                    </a:cubicBez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94"/>
                      <a:pt x="108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15"/>
                      <a:pt x="404" y="0"/>
                      <a:pt x="2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2"/>
              <p:cNvSpPr/>
              <p:nvPr/>
            </p:nvSpPr>
            <p:spPr>
              <a:xfrm>
                <a:off x="4979475" y="1418450"/>
                <a:ext cx="131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5" y="513"/>
                      <a:pt x="525" y="394"/>
                      <a:pt x="525" y="251"/>
                    </a:cubicBezTo>
                    <a:cubicBezTo>
                      <a:pt x="525" y="115"/>
                      <a:pt x="416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2"/>
              <p:cNvSpPr/>
              <p:nvPr/>
            </p:nvSpPr>
            <p:spPr>
              <a:xfrm>
                <a:off x="50041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6" y="513"/>
                      <a:pt x="513" y="394"/>
                      <a:pt x="513" y="251"/>
                    </a:cubicBezTo>
                    <a:cubicBezTo>
                      <a:pt x="513" y="115"/>
                      <a:pt x="415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2"/>
              <p:cNvSpPr/>
              <p:nvPr/>
            </p:nvSpPr>
            <p:spPr>
              <a:xfrm>
                <a:off x="50289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62" y="1"/>
                    </a:move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62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2"/>
              <p:cNvSpPr/>
              <p:nvPr/>
            </p:nvSpPr>
            <p:spPr>
              <a:xfrm>
                <a:off x="50536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50" y="1"/>
                    </a:moveTo>
                    <a:cubicBezTo>
                      <a:pt x="107" y="1"/>
                      <a:pt x="0" y="108"/>
                      <a:pt x="0" y="251"/>
                    </a:cubicBezTo>
                    <a:cubicBezTo>
                      <a:pt x="0" y="394"/>
                      <a:pt x="107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2"/>
              <p:cNvSpPr/>
              <p:nvPr/>
            </p:nvSpPr>
            <p:spPr>
              <a:xfrm>
                <a:off x="5078000" y="1418450"/>
                <a:ext cx="131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5" y="513"/>
                      <a:pt x="525" y="394"/>
                      <a:pt x="525" y="251"/>
                    </a:cubicBezTo>
                    <a:cubicBezTo>
                      <a:pt x="525" y="115"/>
                      <a:pt x="416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2"/>
              <p:cNvSpPr/>
              <p:nvPr/>
            </p:nvSpPr>
            <p:spPr>
              <a:xfrm>
                <a:off x="51027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6" y="513"/>
                      <a:pt x="513" y="394"/>
                      <a:pt x="513" y="251"/>
                    </a:cubicBezTo>
                    <a:cubicBezTo>
                      <a:pt x="513" y="115"/>
                      <a:pt x="415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2"/>
              <p:cNvSpPr/>
              <p:nvPr/>
            </p:nvSpPr>
            <p:spPr>
              <a:xfrm>
                <a:off x="512742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0" y="0"/>
                    </a:moveTo>
                    <a:cubicBezTo>
                      <a:pt x="274" y="0"/>
                      <a:pt x="268" y="0"/>
                      <a:pt x="262" y="1"/>
                    </a:cubicBez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62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15"/>
                      <a:pt x="404" y="0"/>
                      <a:pt x="2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2"/>
              <p:cNvSpPr/>
              <p:nvPr/>
            </p:nvSpPr>
            <p:spPr>
              <a:xfrm>
                <a:off x="4916075" y="1478575"/>
                <a:ext cx="2384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9538" h="537" extrusionOk="0">
                    <a:moveTo>
                      <a:pt x="84" y="1"/>
                    </a:moveTo>
                    <a:lnTo>
                      <a:pt x="1" y="537"/>
                    </a:lnTo>
                    <a:lnTo>
                      <a:pt x="9538" y="537"/>
                    </a:lnTo>
                    <a:lnTo>
                      <a:pt x="94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69" name="Google Shape;669;p32"/>
          <p:cNvGrpSpPr/>
          <p:nvPr/>
        </p:nvGrpSpPr>
        <p:grpSpPr>
          <a:xfrm>
            <a:off x="6426582" y="36870"/>
            <a:ext cx="1374874" cy="2436434"/>
            <a:chOff x="2225575" y="3305850"/>
            <a:chExt cx="380125" cy="673625"/>
          </a:xfrm>
        </p:grpSpPr>
        <p:sp>
          <p:nvSpPr>
            <p:cNvPr id="670" name="Google Shape;670;p32"/>
            <p:cNvSpPr/>
            <p:nvPr/>
          </p:nvSpPr>
          <p:spPr>
            <a:xfrm>
              <a:off x="2225850" y="3306013"/>
              <a:ext cx="379850" cy="673300"/>
            </a:xfrm>
            <a:custGeom>
              <a:avLst/>
              <a:gdLst/>
              <a:ahLst/>
              <a:cxnLst/>
              <a:rect l="l" t="t" r="r" b="b"/>
              <a:pathLst>
                <a:path w="15194" h="26932" extrusionOk="0">
                  <a:moveTo>
                    <a:pt x="8978" y="16395"/>
                  </a:moveTo>
                  <a:lnTo>
                    <a:pt x="8978" y="17097"/>
                  </a:lnTo>
                  <a:lnTo>
                    <a:pt x="8835" y="17097"/>
                  </a:lnTo>
                  <a:cubicBezTo>
                    <a:pt x="8573" y="17097"/>
                    <a:pt x="8359" y="17312"/>
                    <a:pt x="8359" y="17574"/>
                  </a:cubicBezTo>
                  <a:lnTo>
                    <a:pt x="8359" y="17967"/>
                  </a:lnTo>
                  <a:lnTo>
                    <a:pt x="8252" y="17967"/>
                  </a:lnTo>
                  <a:cubicBezTo>
                    <a:pt x="8121" y="17967"/>
                    <a:pt x="8002" y="18074"/>
                    <a:pt x="8002" y="18217"/>
                  </a:cubicBezTo>
                  <a:cubicBezTo>
                    <a:pt x="8002" y="18348"/>
                    <a:pt x="8121" y="18467"/>
                    <a:pt x="8252" y="18467"/>
                  </a:cubicBezTo>
                  <a:lnTo>
                    <a:pt x="8359" y="18467"/>
                  </a:lnTo>
                  <a:lnTo>
                    <a:pt x="8359" y="21634"/>
                  </a:lnTo>
                  <a:lnTo>
                    <a:pt x="8252" y="21634"/>
                  </a:lnTo>
                  <a:cubicBezTo>
                    <a:pt x="8121" y="21634"/>
                    <a:pt x="8002" y="21741"/>
                    <a:pt x="8002" y="21884"/>
                  </a:cubicBezTo>
                  <a:cubicBezTo>
                    <a:pt x="8002" y="22015"/>
                    <a:pt x="8121" y="22134"/>
                    <a:pt x="8252" y="22134"/>
                  </a:cubicBezTo>
                  <a:lnTo>
                    <a:pt x="8359" y="22134"/>
                  </a:lnTo>
                  <a:lnTo>
                    <a:pt x="8359" y="22527"/>
                  </a:lnTo>
                  <a:cubicBezTo>
                    <a:pt x="8359" y="22789"/>
                    <a:pt x="8573" y="22991"/>
                    <a:pt x="8835" y="22991"/>
                  </a:cubicBezTo>
                  <a:lnTo>
                    <a:pt x="8966" y="22991"/>
                  </a:lnTo>
                  <a:lnTo>
                    <a:pt x="8966" y="24086"/>
                  </a:lnTo>
                  <a:cubicBezTo>
                    <a:pt x="8966" y="24086"/>
                    <a:pt x="8978" y="24098"/>
                    <a:pt x="8978" y="24098"/>
                  </a:cubicBezTo>
                  <a:lnTo>
                    <a:pt x="6216" y="24098"/>
                  </a:lnTo>
                  <a:cubicBezTo>
                    <a:pt x="6216" y="24098"/>
                    <a:pt x="6216" y="24086"/>
                    <a:pt x="6216" y="24086"/>
                  </a:cubicBezTo>
                  <a:lnTo>
                    <a:pt x="6216" y="22991"/>
                  </a:lnTo>
                  <a:lnTo>
                    <a:pt x="6359" y="22991"/>
                  </a:lnTo>
                  <a:cubicBezTo>
                    <a:pt x="6621" y="22991"/>
                    <a:pt x="6835" y="22789"/>
                    <a:pt x="6835" y="22527"/>
                  </a:cubicBezTo>
                  <a:lnTo>
                    <a:pt x="6835" y="22134"/>
                  </a:lnTo>
                  <a:lnTo>
                    <a:pt x="6930" y="22134"/>
                  </a:lnTo>
                  <a:cubicBezTo>
                    <a:pt x="7073" y="22134"/>
                    <a:pt x="7180" y="22015"/>
                    <a:pt x="7180" y="21884"/>
                  </a:cubicBezTo>
                  <a:cubicBezTo>
                    <a:pt x="7180" y="21741"/>
                    <a:pt x="7073" y="21634"/>
                    <a:pt x="6930" y="21634"/>
                  </a:cubicBezTo>
                  <a:lnTo>
                    <a:pt x="6835" y="21634"/>
                  </a:lnTo>
                  <a:lnTo>
                    <a:pt x="6835" y="18467"/>
                  </a:lnTo>
                  <a:lnTo>
                    <a:pt x="6930" y="18467"/>
                  </a:lnTo>
                  <a:cubicBezTo>
                    <a:pt x="7073" y="18467"/>
                    <a:pt x="7180" y="18348"/>
                    <a:pt x="7180" y="18217"/>
                  </a:cubicBezTo>
                  <a:cubicBezTo>
                    <a:pt x="7180" y="18074"/>
                    <a:pt x="7073" y="17967"/>
                    <a:pt x="6930" y="17967"/>
                  </a:cubicBezTo>
                  <a:lnTo>
                    <a:pt x="6835" y="17967"/>
                  </a:lnTo>
                  <a:lnTo>
                    <a:pt x="6835" y="17574"/>
                  </a:lnTo>
                  <a:cubicBezTo>
                    <a:pt x="6835" y="17312"/>
                    <a:pt x="6621" y="17097"/>
                    <a:pt x="6359" y="17097"/>
                  </a:cubicBezTo>
                  <a:lnTo>
                    <a:pt x="6216" y="17097"/>
                  </a:lnTo>
                  <a:lnTo>
                    <a:pt x="6216" y="16395"/>
                  </a:lnTo>
                  <a:close/>
                  <a:moveTo>
                    <a:pt x="7597" y="0"/>
                  </a:moveTo>
                  <a:cubicBezTo>
                    <a:pt x="7204" y="0"/>
                    <a:pt x="6895" y="322"/>
                    <a:pt x="6895" y="703"/>
                  </a:cubicBezTo>
                  <a:lnTo>
                    <a:pt x="4811" y="703"/>
                  </a:lnTo>
                  <a:cubicBezTo>
                    <a:pt x="4561" y="703"/>
                    <a:pt x="4359" y="905"/>
                    <a:pt x="4359" y="1167"/>
                  </a:cubicBezTo>
                  <a:lnTo>
                    <a:pt x="4359" y="3203"/>
                  </a:lnTo>
                  <a:cubicBezTo>
                    <a:pt x="4359" y="3119"/>
                    <a:pt x="4287" y="3048"/>
                    <a:pt x="4204" y="3048"/>
                  </a:cubicBezTo>
                  <a:cubicBezTo>
                    <a:pt x="4121" y="3048"/>
                    <a:pt x="4049" y="3119"/>
                    <a:pt x="4049" y="3203"/>
                  </a:cubicBezTo>
                  <a:lnTo>
                    <a:pt x="4049" y="3322"/>
                  </a:lnTo>
                  <a:cubicBezTo>
                    <a:pt x="3775" y="3441"/>
                    <a:pt x="3573" y="3715"/>
                    <a:pt x="3573" y="4036"/>
                  </a:cubicBezTo>
                  <a:cubicBezTo>
                    <a:pt x="3573" y="4358"/>
                    <a:pt x="3775" y="4632"/>
                    <a:pt x="4049" y="4751"/>
                  </a:cubicBezTo>
                  <a:lnTo>
                    <a:pt x="4049" y="4870"/>
                  </a:lnTo>
                  <a:cubicBezTo>
                    <a:pt x="4049" y="4953"/>
                    <a:pt x="4121" y="5013"/>
                    <a:pt x="4204" y="5013"/>
                  </a:cubicBezTo>
                  <a:cubicBezTo>
                    <a:pt x="4287" y="5013"/>
                    <a:pt x="4359" y="4953"/>
                    <a:pt x="4359" y="4870"/>
                  </a:cubicBezTo>
                  <a:lnTo>
                    <a:pt x="4359" y="6906"/>
                  </a:lnTo>
                  <a:cubicBezTo>
                    <a:pt x="4359" y="7156"/>
                    <a:pt x="4561" y="7358"/>
                    <a:pt x="4811" y="7358"/>
                  </a:cubicBezTo>
                  <a:lnTo>
                    <a:pt x="6609" y="7358"/>
                  </a:lnTo>
                  <a:lnTo>
                    <a:pt x="6609" y="7477"/>
                  </a:lnTo>
                  <a:cubicBezTo>
                    <a:pt x="6537" y="7489"/>
                    <a:pt x="6478" y="7549"/>
                    <a:pt x="6478" y="7620"/>
                  </a:cubicBezTo>
                  <a:cubicBezTo>
                    <a:pt x="6478" y="7691"/>
                    <a:pt x="6537" y="7751"/>
                    <a:pt x="6609" y="7763"/>
                  </a:cubicBezTo>
                  <a:lnTo>
                    <a:pt x="6609" y="7906"/>
                  </a:lnTo>
                  <a:cubicBezTo>
                    <a:pt x="6537" y="7906"/>
                    <a:pt x="6478" y="7965"/>
                    <a:pt x="6478" y="8037"/>
                  </a:cubicBezTo>
                  <a:cubicBezTo>
                    <a:pt x="6478" y="8120"/>
                    <a:pt x="6537" y="8180"/>
                    <a:pt x="6609" y="8180"/>
                  </a:cubicBezTo>
                  <a:lnTo>
                    <a:pt x="6609" y="8311"/>
                  </a:lnTo>
                  <a:lnTo>
                    <a:pt x="4537" y="8311"/>
                  </a:lnTo>
                  <a:cubicBezTo>
                    <a:pt x="4323" y="8311"/>
                    <a:pt x="4144" y="8489"/>
                    <a:pt x="4144" y="8703"/>
                  </a:cubicBezTo>
                  <a:lnTo>
                    <a:pt x="4144" y="8799"/>
                  </a:lnTo>
                  <a:lnTo>
                    <a:pt x="3930" y="8799"/>
                  </a:lnTo>
                  <a:lnTo>
                    <a:pt x="3930" y="8763"/>
                  </a:lnTo>
                  <a:cubicBezTo>
                    <a:pt x="3930" y="8692"/>
                    <a:pt x="3870" y="8632"/>
                    <a:pt x="3799" y="8632"/>
                  </a:cubicBezTo>
                  <a:cubicBezTo>
                    <a:pt x="3728" y="8632"/>
                    <a:pt x="3668" y="8692"/>
                    <a:pt x="3668" y="8763"/>
                  </a:cubicBezTo>
                  <a:lnTo>
                    <a:pt x="3668" y="8799"/>
                  </a:lnTo>
                  <a:lnTo>
                    <a:pt x="3466" y="8799"/>
                  </a:lnTo>
                  <a:lnTo>
                    <a:pt x="3466" y="8763"/>
                  </a:lnTo>
                  <a:cubicBezTo>
                    <a:pt x="3466" y="8692"/>
                    <a:pt x="3406" y="8632"/>
                    <a:pt x="3335" y="8632"/>
                  </a:cubicBezTo>
                  <a:cubicBezTo>
                    <a:pt x="3263" y="8632"/>
                    <a:pt x="3204" y="8692"/>
                    <a:pt x="3204" y="8763"/>
                  </a:cubicBezTo>
                  <a:lnTo>
                    <a:pt x="3204" y="8894"/>
                  </a:lnTo>
                  <a:cubicBezTo>
                    <a:pt x="3192" y="8906"/>
                    <a:pt x="3180" y="8918"/>
                    <a:pt x="3168" y="8930"/>
                  </a:cubicBezTo>
                  <a:lnTo>
                    <a:pt x="2501" y="8930"/>
                  </a:lnTo>
                  <a:cubicBezTo>
                    <a:pt x="1477" y="8930"/>
                    <a:pt x="644" y="9751"/>
                    <a:pt x="644" y="10775"/>
                  </a:cubicBezTo>
                  <a:lnTo>
                    <a:pt x="644" y="10966"/>
                  </a:lnTo>
                  <a:lnTo>
                    <a:pt x="572" y="10966"/>
                  </a:lnTo>
                  <a:cubicBezTo>
                    <a:pt x="489" y="10966"/>
                    <a:pt x="430" y="11025"/>
                    <a:pt x="430" y="11109"/>
                  </a:cubicBezTo>
                  <a:cubicBezTo>
                    <a:pt x="430" y="11180"/>
                    <a:pt x="489" y="11251"/>
                    <a:pt x="572" y="11251"/>
                  </a:cubicBezTo>
                  <a:lnTo>
                    <a:pt x="644" y="11251"/>
                  </a:lnTo>
                  <a:lnTo>
                    <a:pt x="644" y="11799"/>
                  </a:lnTo>
                  <a:lnTo>
                    <a:pt x="572" y="11799"/>
                  </a:lnTo>
                  <a:cubicBezTo>
                    <a:pt x="489" y="11799"/>
                    <a:pt x="430" y="11859"/>
                    <a:pt x="430" y="11942"/>
                  </a:cubicBezTo>
                  <a:cubicBezTo>
                    <a:pt x="430" y="12013"/>
                    <a:pt x="489" y="12085"/>
                    <a:pt x="572" y="12085"/>
                  </a:cubicBezTo>
                  <a:lnTo>
                    <a:pt x="644" y="12085"/>
                  </a:lnTo>
                  <a:lnTo>
                    <a:pt x="644" y="12633"/>
                  </a:lnTo>
                  <a:lnTo>
                    <a:pt x="572" y="12633"/>
                  </a:lnTo>
                  <a:cubicBezTo>
                    <a:pt x="489" y="12633"/>
                    <a:pt x="430" y="12692"/>
                    <a:pt x="430" y="12775"/>
                  </a:cubicBezTo>
                  <a:cubicBezTo>
                    <a:pt x="430" y="12847"/>
                    <a:pt x="489" y="12918"/>
                    <a:pt x="572" y="12918"/>
                  </a:cubicBezTo>
                  <a:lnTo>
                    <a:pt x="644" y="12918"/>
                  </a:lnTo>
                  <a:lnTo>
                    <a:pt x="644" y="13466"/>
                  </a:lnTo>
                  <a:lnTo>
                    <a:pt x="572" y="13466"/>
                  </a:lnTo>
                  <a:cubicBezTo>
                    <a:pt x="489" y="13466"/>
                    <a:pt x="430" y="13526"/>
                    <a:pt x="430" y="13609"/>
                  </a:cubicBezTo>
                  <a:cubicBezTo>
                    <a:pt x="430" y="13680"/>
                    <a:pt x="489" y="13752"/>
                    <a:pt x="572" y="13752"/>
                  </a:cubicBezTo>
                  <a:lnTo>
                    <a:pt x="644" y="13752"/>
                  </a:lnTo>
                  <a:lnTo>
                    <a:pt x="644" y="14002"/>
                  </a:lnTo>
                  <a:lnTo>
                    <a:pt x="906" y="14002"/>
                  </a:lnTo>
                  <a:lnTo>
                    <a:pt x="906" y="14395"/>
                  </a:lnTo>
                  <a:lnTo>
                    <a:pt x="739" y="14395"/>
                  </a:lnTo>
                  <a:cubicBezTo>
                    <a:pt x="561" y="14395"/>
                    <a:pt x="430" y="14526"/>
                    <a:pt x="430" y="14704"/>
                  </a:cubicBezTo>
                  <a:cubicBezTo>
                    <a:pt x="430" y="14871"/>
                    <a:pt x="561" y="15014"/>
                    <a:pt x="739" y="15014"/>
                  </a:cubicBezTo>
                  <a:lnTo>
                    <a:pt x="906" y="15014"/>
                  </a:lnTo>
                  <a:lnTo>
                    <a:pt x="906" y="16145"/>
                  </a:lnTo>
                  <a:cubicBezTo>
                    <a:pt x="382" y="16264"/>
                    <a:pt x="1" y="16728"/>
                    <a:pt x="1" y="17288"/>
                  </a:cubicBezTo>
                  <a:lnTo>
                    <a:pt x="477" y="17288"/>
                  </a:lnTo>
                  <a:cubicBezTo>
                    <a:pt x="477" y="16895"/>
                    <a:pt x="787" y="16585"/>
                    <a:pt x="1180" y="16585"/>
                  </a:cubicBezTo>
                  <a:cubicBezTo>
                    <a:pt x="1561" y="16585"/>
                    <a:pt x="1882" y="16895"/>
                    <a:pt x="1882" y="17288"/>
                  </a:cubicBezTo>
                  <a:lnTo>
                    <a:pt x="2358" y="17288"/>
                  </a:lnTo>
                  <a:cubicBezTo>
                    <a:pt x="2358" y="16728"/>
                    <a:pt x="1965" y="16264"/>
                    <a:pt x="1442" y="16145"/>
                  </a:cubicBezTo>
                  <a:lnTo>
                    <a:pt x="1442" y="15014"/>
                  </a:lnTo>
                  <a:lnTo>
                    <a:pt x="1620" y="15014"/>
                  </a:lnTo>
                  <a:cubicBezTo>
                    <a:pt x="1787" y="15014"/>
                    <a:pt x="1930" y="14871"/>
                    <a:pt x="1930" y="14704"/>
                  </a:cubicBezTo>
                  <a:cubicBezTo>
                    <a:pt x="1930" y="14526"/>
                    <a:pt x="1787" y="14395"/>
                    <a:pt x="1620" y="14395"/>
                  </a:cubicBezTo>
                  <a:lnTo>
                    <a:pt x="1442" y="14395"/>
                  </a:lnTo>
                  <a:lnTo>
                    <a:pt x="1442" y="14002"/>
                  </a:lnTo>
                  <a:lnTo>
                    <a:pt x="1704" y="14002"/>
                  </a:lnTo>
                  <a:lnTo>
                    <a:pt x="1704" y="13752"/>
                  </a:lnTo>
                  <a:lnTo>
                    <a:pt x="1787" y="13752"/>
                  </a:lnTo>
                  <a:cubicBezTo>
                    <a:pt x="1858" y="13752"/>
                    <a:pt x="1930" y="13680"/>
                    <a:pt x="1930" y="13609"/>
                  </a:cubicBezTo>
                  <a:cubicBezTo>
                    <a:pt x="1930" y="13526"/>
                    <a:pt x="1870" y="13466"/>
                    <a:pt x="1787" y="13466"/>
                  </a:cubicBezTo>
                  <a:lnTo>
                    <a:pt x="1704" y="13466"/>
                  </a:lnTo>
                  <a:lnTo>
                    <a:pt x="1704" y="12918"/>
                  </a:lnTo>
                  <a:lnTo>
                    <a:pt x="1787" y="12918"/>
                  </a:lnTo>
                  <a:cubicBezTo>
                    <a:pt x="1858" y="12918"/>
                    <a:pt x="1930" y="12847"/>
                    <a:pt x="1930" y="12775"/>
                  </a:cubicBezTo>
                  <a:cubicBezTo>
                    <a:pt x="1930" y="12692"/>
                    <a:pt x="1870" y="12633"/>
                    <a:pt x="1787" y="12633"/>
                  </a:cubicBezTo>
                  <a:lnTo>
                    <a:pt x="1704" y="12633"/>
                  </a:lnTo>
                  <a:lnTo>
                    <a:pt x="1704" y="12085"/>
                  </a:lnTo>
                  <a:lnTo>
                    <a:pt x="1787" y="12085"/>
                  </a:lnTo>
                  <a:cubicBezTo>
                    <a:pt x="1858" y="12085"/>
                    <a:pt x="1930" y="12013"/>
                    <a:pt x="1930" y="11942"/>
                  </a:cubicBezTo>
                  <a:cubicBezTo>
                    <a:pt x="1930" y="11859"/>
                    <a:pt x="1870" y="11799"/>
                    <a:pt x="1787" y="11799"/>
                  </a:cubicBezTo>
                  <a:lnTo>
                    <a:pt x="1704" y="11799"/>
                  </a:lnTo>
                  <a:lnTo>
                    <a:pt x="1704" y="11251"/>
                  </a:lnTo>
                  <a:lnTo>
                    <a:pt x="1787" y="11251"/>
                  </a:lnTo>
                  <a:cubicBezTo>
                    <a:pt x="1858" y="11251"/>
                    <a:pt x="1930" y="11180"/>
                    <a:pt x="1930" y="11109"/>
                  </a:cubicBezTo>
                  <a:cubicBezTo>
                    <a:pt x="1930" y="11025"/>
                    <a:pt x="1870" y="10966"/>
                    <a:pt x="1787" y="10966"/>
                  </a:cubicBezTo>
                  <a:lnTo>
                    <a:pt x="1704" y="10966"/>
                  </a:lnTo>
                  <a:lnTo>
                    <a:pt x="1704" y="10775"/>
                  </a:lnTo>
                  <a:cubicBezTo>
                    <a:pt x="1704" y="10335"/>
                    <a:pt x="2061" y="9977"/>
                    <a:pt x="2501" y="9977"/>
                  </a:cubicBezTo>
                  <a:lnTo>
                    <a:pt x="3168" y="9977"/>
                  </a:lnTo>
                  <a:cubicBezTo>
                    <a:pt x="3180" y="9989"/>
                    <a:pt x="3192" y="10001"/>
                    <a:pt x="3204" y="10013"/>
                  </a:cubicBezTo>
                  <a:lnTo>
                    <a:pt x="3204" y="10144"/>
                  </a:lnTo>
                  <a:cubicBezTo>
                    <a:pt x="3204" y="10216"/>
                    <a:pt x="3263" y="10275"/>
                    <a:pt x="3335" y="10275"/>
                  </a:cubicBezTo>
                  <a:cubicBezTo>
                    <a:pt x="3418" y="10275"/>
                    <a:pt x="3478" y="10216"/>
                    <a:pt x="3478" y="10144"/>
                  </a:cubicBezTo>
                  <a:lnTo>
                    <a:pt x="3478" y="10108"/>
                  </a:lnTo>
                  <a:lnTo>
                    <a:pt x="3668" y="10108"/>
                  </a:lnTo>
                  <a:lnTo>
                    <a:pt x="3668" y="10144"/>
                  </a:lnTo>
                  <a:cubicBezTo>
                    <a:pt x="3668" y="10216"/>
                    <a:pt x="3728" y="10275"/>
                    <a:pt x="3799" y="10275"/>
                  </a:cubicBezTo>
                  <a:cubicBezTo>
                    <a:pt x="3870" y="10275"/>
                    <a:pt x="3930" y="10216"/>
                    <a:pt x="3930" y="10144"/>
                  </a:cubicBezTo>
                  <a:lnTo>
                    <a:pt x="3930" y="10108"/>
                  </a:lnTo>
                  <a:lnTo>
                    <a:pt x="4144" y="10108"/>
                  </a:lnTo>
                  <a:lnTo>
                    <a:pt x="4144" y="13966"/>
                  </a:lnTo>
                  <a:lnTo>
                    <a:pt x="4144" y="14454"/>
                  </a:lnTo>
                  <a:lnTo>
                    <a:pt x="4144" y="14788"/>
                  </a:lnTo>
                  <a:cubicBezTo>
                    <a:pt x="4144" y="15014"/>
                    <a:pt x="4323" y="15180"/>
                    <a:pt x="4537" y="15180"/>
                  </a:cubicBezTo>
                  <a:lnTo>
                    <a:pt x="4799" y="15180"/>
                  </a:lnTo>
                  <a:lnTo>
                    <a:pt x="4799" y="15990"/>
                  </a:lnTo>
                  <a:cubicBezTo>
                    <a:pt x="4799" y="16204"/>
                    <a:pt x="4978" y="16383"/>
                    <a:pt x="5192" y="16383"/>
                  </a:cubicBezTo>
                  <a:lnTo>
                    <a:pt x="5240" y="16383"/>
                  </a:lnTo>
                  <a:lnTo>
                    <a:pt x="5240" y="17097"/>
                  </a:lnTo>
                  <a:lnTo>
                    <a:pt x="5097" y="17097"/>
                  </a:lnTo>
                  <a:cubicBezTo>
                    <a:pt x="4847" y="17097"/>
                    <a:pt x="4632" y="17300"/>
                    <a:pt x="4632" y="17562"/>
                  </a:cubicBezTo>
                  <a:lnTo>
                    <a:pt x="4632" y="17955"/>
                  </a:lnTo>
                  <a:lnTo>
                    <a:pt x="4502" y="17955"/>
                  </a:lnTo>
                  <a:cubicBezTo>
                    <a:pt x="4359" y="17955"/>
                    <a:pt x="4251" y="18074"/>
                    <a:pt x="4251" y="18205"/>
                  </a:cubicBezTo>
                  <a:cubicBezTo>
                    <a:pt x="4251" y="18348"/>
                    <a:pt x="4359" y="18455"/>
                    <a:pt x="4502" y="18455"/>
                  </a:cubicBezTo>
                  <a:lnTo>
                    <a:pt x="4632" y="18455"/>
                  </a:lnTo>
                  <a:lnTo>
                    <a:pt x="4632" y="21622"/>
                  </a:lnTo>
                  <a:lnTo>
                    <a:pt x="4502" y="21622"/>
                  </a:lnTo>
                  <a:cubicBezTo>
                    <a:pt x="4359" y="21622"/>
                    <a:pt x="4251" y="21741"/>
                    <a:pt x="4251" y="21872"/>
                  </a:cubicBezTo>
                  <a:cubicBezTo>
                    <a:pt x="4251" y="22015"/>
                    <a:pt x="4359" y="22122"/>
                    <a:pt x="4502" y="22122"/>
                  </a:cubicBezTo>
                  <a:lnTo>
                    <a:pt x="4632" y="22122"/>
                  </a:lnTo>
                  <a:lnTo>
                    <a:pt x="4632" y="22515"/>
                  </a:lnTo>
                  <a:cubicBezTo>
                    <a:pt x="4632" y="22777"/>
                    <a:pt x="4835" y="22991"/>
                    <a:pt x="5097" y="22991"/>
                  </a:cubicBezTo>
                  <a:lnTo>
                    <a:pt x="5240" y="22991"/>
                  </a:lnTo>
                  <a:lnTo>
                    <a:pt x="5240" y="24074"/>
                  </a:lnTo>
                  <a:cubicBezTo>
                    <a:pt x="5240" y="24086"/>
                    <a:pt x="5240" y="24086"/>
                    <a:pt x="5240" y="24098"/>
                  </a:cubicBezTo>
                  <a:lnTo>
                    <a:pt x="4406" y="24098"/>
                  </a:lnTo>
                  <a:cubicBezTo>
                    <a:pt x="4275" y="24098"/>
                    <a:pt x="4156" y="24182"/>
                    <a:pt x="4097" y="24289"/>
                  </a:cubicBezTo>
                  <a:lnTo>
                    <a:pt x="3370" y="24289"/>
                  </a:lnTo>
                  <a:lnTo>
                    <a:pt x="3370" y="23229"/>
                  </a:lnTo>
                  <a:cubicBezTo>
                    <a:pt x="3549" y="23170"/>
                    <a:pt x="3680" y="22991"/>
                    <a:pt x="3680" y="22777"/>
                  </a:cubicBezTo>
                  <a:lnTo>
                    <a:pt x="3680" y="21515"/>
                  </a:lnTo>
                  <a:lnTo>
                    <a:pt x="3680" y="20645"/>
                  </a:lnTo>
                  <a:cubicBezTo>
                    <a:pt x="3680" y="20384"/>
                    <a:pt x="3466" y="20157"/>
                    <a:pt x="3192" y="20157"/>
                  </a:cubicBezTo>
                  <a:lnTo>
                    <a:pt x="1311" y="20157"/>
                  </a:lnTo>
                  <a:cubicBezTo>
                    <a:pt x="1049" y="20157"/>
                    <a:pt x="822" y="20384"/>
                    <a:pt x="822" y="20645"/>
                  </a:cubicBezTo>
                  <a:lnTo>
                    <a:pt x="822" y="21515"/>
                  </a:lnTo>
                  <a:lnTo>
                    <a:pt x="822" y="22777"/>
                  </a:lnTo>
                  <a:cubicBezTo>
                    <a:pt x="822" y="22991"/>
                    <a:pt x="953" y="23170"/>
                    <a:pt x="1144" y="23229"/>
                  </a:cubicBezTo>
                  <a:lnTo>
                    <a:pt x="1144" y="25694"/>
                  </a:lnTo>
                  <a:lnTo>
                    <a:pt x="1144" y="26444"/>
                  </a:lnTo>
                  <a:cubicBezTo>
                    <a:pt x="1144" y="26718"/>
                    <a:pt x="1358" y="26932"/>
                    <a:pt x="1632" y="26932"/>
                  </a:cubicBezTo>
                  <a:lnTo>
                    <a:pt x="2870" y="26932"/>
                  </a:lnTo>
                  <a:cubicBezTo>
                    <a:pt x="3144" y="26932"/>
                    <a:pt x="3370" y="26718"/>
                    <a:pt x="3370" y="26444"/>
                  </a:cubicBezTo>
                  <a:lnTo>
                    <a:pt x="3370" y="25694"/>
                  </a:lnTo>
                  <a:lnTo>
                    <a:pt x="3370" y="24574"/>
                  </a:lnTo>
                  <a:lnTo>
                    <a:pt x="4097" y="24574"/>
                  </a:lnTo>
                  <a:cubicBezTo>
                    <a:pt x="4156" y="24682"/>
                    <a:pt x="4275" y="24765"/>
                    <a:pt x="4406" y="24765"/>
                  </a:cubicBezTo>
                  <a:lnTo>
                    <a:pt x="4573" y="24765"/>
                  </a:lnTo>
                  <a:lnTo>
                    <a:pt x="4573" y="25241"/>
                  </a:lnTo>
                  <a:cubicBezTo>
                    <a:pt x="4573" y="25456"/>
                    <a:pt x="4752" y="25634"/>
                    <a:pt x="4978" y="25634"/>
                  </a:cubicBezTo>
                  <a:lnTo>
                    <a:pt x="10217" y="25634"/>
                  </a:lnTo>
                  <a:cubicBezTo>
                    <a:pt x="10431" y="25634"/>
                    <a:pt x="10609" y="25456"/>
                    <a:pt x="10609" y="25241"/>
                  </a:cubicBezTo>
                  <a:lnTo>
                    <a:pt x="10609" y="24765"/>
                  </a:lnTo>
                  <a:lnTo>
                    <a:pt x="10788" y="24765"/>
                  </a:lnTo>
                  <a:cubicBezTo>
                    <a:pt x="10919" y="24765"/>
                    <a:pt x="11038" y="24682"/>
                    <a:pt x="11086" y="24574"/>
                  </a:cubicBezTo>
                  <a:lnTo>
                    <a:pt x="11824" y="24574"/>
                  </a:lnTo>
                  <a:lnTo>
                    <a:pt x="11824" y="25694"/>
                  </a:lnTo>
                  <a:lnTo>
                    <a:pt x="11824" y="26444"/>
                  </a:lnTo>
                  <a:cubicBezTo>
                    <a:pt x="11824" y="26718"/>
                    <a:pt x="12050" y="26932"/>
                    <a:pt x="12312" y="26932"/>
                  </a:cubicBezTo>
                  <a:lnTo>
                    <a:pt x="13562" y="26932"/>
                  </a:lnTo>
                  <a:cubicBezTo>
                    <a:pt x="13824" y="26932"/>
                    <a:pt x="14050" y="26718"/>
                    <a:pt x="14050" y="26444"/>
                  </a:cubicBezTo>
                  <a:lnTo>
                    <a:pt x="14050" y="25694"/>
                  </a:lnTo>
                  <a:lnTo>
                    <a:pt x="14050" y="23229"/>
                  </a:lnTo>
                  <a:cubicBezTo>
                    <a:pt x="14229" y="23170"/>
                    <a:pt x="14372" y="22991"/>
                    <a:pt x="14372" y="22777"/>
                  </a:cubicBezTo>
                  <a:lnTo>
                    <a:pt x="14372" y="21515"/>
                  </a:lnTo>
                  <a:lnTo>
                    <a:pt x="14372" y="20645"/>
                  </a:lnTo>
                  <a:cubicBezTo>
                    <a:pt x="14372" y="20384"/>
                    <a:pt x="14146" y="20157"/>
                    <a:pt x="13872" y="20157"/>
                  </a:cubicBezTo>
                  <a:lnTo>
                    <a:pt x="12002" y="20157"/>
                  </a:lnTo>
                  <a:cubicBezTo>
                    <a:pt x="11729" y="20157"/>
                    <a:pt x="11502" y="20384"/>
                    <a:pt x="11502" y="20645"/>
                  </a:cubicBezTo>
                  <a:lnTo>
                    <a:pt x="11502" y="21515"/>
                  </a:lnTo>
                  <a:lnTo>
                    <a:pt x="11502" y="22777"/>
                  </a:lnTo>
                  <a:cubicBezTo>
                    <a:pt x="11502" y="22991"/>
                    <a:pt x="11645" y="23170"/>
                    <a:pt x="11824" y="23229"/>
                  </a:cubicBezTo>
                  <a:lnTo>
                    <a:pt x="11824" y="24289"/>
                  </a:lnTo>
                  <a:lnTo>
                    <a:pt x="11086" y="24289"/>
                  </a:lnTo>
                  <a:cubicBezTo>
                    <a:pt x="11038" y="24182"/>
                    <a:pt x="10919" y="24098"/>
                    <a:pt x="10788" y="24098"/>
                  </a:cubicBezTo>
                  <a:lnTo>
                    <a:pt x="9943" y="24098"/>
                  </a:lnTo>
                  <a:cubicBezTo>
                    <a:pt x="9943" y="24086"/>
                    <a:pt x="9955" y="24086"/>
                    <a:pt x="9955" y="24074"/>
                  </a:cubicBezTo>
                  <a:lnTo>
                    <a:pt x="9955" y="22991"/>
                  </a:lnTo>
                  <a:lnTo>
                    <a:pt x="10086" y="22991"/>
                  </a:lnTo>
                  <a:cubicBezTo>
                    <a:pt x="10347" y="22991"/>
                    <a:pt x="10562" y="22777"/>
                    <a:pt x="10562" y="22515"/>
                  </a:cubicBezTo>
                  <a:lnTo>
                    <a:pt x="10562" y="22122"/>
                  </a:lnTo>
                  <a:lnTo>
                    <a:pt x="10693" y="22122"/>
                  </a:lnTo>
                  <a:cubicBezTo>
                    <a:pt x="10836" y="22122"/>
                    <a:pt x="10943" y="22015"/>
                    <a:pt x="10943" y="21872"/>
                  </a:cubicBezTo>
                  <a:cubicBezTo>
                    <a:pt x="10943" y="21741"/>
                    <a:pt x="10836" y="21622"/>
                    <a:pt x="10693" y="21622"/>
                  </a:cubicBezTo>
                  <a:lnTo>
                    <a:pt x="10562" y="21622"/>
                  </a:lnTo>
                  <a:lnTo>
                    <a:pt x="10562" y="18455"/>
                  </a:lnTo>
                  <a:lnTo>
                    <a:pt x="10693" y="18455"/>
                  </a:lnTo>
                  <a:cubicBezTo>
                    <a:pt x="10836" y="18455"/>
                    <a:pt x="10943" y="18348"/>
                    <a:pt x="10943" y="18205"/>
                  </a:cubicBezTo>
                  <a:cubicBezTo>
                    <a:pt x="10943" y="18074"/>
                    <a:pt x="10836" y="17955"/>
                    <a:pt x="10693" y="17955"/>
                  </a:cubicBezTo>
                  <a:lnTo>
                    <a:pt x="10562" y="17955"/>
                  </a:lnTo>
                  <a:lnTo>
                    <a:pt x="10562" y="17562"/>
                  </a:lnTo>
                  <a:cubicBezTo>
                    <a:pt x="10562" y="17300"/>
                    <a:pt x="10347" y="17097"/>
                    <a:pt x="10086" y="17097"/>
                  </a:cubicBezTo>
                  <a:lnTo>
                    <a:pt x="9955" y="17097"/>
                  </a:lnTo>
                  <a:lnTo>
                    <a:pt x="9955" y="16383"/>
                  </a:lnTo>
                  <a:lnTo>
                    <a:pt x="10002" y="16383"/>
                  </a:lnTo>
                  <a:cubicBezTo>
                    <a:pt x="10217" y="16383"/>
                    <a:pt x="10395" y="16204"/>
                    <a:pt x="10395" y="15990"/>
                  </a:cubicBezTo>
                  <a:lnTo>
                    <a:pt x="10395" y="15180"/>
                  </a:lnTo>
                  <a:lnTo>
                    <a:pt x="10645" y="15180"/>
                  </a:lnTo>
                  <a:cubicBezTo>
                    <a:pt x="10871" y="15180"/>
                    <a:pt x="11050" y="15014"/>
                    <a:pt x="11050" y="14788"/>
                  </a:cubicBezTo>
                  <a:lnTo>
                    <a:pt x="11050" y="14454"/>
                  </a:lnTo>
                  <a:lnTo>
                    <a:pt x="11050" y="13966"/>
                  </a:lnTo>
                  <a:lnTo>
                    <a:pt x="11050" y="10108"/>
                  </a:lnTo>
                  <a:lnTo>
                    <a:pt x="11264" y="10108"/>
                  </a:lnTo>
                  <a:lnTo>
                    <a:pt x="11264" y="10144"/>
                  </a:lnTo>
                  <a:cubicBezTo>
                    <a:pt x="11264" y="10216"/>
                    <a:pt x="11324" y="10275"/>
                    <a:pt x="11395" y="10275"/>
                  </a:cubicBezTo>
                  <a:cubicBezTo>
                    <a:pt x="11467" y="10275"/>
                    <a:pt x="11526" y="10216"/>
                    <a:pt x="11526" y="10144"/>
                  </a:cubicBezTo>
                  <a:lnTo>
                    <a:pt x="11526" y="10108"/>
                  </a:lnTo>
                  <a:lnTo>
                    <a:pt x="11717" y="10108"/>
                  </a:lnTo>
                  <a:lnTo>
                    <a:pt x="11717" y="10144"/>
                  </a:lnTo>
                  <a:cubicBezTo>
                    <a:pt x="11717" y="10216"/>
                    <a:pt x="11776" y="10275"/>
                    <a:pt x="11848" y="10275"/>
                  </a:cubicBezTo>
                  <a:cubicBezTo>
                    <a:pt x="11931" y="10275"/>
                    <a:pt x="11991" y="10216"/>
                    <a:pt x="11991" y="10144"/>
                  </a:cubicBezTo>
                  <a:lnTo>
                    <a:pt x="11991" y="10013"/>
                  </a:lnTo>
                  <a:cubicBezTo>
                    <a:pt x="12002" y="10001"/>
                    <a:pt x="12014" y="9989"/>
                    <a:pt x="12026" y="9977"/>
                  </a:cubicBezTo>
                  <a:lnTo>
                    <a:pt x="12693" y="9977"/>
                  </a:lnTo>
                  <a:cubicBezTo>
                    <a:pt x="13134" y="9977"/>
                    <a:pt x="13479" y="10335"/>
                    <a:pt x="13479" y="10775"/>
                  </a:cubicBezTo>
                  <a:lnTo>
                    <a:pt x="13479" y="10966"/>
                  </a:lnTo>
                  <a:lnTo>
                    <a:pt x="13407" y="10966"/>
                  </a:lnTo>
                  <a:cubicBezTo>
                    <a:pt x="13324" y="10966"/>
                    <a:pt x="13265" y="11025"/>
                    <a:pt x="13265" y="11109"/>
                  </a:cubicBezTo>
                  <a:cubicBezTo>
                    <a:pt x="13265" y="11180"/>
                    <a:pt x="13324" y="11251"/>
                    <a:pt x="13407" y="11251"/>
                  </a:cubicBezTo>
                  <a:lnTo>
                    <a:pt x="13479" y="11251"/>
                  </a:lnTo>
                  <a:lnTo>
                    <a:pt x="13479" y="11799"/>
                  </a:lnTo>
                  <a:lnTo>
                    <a:pt x="13407" y="11799"/>
                  </a:lnTo>
                  <a:cubicBezTo>
                    <a:pt x="13324" y="11799"/>
                    <a:pt x="13265" y="11859"/>
                    <a:pt x="13265" y="11942"/>
                  </a:cubicBezTo>
                  <a:cubicBezTo>
                    <a:pt x="13265" y="12013"/>
                    <a:pt x="13324" y="12085"/>
                    <a:pt x="13407" y="12085"/>
                  </a:cubicBezTo>
                  <a:lnTo>
                    <a:pt x="13479" y="12085"/>
                  </a:lnTo>
                  <a:lnTo>
                    <a:pt x="13479" y="12633"/>
                  </a:lnTo>
                  <a:lnTo>
                    <a:pt x="13407" y="12633"/>
                  </a:lnTo>
                  <a:cubicBezTo>
                    <a:pt x="13324" y="12633"/>
                    <a:pt x="13265" y="12692"/>
                    <a:pt x="13265" y="12775"/>
                  </a:cubicBezTo>
                  <a:cubicBezTo>
                    <a:pt x="13265" y="12847"/>
                    <a:pt x="13324" y="12918"/>
                    <a:pt x="13407" y="12918"/>
                  </a:cubicBezTo>
                  <a:lnTo>
                    <a:pt x="13479" y="12918"/>
                  </a:lnTo>
                  <a:lnTo>
                    <a:pt x="13479" y="13466"/>
                  </a:lnTo>
                  <a:lnTo>
                    <a:pt x="13407" y="13466"/>
                  </a:lnTo>
                  <a:cubicBezTo>
                    <a:pt x="13324" y="13466"/>
                    <a:pt x="13265" y="13526"/>
                    <a:pt x="13265" y="13609"/>
                  </a:cubicBezTo>
                  <a:cubicBezTo>
                    <a:pt x="13265" y="13680"/>
                    <a:pt x="13324" y="13752"/>
                    <a:pt x="13407" y="13752"/>
                  </a:cubicBezTo>
                  <a:lnTo>
                    <a:pt x="13479" y="13752"/>
                  </a:lnTo>
                  <a:lnTo>
                    <a:pt x="13479" y="14002"/>
                  </a:lnTo>
                  <a:lnTo>
                    <a:pt x="13753" y="14002"/>
                  </a:lnTo>
                  <a:lnTo>
                    <a:pt x="13753" y="14395"/>
                  </a:lnTo>
                  <a:lnTo>
                    <a:pt x="13574" y="14395"/>
                  </a:lnTo>
                  <a:cubicBezTo>
                    <a:pt x="13407" y="14395"/>
                    <a:pt x="13265" y="14526"/>
                    <a:pt x="13265" y="14704"/>
                  </a:cubicBezTo>
                  <a:cubicBezTo>
                    <a:pt x="13265" y="14871"/>
                    <a:pt x="13407" y="15014"/>
                    <a:pt x="13574" y="15014"/>
                  </a:cubicBezTo>
                  <a:lnTo>
                    <a:pt x="13753" y="15014"/>
                  </a:lnTo>
                  <a:lnTo>
                    <a:pt x="13753" y="16145"/>
                  </a:lnTo>
                  <a:cubicBezTo>
                    <a:pt x="13229" y="16264"/>
                    <a:pt x="12836" y="16728"/>
                    <a:pt x="12836" y="17288"/>
                  </a:cubicBezTo>
                  <a:lnTo>
                    <a:pt x="13312" y="17288"/>
                  </a:lnTo>
                  <a:cubicBezTo>
                    <a:pt x="13312" y="16895"/>
                    <a:pt x="13622" y="16585"/>
                    <a:pt x="14015" y="16585"/>
                  </a:cubicBezTo>
                  <a:cubicBezTo>
                    <a:pt x="14408" y="16585"/>
                    <a:pt x="14717" y="16895"/>
                    <a:pt x="14717" y="17288"/>
                  </a:cubicBezTo>
                  <a:lnTo>
                    <a:pt x="15193" y="17288"/>
                  </a:lnTo>
                  <a:cubicBezTo>
                    <a:pt x="15193" y="16728"/>
                    <a:pt x="14800" y="16264"/>
                    <a:pt x="14277" y="16145"/>
                  </a:cubicBezTo>
                  <a:lnTo>
                    <a:pt x="14277" y="15014"/>
                  </a:lnTo>
                  <a:lnTo>
                    <a:pt x="14455" y="15014"/>
                  </a:lnTo>
                  <a:cubicBezTo>
                    <a:pt x="14622" y="15014"/>
                    <a:pt x="14765" y="14871"/>
                    <a:pt x="14765" y="14704"/>
                  </a:cubicBezTo>
                  <a:cubicBezTo>
                    <a:pt x="14765" y="14526"/>
                    <a:pt x="14622" y="14395"/>
                    <a:pt x="14455" y="14395"/>
                  </a:cubicBezTo>
                  <a:lnTo>
                    <a:pt x="14277" y="14395"/>
                  </a:lnTo>
                  <a:lnTo>
                    <a:pt x="14277" y="14002"/>
                  </a:lnTo>
                  <a:lnTo>
                    <a:pt x="14538" y="14002"/>
                  </a:lnTo>
                  <a:lnTo>
                    <a:pt x="14538" y="13752"/>
                  </a:lnTo>
                  <a:lnTo>
                    <a:pt x="14622" y="13752"/>
                  </a:lnTo>
                  <a:cubicBezTo>
                    <a:pt x="14693" y="13752"/>
                    <a:pt x="14765" y="13680"/>
                    <a:pt x="14765" y="13609"/>
                  </a:cubicBezTo>
                  <a:cubicBezTo>
                    <a:pt x="14765" y="13526"/>
                    <a:pt x="14705" y="13466"/>
                    <a:pt x="14622" y="13466"/>
                  </a:cubicBezTo>
                  <a:lnTo>
                    <a:pt x="14538" y="13466"/>
                  </a:lnTo>
                  <a:lnTo>
                    <a:pt x="14538" y="12918"/>
                  </a:lnTo>
                  <a:lnTo>
                    <a:pt x="14622" y="12918"/>
                  </a:lnTo>
                  <a:cubicBezTo>
                    <a:pt x="14693" y="12918"/>
                    <a:pt x="14765" y="12847"/>
                    <a:pt x="14765" y="12775"/>
                  </a:cubicBezTo>
                  <a:cubicBezTo>
                    <a:pt x="14765" y="12692"/>
                    <a:pt x="14705" y="12633"/>
                    <a:pt x="14622" y="12633"/>
                  </a:cubicBezTo>
                  <a:lnTo>
                    <a:pt x="14538" y="12633"/>
                  </a:lnTo>
                  <a:lnTo>
                    <a:pt x="14538" y="12085"/>
                  </a:lnTo>
                  <a:lnTo>
                    <a:pt x="14622" y="12085"/>
                  </a:lnTo>
                  <a:cubicBezTo>
                    <a:pt x="14693" y="12085"/>
                    <a:pt x="14765" y="12013"/>
                    <a:pt x="14765" y="11942"/>
                  </a:cubicBezTo>
                  <a:cubicBezTo>
                    <a:pt x="14765" y="11859"/>
                    <a:pt x="14705" y="11799"/>
                    <a:pt x="14622" y="11799"/>
                  </a:cubicBezTo>
                  <a:lnTo>
                    <a:pt x="14538" y="11799"/>
                  </a:lnTo>
                  <a:lnTo>
                    <a:pt x="14538" y="11251"/>
                  </a:lnTo>
                  <a:lnTo>
                    <a:pt x="14622" y="11251"/>
                  </a:lnTo>
                  <a:cubicBezTo>
                    <a:pt x="14693" y="11251"/>
                    <a:pt x="14765" y="11180"/>
                    <a:pt x="14765" y="11109"/>
                  </a:cubicBezTo>
                  <a:cubicBezTo>
                    <a:pt x="14765" y="11025"/>
                    <a:pt x="14705" y="10966"/>
                    <a:pt x="14622" y="10966"/>
                  </a:cubicBezTo>
                  <a:lnTo>
                    <a:pt x="14538" y="10966"/>
                  </a:lnTo>
                  <a:lnTo>
                    <a:pt x="14538" y="10775"/>
                  </a:lnTo>
                  <a:cubicBezTo>
                    <a:pt x="14538" y="9751"/>
                    <a:pt x="13705" y="8930"/>
                    <a:pt x="12693" y="8930"/>
                  </a:cubicBezTo>
                  <a:lnTo>
                    <a:pt x="12026" y="8930"/>
                  </a:lnTo>
                  <a:cubicBezTo>
                    <a:pt x="12014" y="8918"/>
                    <a:pt x="12002" y="8906"/>
                    <a:pt x="11991" y="8894"/>
                  </a:cubicBezTo>
                  <a:lnTo>
                    <a:pt x="11991" y="8763"/>
                  </a:lnTo>
                  <a:cubicBezTo>
                    <a:pt x="11991" y="8692"/>
                    <a:pt x="11931" y="8632"/>
                    <a:pt x="11848" y="8632"/>
                  </a:cubicBezTo>
                  <a:cubicBezTo>
                    <a:pt x="11776" y="8632"/>
                    <a:pt x="11717" y="8692"/>
                    <a:pt x="11717" y="8763"/>
                  </a:cubicBezTo>
                  <a:lnTo>
                    <a:pt x="11717" y="8799"/>
                  </a:lnTo>
                  <a:lnTo>
                    <a:pt x="11526" y="8799"/>
                  </a:lnTo>
                  <a:lnTo>
                    <a:pt x="11526" y="8763"/>
                  </a:lnTo>
                  <a:cubicBezTo>
                    <a:pt x="11526" y="8692"/>
                    <a:pt x="11467" y="8632"/>
                    <a:pt x="11395" y="8632"/>
                  </a:cubicBezTo>
                  <a:cubicBezTo>
                    <a:pt x="11324" y="8632"/>
                    <a:pt x="11264" y="8692"/>
                    <a:pt x="11264" y="8763"/>
                  </a:cubicBezTo>
                  <a:lnTo>
                    <a:pt x="11264" y="8799"/>
                  </a:lnTo>
                  <a:lnTo>
                    <a:pt x="11050" y="8799"/>
                  </a:lnTo>
                  <a:lnTo>
                    <a:pt x="11050" y="8703"/>
                  </a:lnTo>
                  <a:cubicBezTo>
                    <a:pt x="11050" y="8489"/>
                    <a:pt x="10871" y="8311"/>
                    <a:pt x="10645" y="8311"/>
                  </a:cubicBezTo>
                  <a:lnTo>
                    <a:pt x="8573" y="8311"/>
                  </a:lnTo>
                  <a:lnTo>
                    <a:pt x="8573" y="8180"/>
                  </a:lnTo>
                  <a:cubicBezTo>
                    <a:pt x="8645" y="8180"/>
                    <a:pt x="8716" y="8120"/>
                    <a:pt x="8716" y="8037"/>
                  </a:cubicBezTo>
                  <a:cubicBezTo>
                    <a:pt x="8716" y="7965"/>
                    <a:pt x="8657" y="7906"/>
                    <a:pt x="8573" y="7906"/>
                  </a:cubicBezTo>
                  <a:lnTo>
                    <a:pt x="8573" y="7763"/>
                  </a:lnTo>
                  <a:cubicBezTo>
                    <a:pt x="8645" y="7751"/>
                    <a:pt x="8716" y="7691"/>
                    <a:pt x="8716" y="7620"/>
                  </a:cubicBezTo>
                  <a:cubicBezTo>
                    <a:pt x="8716" y="7549"/>
                    <a:pt x="8657" y="7489"/>
                    <a:pt x="8573" y="7477"/>
                  </a:cubicBezTo>
                  <a:lnTo>
                    <a:pt x="8573" y="7358"/>
                  </a:lnTo>
                  <a:lnTo>
                    <a:pt x="10371" y="7358"/>
                  </a:lnTo>
                  <a:cubicBezTo>
                    <a:pt x="10633" y="7358"/>
                    <a:pt x="10836" y="7156"/>
                    <a:pt x="10836" y="6906"/>
                  </a:cubicBezTo>
                  <a:lnTo>
                    <a:pt x="10836" y="4870"/>
                  </a:lnTo>
                  <a:cubicBezTo>
                    <a:pt x="10836" y="4953"/>
                    <a:pt x="10907" y="5013"/>
                    <a:pt x="10990" y="5013"/>
                  </a:cubicBezTo>
                  <a:cubicBezTo>
                    <a:pt x="11074" y="5013"/>
                    <a:pt x="11145" y="4953"/>
                    <a:pt x="11145" y="4870"/>
                  </a:cubicBezTo>
                  <a:lnTo>
                    <a:pt x="11145" y="4751"/>
                  </a:lnTo>
                  <a:cubicBezTo>
                    <a:pt x="11419" y="4632"/>
                    <a:pt x="11610" y="4358"/>
                    <a:pt x="11610" y="4036"/>
                  </a:cubicBezTo>
                  <a:cubicBezTo>
                    <a:pt x="11610" y="3715"/>
                    <a:pt x="11419" y="3441"/>
                    <a:pt x="11145" y="3322"/>
                  </a:cubicBezTo>
                  <a:lnTo>
                    <a:pt x="11145" y="3203"/>
                  </a:lnTo>
                  <a:cubicBezTo>
                    <a:pt x="11145" y="3119"/>
                    <a:pt x="11074" y="3048"/>
                    <a:pt x="10990" y="3048"/>
                  </a:cubicBezTo>
                  <a:cubicBezTo>
                    <a:pt x="10907" y="3048"/>
                    <a:pt x="10836" y="3119"/>
                    <a:pt x="10836" y="3203"/>
                  </a:cubicBezTo>
                  <a:lnTo>
                    <a:pt x="10836" y="1167"/>
                  </a:lnTo>
                  <a:cubicBezTo>
                    <a:pt x="10836" y="905"/>
                    <a:pt x="10633" y="703"/>
                    <a:pt x="10371" y="703"/>
                  </a:cubicBezTo>
                  <a:lnTo>
                    <a:pt x="8300" y="703"/>
                  </a:lnTo>
                  <a:cubicBezTo>
                    <a:pt x="8300" y="322"/>
                    <a:pt x="7978" y="0"/>
                    <a:pt x="759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1" name="Google Shape;671;p32"/>
            <p:cNvGrpSpPr/>
            <p:nvPr/>
          </p:nvGrpSpPr>
          <p:grpSpPr>
            <a:xfrm>
              <a:off x="2225575" y="3305850"/>
              <a:ext cx="380125" cy="673625"/>
              <a:chOff x="2225575" y="2801950"/>
              <a:chExt cx="380125" cy="673625"/>
            </a:xfrm>
          </p:grpSpPr>
          <p:sp>
            <p:nvSpPr>
              <p:cNvPr id="672" name="Google Shape;672;p32"/>
              <p:cNvSpPr/>
              <p:nvPr/>
            </p:nvSpPr>
            <p:spPr>
              <a:xfrm>
                <a:off x="2356825" y="31978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1703"/>
                    </a:lnTo>
                    <a:cubicBezTo>
                      <a:pt x="1" y="1965"/>
                      <a:pt x="215" y="2179"/>
                      <a:pt x="465" y="2179"/>
                    </a:cubicBezTo>
                    <a:lnTo>
                      <a:pt x="513" y="2179"/>
                    </a:lnTo>
                    <a:cubicBezTo>
                      <a:pt x="763" y="2179"/>
                      <a:pt x="977" y="1965"/>
                      <a:pt x="977" y="1703"/>
                    </a:cubicBezTo>
                    <a:lnTo>
                      <a:pt x="977" y="465"/>
                    </a:lnTo>
                    <a:cubicBezTo>
                      <a:pt x="977" y="203"/>
                      <a:pt x="763" y="0"/>
                      <a:pt x="5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2"/>
              <p:cNvSpPr/>
              <p:nvPr/>
            </p:nvSpPr>
            <p:spPr>
              <a:xfrm>
                <a:off x="2356825" y="33612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1"/>
                    </a:moveTo>
                    <a:cubicBezTo>
                      <a:pt x="215" y="1"/>
                      <a:pt x="1" y="215"/>
                      <a:pt x="1" y="477"/>
                    </a:cubicBezTo>
                    <a:lnTo>
                      <a:pt x="1" y="1715"/>
                    </a:lnTo>
                    <a:cubicBezTo>
                      <a:pt x="1" y="1977"/>
                      <a:pt x="215" y="2180"/>
                      <a:pt x="465" y="2180"/>
                    </a:cubicBezTo>
                    <a:lnTo>
                      <a:pt x="513" y="2180"/>
                    </a:lnTo>
                    <a:cubicBezTo>
                      <a:pt x="763" y="2180"/>
                      <a:pt x="977" y="1977"/>
                      <a:pt x="977" y="1715"/>
                    </a:cubicBezTo>
                    <a:lnTo>
                      <a:pt x="977" y="477"/>
                    </a:lnTo>
                    <a:cubicBezTo>
                      <a:pt x="977" y="215"/>
                      <a:pt x="763" y="1"/>
                      <a:pt x="5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2"/>
              <p:cNvSpPr/>
              <p:nvPr/>
            </p:nvSpPr>
            <p:spPr>
              <a:xfrm>
                <a:off x="2341650" y="3229400"/>
                <a:ext cx="54800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5894" extrusionOk="0">
                    <a:moveTo>
                      <a:pt x="465" y="0"/>
                    </a:moveTo>
                    <a:cubicBezTo>
                      <a:pt x="203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03" y="5894"/>
                      <a:pt x="465" y="5894"/>
                    </a:cubicBezTo>
                    <a:lnTo>
                      <a:pt x="1727" y="5894"/>
                    </a:lnTo>
                    <a:cubicBezTo>
                      <a:pt x="1989" y="5894"/>
                      <a:pt x="2191" y="5692"/>
                      <a:pt x="2191" y="5430"/>
                    </a:cubicBezTo>
                    <a:lnTo>
                      <a:pt x="2191" y="477"/>
                    </a:lnTo>
                    <a:cubicBezTo>
                      <a:pt x="2191" y="215"/>
                      <a:pt x="198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2"/>
              <p:cNvSpPr/>
              <p:nvPr/>
            </p:nvSpPr>
            <p:spPr>
              <a:xfrm>
                <a:off x="2349100" y="3283275"/>
                <a:ext cx="39900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596" extrusionOk="0">
                    <a:moveTo>
                      <a:pt x="798" y="0"/>
                    </a:moveTo>
                    <a:cubicBezTo>
                      <a:pt x="357" y="0"/>
                      <a:pt x="0" y="358"/>
                      <a:pt x="0" y="798"/>
                    </a:cubicBezTo>
                    <a:cubicBezTo>
                      <a:pt x="0" y="1239"/>
                      <a:pt x="357" y="1596"/>
                      <a:pt x="798" y="1596"/>
                    </a:cubicBezTo>
                    <a:cubicBezTo>
                      <a:pt x="1238" y="1596"/>
                      <a:pt x="1596" y="1239"/>
                      <a:pt x="1596" y="798"/>
                    </a:cubicBezTo>
                    <a:cubicBezTo>
                      <a:pt x="1596" y="358"/>
                      <a:pt x="1238" y="0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2"/>
              <p:cNvSpPr/>
              <p:nvPr/>
            </p:nvSpPr>
            <p:spPr>
              <a:xfrm>
                <a:off x="2332125" y="32505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0" y="108"/>
                      <a:pt x="0" y="251"/>
                    </a:cubicBezTo>
                    <a:cubicBezTo>
                      <a:pt x="0" y="381"/>
                      <a:pt x="108" y="489"/>
                      <a:pt x="251" y="489"/>
                    </a:cubicBezTo>
                    <a:lnTo>
                      <a:pt x="2679" y="489"/>
                    </a:lnTo>
                    <a:cubicBezTo>
                      <a:pt x="2822" y="489"/>
                      <a:pt x="2929" y="381"/>
                      <a:pt x="2929" y="251"/>
                    </a:cubicBezTo>
                    <a:cubicBezTo>
                      <a:pt x="2929" y="108"/>
                      <a:pt x="2822" y="0"/>
                      <a:pt x="2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2"/>
              <p:cNvSpPr/>
              <p:nvPr/>
            </p:nvSpPr>
            <p:spPr>
              <a:xfrm>
                <a:off x="2332125" y="33422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82"/>
                      <a:pt x="108" y="501"/>
                      <a:pt x="251" y="501"/>
                    </a:cubicBezTo>
                    <a:lnTo>
                      <a:pt x="2679" y="501"/>
                    </a:lnTo>
                    <a:cubicBezTo>
                      <a:pt x="2822" y="501"/>
                      <a:pt x="2929" y="382"/>
                      <a:pt x="2929" y="251"/>
                    </a:cubicBezTo>
                    <a:cubicBezTo>
                      <a:pt x="2929" y="108"/>
                      <a:pt x="2822" y="1"/>
                      <a:pt x="26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2"/>
              <p:cNvSpPr/>
              <p:nvPr/>
            </p:nvSpPr>
            <p:spPr>
              <a:xfrm>
                <a:off x="2450000" y="31978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0"/>
                    </a:moveTo>
                    <a:cubicBezTo>
                      <a:pt x="215" y="0"/>
                      <a:pt x="0" y="203"/>
                      <a:pt x="0" y="465"/>
                    </a:cubicBezTo>
                    <a:lnTo>
                      <a:pt x="0" y="1703"/>
                    </a:lnTo>
                    <a:cubicBezTo>
                      <a:pt x="0" y="1965"/>
                      <a:pt x="215" y="2179"/>
                      <a:pt x="477" y="2179"/>
                    </a:cubicBezTo>
                    <a:lnTo>
                      <a:pt x="512" y="2179"/>
                    </a:lnTo>
                    <a:cubicBezTo>
                      <a:pt x="774" y="2179"/>
                      <a:pt x="989" y="1965"/>
                      <a:pt x="989" y="1703"/>
                    </a:cubicBezTo>
                    <a:lnTo>
                      <a:pt x="989" y="465"/>
                    </a:lnTo>
                    <a:cubicBezTo>
                      <a:pt x="989" y="203"/>
                      <a:pt x="774" y="0"/>
                      <a:pt x="5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2"/>
              <p:cNvSpPr/>
              <p:nvPr/>
            </p:nvSpPr>
            <p:spPr>
              <a:xfrm>
                <a:off x="2450000" y="33612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1"/>
                    </a:moveTo>
                    <a:cubicBezTo>
                      <a:pt x="215" y="1"/>
                      <a:pt x="0" y="215"/>
                      <a:pt x="0" y="477"/>
                    </a:cubicBezTo>
                    <a:lnTo>
                      <a:pt x="0" y="1715"/>
                    </a:lnTo>
                    <a:cubicBezTo>
                      <a:pt x="0" y="1977"/>
                      <a:pt x="215" y="2180"/>
                      <a:pt x="477" y="2180"/>
                    </a:cubicBezTo>
                    <a:lnTo>
                      <a:pt x="512" y="2180"/>
                    </a:lnTo>
                    <a:cubicBezTo>
                      <a:pt x="774" y="2180"/>
                      <a:pt x="989" y="1977"/>
                      <a:pt x="989" y="1715"/>
                    </a:cubicBezTo>
                    <a:lnTo>
                      <a:pt x="989" y="477"/>
                    </a:lnTo>
                    <a:cubicBezTo>
                      <a:pt x="989" y="215"/>
                      <a:pt x="774" y="1"/>
                      <a:pt x="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2"/>
              <p:cNvSpPr/>
              <p:nvPr/>
            </p:nvSpPr>
            <p:spPr>
              <a:xfrm>
                <a:off x="2434825" y="3229400"/>
                <a:ext cx="55075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5894" extrusionOk="0">
                    <a:moveTo>
                      <a:pt x="464" y="0"/>
                    </a:moveTo>
                    <a:cubicBezTo>
                      <a:pt x="214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14" y="5894"/>
                      <a:pt x="464" y="5894"/>
                    </a:cubicBezTo>
                    <a:lnTo>
                      <a:pt x="1727" y="5894"/>
                    </a:lnTo>
                    <a:cubicBezTo>
                      <a:pt x="1988" y="5894"/>
                      <a:pt x="2203" y="5692"/>
                      <a:pt x="2203" y="5430"/>
                    </a:cubicBezTo>
                    <a:lnTo>
                      <a:pt x="2203" y="477"/>
                    </a:lnTo>
                    <a:cubicBezTo>
                      <a:pt x="2203" y="215"/>
                      <a:pt x="1988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2"/>
              <p:cNvSpPr/>
              <p:nvPr/>
            </p:nvSpPr>
            <p:spPr>
              <a:xfrm>
                <a:off x="2442250" y="3283275"/>
                <a:ext cx="40225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596" extrusionOk="0">
                    <a:moveTo>
                      <a:pt x="799" y="0"/>
                    </a:moveTo>
                    <a:cubicBezTo>
                      <a:pt x="358" y="0"/>
                      <a:pt x="1" y="358"/>
                      <a:pt x="1" y="798"/>
                    </a:cubicBezTo>
                    <a:cubicBezTo>
                      <a:pt x="1" y="1239"/>
                      <a:pt x="358" y="1596"/>
                      <a:pt x="799" y="1596"/>
                    </a:cubicBezTo>
                    <a:cubicBezTo>
                      <a:pt x="1251" y="1596"/>
                      <a:pt x="1608" y="1239"/>
                      <a:pt x="1608" y="798"/>
                    </a:cubicBezTo>
                    <a:cubicBezTo>
                      <a:pt x="1608" y="358"/>
                      <a:pt x="1239" y="0"/>
                      <a:pt x="7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2"/>
              <p:cNvSpPr/>
              <p:nvPr/>
            </p:nvSpPr>
            <p:spPr>
              <a:xfrm>
                <a:off x="2426175" y="32511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1" y="108"/>
                      <a:pt x="1" y="251"/>
                    </a:cubicBezTo>
                    <a:cubicBezTo>
                      <a:pt x="1" y="381"/>
                      <a:pt x="108" y="489"/>
                      <a:pt x="251" y="489"/>
                    </a:cubicBezTo>
                    <a:lnTo>
                      <a:pt x="2680" y="489"/>
                    </a:lnTo>
                    <a:cubicBezTo>
                      <a:pt x="2811" y="489"/>
                      <a:pt x="2930" y="381"/>
                      <a:pt x="2930" y="251"/>
                    </a:cubicBezTo>
                    <a:cubicBezTo>
                      <a:pt x="2930" y="108"/>
                      <a:pt x="2811" y="0"/>
                      <a:pt x="26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2"/>
              <p:cNvSpPr/>
              <p:nvPr/>
            </p:nvSpPr>
            <p:spPr>
              <a:xfrm>
                <a:off x="2426175" y="33428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1" y="108"/>
                      <a:pt x="1" y="251"/>
                    </a:cubicBezTo>
                    <a:cubicBezTo>
                      <a:pt x="1" y="382"/>
                      <a:pt x="108" y="501"/>
                      <a:pt x="251" y="501"/>
                    </a:cubicBezTo>
                    <a:lnTo>
                      <a:pt x="2680" y="501"/>
                    </a:lnTo>
                    <a:cubicBezTo>
                      <a:pt x="2811" y="501"/>
                      <a:pt x="2930" y="382"/>
                      <a:pt x="2930" y="251"/>
                    </a:cubicBezTo>
                    <a:cubicBezTo>
                      <a:pt x="2930" y="108"/>
                      <a:pt x="2811" y="1"/>
                      <a:pt x="26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2"/>
              <p:cNvSpPr/>
              <p:nvPr/>
            </p:nvSpPr>
            <p:spPr>
              <a:xfrm>
                <a:off x="2340150" y="3415725"/>
                <a:ext cx="15095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6038" h="1096" extrusionOk="0">
                    <a:moveTo>
                      <a:pt x="1" y="1"/>
                    </a:moveTo>
                    <a:lnTo>
                      <a:pt x="1" y="691"/>
                    </a:lnTo>
                    <a:cubicBezTo>
                      <a:pt x="1" y="917"/>
                      <a:pt x="180" y="1096"/>
                      <a:pt x="394" y="1096"/>
                    </a:cubicBezTo>
                    <a:lnTo>
                      <a:pt x="5645" y="1096"/>
                    </a:lnTo>
                    <a:cubicBezTo>
                      <a:pt x="5859" y="1096"/>
                      <a:pt x="6037" y="917"/>
                      <a:pt x="6037" y="691"/>
                    </a:cubicBezTo>
                    <a:lnTo>
                      <a:pt x="60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2"/>
              <p:cNvSpPr/>
              <p:nvPr/>
            </p:nvSpPr>
            <p:spPr>
              <a:xfrm>
                <a:off x="2299675" y="3409475"/>
                <a:ext cx="231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9276" h="275" extrusionOk="0">
                    <a:moveTo>
                      <a:pt x="155" y="1"/>
                    </a:moveTo>
                    <a:cubicBezTo>
                      <a:pt x="72" y="1"/>
                      <a:pt x="1" y="60"/>
                      <a:pt x="1" y="143"/>
                    </a:cubicBezTo>
                    <a:cubicBezTo>
                      <a:pt x="1" y="215"/>
                      <a:pt x="72" y="274"/>
                      <a:pt x="155" y="274"/>
                    </a:cubicBezTo>
                    <a:lnTo>
                      <a:pt x="9121" y="274"/>
                    </a:lnTo>
                    <a:cubicBezTo>
                      <a:pt x="9204" y="274"/>
                      <a:pt x="9276" y="215"/>
                      <a:pt x="9276" y="143"/>
                    </a:cubicBezTo>
                    <a:cubicBezTo>
                      <a:pt x="9276" y="60"/>
                      <a:pt x="9204" y="1"/>
                      <a:pt x="9121" y="1"/>
                    </a:cubicBezTo>
                    <a:close/>
                  </a:path>
                </a:pathLst>
              </a:custGeom>
              <a:solidFill>
                <a:srgbClr val="B0B0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2"/>
              <p:cNvSpPr/>
              <p:nvPr/>
            </p:nvSpPr>
            <p:spPr>
              <a:xfrm>
                <a:off x="2345825" y="3169575"/>
                <a:ext cx="139925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1691" extrusionOk="0">
                    <a:moveTo>
                      <a:pt x="393" y="0"/>
                    </a:moveTo>
                    <a:cubicBezTo>
                      <a:pt x="179" y="0"/>
                      <a:pt x="0" y="179"/>
                      <a:pt x="0" y="393"/>
                    </a:cubicBezTo>
                    <a:lnTo>
                      <a:pt x="0" y="1286"/>
                    </a:lnTo>
                    <a:cubicBezTo>
                      <a:pt x="0" y="1512"/>
                      <a:pt x="179" y="1691"/>
                      <a:pt x="393" y="1691"/>
                    </a:cubicBezTo>
                    <a:lnTo>
                      <a:pt x="5191" y="1691"/>
                    </a:lnTo>
                    <a:cubicBezTo>
                      <a:pt x="5418" y="1691"/>
                      <a:pt x="5596" y="1512"/>
                      <a:pt x="5596" y="1286"/>
                    </a:cubicBezTo>
                    <a:lnTo>
                      <a:pt x="5596" y="393"/>
                    </a:lnTo>
                    <a:cubicBezTo>
                      <a:pt x="5596" y="179"/>
                      <a:pt x="5418" y="0"/>
                      <a:pt x="51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2"/>
              <p:cNvSpPr/>
              <p:nvPr/>
            </p:nvSpPr>
            <p:spPr>
              <a:xfrm>
                <a:off x="2248475" y="3133550"/>
                <a:ext cx="134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37" y="1441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2"/>
              <p:cNvSpPr/>
              <p:nvPr/>
            </p:nvSpPr>
            <p:spPr>
              <a:xfrm>
                <a:off x="2248475" y="3173425"/>
                <a:ext cx="134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37" y="1430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2"/>
              <p:cNvSpPr/>
              <p:nvPr/>
            </p:nvSpPr>
            <p:spPr>
              <a:xfrm>
                <a:off x="2225575" y="3204700"/>
                <a:ext cx="59250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79" extrusionOk="0">
                    <a:moveTo>
                      <a:pt x="1179" y="0"/>
                    </a:moveTo>
                    <a:cubicBezTo>
                      <a:pt x="536" y="0"/>
                      <a:pt x="0" y="524"/>
                      <a:pt x="0" y="1179"/>
                    </a:cubicBezTo>
                    <a:lnTo>
                      <a:pt x="476" y="1179"/>
                    </a:lnTo>
                    <a:cubicBezTo>
                      <a:pt x="476" y="786"/>
                      <a:pt x="798" y="476"/>
                      <a:pt x="1179" y="476"/>
                    </a:cubicBezTo>
                    <a:cubicBezTo>
                      <a:pt x="1572" y="476"/>
                      <a:pt x="1893" y="786"/>
                      <a:pt x="1893" y="1179"/>
                    </a:cubicBezTo>
                    <a:lnTo>
                      <a:pt x="2369" y="1179"/>
                    </a:lnTo>
                    <a:cubicBezTo>
                      <a:pt x="2369" y="524"/>
                      <a:pt x="1834" y="0"/>
                      <a:pt x="117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2"/>
              <p:cNvSpPr/>
              <p:nvPr/>
            </p:nvSpPr>
            <p:spPr>
              <a:xfrm>
                <a:off x="2236575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32" y="1"/>
                      <a:pt x="1" y="132"/>
                      <a:pt x="1" y="310"/>
                    </a:cubicBezTo>
                    <a:cubicBezTo>
                      <a:pt x="1" y="477"/>
                      <a:pt x="132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2"/>
              <p:cNvSpPr/>
              <p:nvPr/>
            </p:nvSpPr>
            <p:spPr>
              <a:xfrm>
                <a:off x="2241925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846" y="1"/>
                    </a:moveTo>
                    <a:cubicBezTo>
                      <a:pt x="834" y="1"/>
                      <a:pt x="1" y="834"/>
                      <a:pt x="1" y="1846"/>
                    </a:cubicBezTo>
                    <a:lnTo>
                      <a:pt x="1" y="5073"/>
                    </a:lnTo>
                    <a:lnTo>
                      <a:pt x="1061" y="5073"/>
                    </a:lnTo>
                    <a:lnTo>
                      <a:pt x="1061" y="1846"/>
                    </a:lnTo>
                    <a:cubicBezTo>
                      <a:pt x="1061" y="1418"/>
                      <a:pt x="1418" y="1060"/>
                      <a:pt x="1858" y="1060"/>
                    </a:cubicBezTo>
                    <a:lnTo>
                      <a:pt x="3620" y="1060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2"/>
              <p:cNvSpPr/>
              <p:nvPr/>
            </p:nvSpPr>
            <p:spPr>
              <a:xfrm>
                <a:off x="230235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4" y="1"/>
                    </a:moveTo>
                    <a:cubicBezTo>
                      <a:pt x="179" y="1"/>
                      <a:pt x="1" y="167"/>
                      <a:pt x="1" y="394"/>
                    </a:cubicBezTo>
                    <a:lnTo>
                      <a:pt x="1" y="905"/>
                    </a:lnTo>
                    <a:cubicBezTo>
                      <a:pt x="1" y="1120"/>
                      <a:pt x="179" y="1298"/>
                      <a:pt x="394" y="1298"/>
                    </a:cubicBezTo>
                    <a:lnTo>
                      <a:pt x="1263" y="1298"/>
                    </a:lnTo>
                    <a:cubicBezTo>
                      <a:pt x="1477" y="1298"/>
                      <a:pt x="1656" y="1120"/>
                      <a:pt x="1656" y="905"/>
                    </a:cubicBezTo>
                    <a:lnTo>
                      <a:pt x="1656" y="394"/>
                    </a:lnTo>
                    <a:cubicBezTo>
                      <a:pt x="1656" y="167"/>
                      <a:pt x="1477" y="1"/>
                      <a:pt x="12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2"/>
              <p:cNvSpPr/>
              <p:nvPr/>
            </p:nvSpPr>
            <p:spPr>
              <a:xfrm>
                <a:off x="2305925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03" y="1643"/>
                      <a:pt x="263" y="1584"/>
                      <a:pt x="263" y="1512"/>
                    </a:cubicBezTo>
                    <a:lnTo>
                      <a:pt x="263" y="143"/>
                    </a:lnTo>
                    <a:cubicBezTo>
                      <a:pt x="263" y="60"/>
                      <a:pt x="203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2"/>
              <p:cNvSpPr/>
              <p:nvPr/>
            </p:nvSpPr>
            <p:spPr>
              <a:xfrm>
                <a:off x="2317250" y="3016725"/>
                <a:ext cx="6850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644" extrusionOk="0">
                    <a:moveTo>
                      <a:pt x="143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43" y="1643"/>
                    </a:cubicBezTo>
                    <a:cubicBezTo>
                      <a:pt x="214" y="1643"/>
                      <a:pt x="274" y="1584"/>
                      <a:pt x="274" y="1512"/>
                    </a:cubicBezTo>
                    <a:lnTo>
                      <a:pt x="274" y="143"/>
                    </a:lnTo>
                    <a:cubicBezTo>
                      <a:pt x="274" y="60"/>
                      <a:pt x="214" y="0"/>
                      <a:pt x="1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2"/>
              <p:cNvSpPr/>
              <p:nvPr/>
            </p:nvSpPr>
            <p:spPr>
              <a:xfrm>
                <a:off x="2236275" y="30761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72"/>
                      <a:pt x="1" y="144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2"/>
              <p:cNvSpPr/>
              <p:nvPr/>
            </p:nvSpPr>
            <p:spPr>
              <a:xfrm>
                <a:off x="2236275" y="3117775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2"/>
              <p:cNvSpPr/>
              <p:nvPr/>
            </p:nvSpPr>
            <p:spPr>
              <a:xfrm>
                <a:off x="2236275" y="3096950"/>
                <a:ext cx="378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6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6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4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2"/>
              <p:cNvSpPr/>
              <p:nvPr/>
            </p:nvSpPr>
            <p:spPr>
              <a:xfrm>
                <a:off x="2236275" y="31386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60"/>
                      <a:pt x="1" y="144"/>
                    </a:cubicBezTo>
                    <a:cubicBezTo>
                      <a:pt x="1" y="227"/>
                      <a:pt x="72" y="287"/>
                      <a:pt x="144" y="287"/>
                    </a:cubicBezTo>
                    <a:lnTo>
                      <a:pt x="1370" y="287"/>
                    </a:lnTo>
                    <a:cubicBezTo>
                      <a:pt x="1441" y="287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2"/>
              <p:cNvSpPr/>
              <p:nvPr/>
            </p:nvSpPr>
            <p:spPr>
              <a:xfrm>
                <a:off x="2569650" y="3133550"/>
                <a:ext cx="131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25" y="1441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2"/>
              <p:cNvSpPr/>
              <p:nvPr/>
            </p:nvSpPr>
            <p:spPr>
              <a:xfrm>
                <a:off x="2569650" y="3173425"/>
                <a:ext cx="13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25" y="1430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2"/>
              <p:cNvSpPr/>
              <p:nvPr/>
            </p:nvSpPr>
            <p:spPr>
              <a:xfrm>
                <a:off x="2546725" y="3204700"/>
                <a:ext cx="58975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179" extrusionOk="0">
                    <a:moveTo>
                      <a:pt x="1180" y="0"/>
                    </a:moveTo>
                    <a:cubicBezTo>
                      <a:pt x="525" y="0"/>
                      <a:pt x="1" y="524"/>
                      <a:pt x="1" y="1179"/>
                    </a:cubicBezTo>
                    <a:lnTo>
                      <a:pt x="477" y="1179"/>
                    </a:lnTo>
                    <a:cubicBezTo>
                      <a:pt x="477" y="786"/>
                      <a:pt x="787" y="476"/>
                      <a:pt x="1180" y="476"/>
                    </a:cubicBezTo>
                    <a:cubicBezTo>
                      <a:pt x="1573" y="476"/>
                      <a:pt x="1882" y="786"/>
                      <a:pt x="1882" y="1179"/>
                    </a:cubicBezTo>
                    <a:lnTo>
                      <a:pt x="2358" y="1179"/>
                    </a:lnTo>
                    <a:cubicBezTo>
                      <a:pt x="2358" y="524"/>
                      <a:pt x="1834" y="0"/>
                      <a:pt x="11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2"/>
              <p:cNvSpPr/>
              <p:nvPr/>
            </p:nvSpPr>
            <p:spPr>
              <a:xfrm>
                <a:off x="2557438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43" y="1"/>
                      <a:pt x="1" y="132"/>
                      <a:pt x="1" y="310"/>
                    </a:cubicBezTo>
                    <a:cubicBezTo>
                      <a:pt x="1" y="477"/>
                      <a:pt x="143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2"/>
              <p:cNvSpPr/>
              <p:nvPr/>
            </p:nvSpPr>
            <p:spPr>
              <a:xfrm>
                <a:off x="2498800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" y="1"/>
                    </a:moveTo>
                    <a:lnTo>
                      <a:pt x="1" y="1060"/>
                    </a:lnTo>
                    <a:lnTo>
                      <a:pt x="1775" y="1060"/>
                    </a:lnTo>
                    <a:cubicBezTo>
                      <a:pt x="2216" y="1060"/>
                      <a:pt x="2573" y="1418"/>
                      <a:pt x="2573" y="1846"/>
                    </a:cubicBezTo>
                    <a:lnTo>
                      <a:pt x="2573" y="5073"/>
                    </a:lnTo>
                    <a:lnTo>
                      <a:pt x="3620" y="5073"/>
                    </a:lnTo>
                    <a:lnTo>
                      <a:pt x="3620" y="1846"/>
                    </a:lnTo>
                    <a:cubicBezTo>
                      <a:pt x="3620" y="834"/>
                      <a:pt x="2799" y="1"/>
                      <a:pt x="17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2"/>
              <p:cNvSpPr/>
              <p:nvPr/>
            </p:nvSpPr>
            <p:spPr>
              <a:xfrm>
                <a:off x="248780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3" y="1"/>
                    </a:moveTo>
                    <a:cubicBezTo>
                      <a:pt x="167" y="1"/>
                      <a:pt x="0" y="167"/>
                      <a:pt x="0" y="394"/>
                    </a:cubicBezTo>
                    <a:lnTo>
                      <a:pt x="0" y="905"/>
                    </a:lnTo>
                    <a:cubicBezTo>
                      <a:pt x="0" y="1120"/>
                      <a:pt x="179" y="1298"/>
                      <a:pt x="393" y="1298"/>
                    </a:cubicBezTo>
                    <a:lnTo>
                      <a:pt x="1251" y="1298"/>
                    </a:lnTo>
                    <a:cubicBezTo>
                      <a:pt x="1477" y="1298"/>
                      <a:pt x="1655" y="1120"/>
                      <a:pt x="1655" y="905"/>
                    </a:cubicBezTo>
                    <a:lnTo>
                      <a:pt x="1655" y="394"/>
                    </a:lnTo>
                    <a:cubicBezTo>
                      <a:pt x="1655" y="167"/>
                      <a:pt x="1477" y="1"/>
                      <a:pt x="1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2"/>
              <p:cNvSpPr/>
              <p:nvPr/>
            </p:nvSpPr>
            <p:spPr>
              <a:xfrm>
                <a:off x="2518750" y="3016725"/>
                <a:ext cx="68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15" y="1643"/>
                      <a:pt x="275" y="1584"/>
                      <a:pt x="275" y="1512"/>
                    </a:cubicBezTo>
                    <a:lnTo>
                      <a:pt x="275" y="143"/>
                    </a:lnTo>
                    <a:cubicBezTo>
                      <a:pt x="275" y="60"/>
                      <a:pt x="215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2"/>
              <p:cNvSpPr/>
              <p:nvPr/>
            </p:nvSpPr>
            <p:spPr>
              <a:xfrm>
                <a:off x="2507450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1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31" y="1643"/>
                    </a:cubicBezTo>
                    <a:cubicBezTo>
                      <a:pt x="203" y="1643"/>
                      <a:pt x="262" y="1584"/>
                      <a:pt x="262" y="1512"/>
                    </a:cubicBezTo>
                    <a:lnTo>
                      <a:pt x="262" y="143"/>
                    </a:lnTo>
                    <a:cubicBezTo>
                      <a:pt x="262" y="60"/>
                      <a:pt x="203" y="0"/>
                      <a:pt x="1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2"/>
              <p:cNvSpPr/>
              <p:nvPr/>
            </p:nvSpPr>
            <p:spPr>
              <a:xfrm>
                <a:off x="2557450" y="30761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4"/>
                    </a:cubicBezTo>
                    <a:cubicBezTo>
                      <a:pt x="1501" y="72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2"/>
              <p:cNvSpPr/>
              <p:nvPr/>
            </p:nvSpPr>
            <p:spPr>
              <a:xfrm>
                <a:off x="2557450" y="3117775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2"/>
              <p:cNvSpPr/>
              <p:nvPr/>
            </p:nvSpPr>
            <p:spPr>
              <a:xfrm>
                <a:off x="2557450" y="3096950"/>
                <a:ext cx="375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6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4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6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2"/>
              <p:cNvSpPr/>
              <p:nvPr/>
            </p:nvSpPr>
            <p:spPr>
              <a:xfrm>
                <a:off x="2557450" y="31386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7"/>
                      <a:pt x="143" y="287"/>
                    </a:cubicBezTo>
                    <a:lnTo>
                      <a:pt x="1358" y="287"/>
                    </a:lnTo>
                    <a:cubicBezTo>
                      <a:pt x="1441" y="287"/>
                      <a:pt x="1501" y="227"/>
                      <a:pt x="1501" y="144"/>
                    </a:cubicBezTo>
                    <a:cubicBezTo>
                      <a:pt x="1501" y="60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2"/>
              <p:cNvSpPr/>
              <p:nvPr/>
            </p:nvSpPr>
            <p:spPr>
              <a:xfrm>
                <a:off x="2391050" y="2983525"/>
                <a:ext cx="49150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216" extrusionOk="0">
                    <a:moveTo>
                      <a:pt x="1" y="1"/>
                    </a:moveTo>
                    <a:lnTo>
                      <a:pt x="1" y="1215"/>
                    </a:lnTo>
                    <a:lnTo>
                      <a:pt x="1965" y="1215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2"/>
              <p:cNvSpPr/>
              <p:nvPr/>
            </p:nvSpPr>
            <p:spPr>
              <a:xfrm>
                <a:off x="2398200" y="2801950"/>
                <a:ext cx="351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406" extrusionOk="0">
                    <a:moveTo>
                      <a:pt x="703" y="1"/>
                    </a:moveTo>
                    <a:cubicBezTo>
                      <a:pt x="310" y="1"/>
                      <a:pt x="1" y="322"/>
                      <a:pt x="1" y="703"/>
                    </a:cubicBezTo>
                    <a:cubicBezTo>
                      <a:pt x="1" y="1096"/>
                      <a:pt x="310" y="1406"/>
                      <a:pt x="703" y="1406"/>
                    </a:cubicBezTo>
                    <a:cubicBezTo>
                      <a:pt x="1084" y="1406"/>
                      <a:pt x="1406" y="1096"/>
                      <a:pt x="1406" y="703"/>
                    </a:cubicBezTo>
                    <a:cubicBezTo>
                      <a:pt x="1406" y="322"/>
                      <a:pt x="1084" y="1"/>
                      <a:pt x="7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2"/>
              <p:cNvSpPr/>
              <p:nvPr/>
            </p:nvSpPr>
            <p:spPr>
              <a:xfrm>
                <a:off x="231515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2"/>
              <p:cNvSpPr/>
              <p:nvPr/>
            </p:nvSpPr>
            <p:spPr>
              <a:xfrm>
                <a:off x="2477075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58" y="0"/>
                      <a:pt x="1" y="346"/>
                      <a:pt x="1" y="774"/>
                    </a:cubicBezTo>
                    <a:cubicBezTo>
                      <a:pt x="1" y="1203"/>
                      <a:pt x="358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2"/>
              <p:cNvSpPr/>
              <p:nvPr/>
            </p:nvSpPr>
            <p:spPr>
              <a:xfrm>
                <a:off x="2334800" y="2819525"/>
                <a:ext cx="161950" cy="166700"/>
              </a:xfrm>
              <a:custGeom>
                <a:avLst/>
                <a:gdLst/>
                <a:ahLst/>
                <a:cxnLst/>
                <a:rect l="l" t="t" r="r" b="b"/>
                <a:pathLst>
                  <a:path w="6478" h="6668" extrusionOk="0">
                    <a:moveTo>
                      <a:pt x="453" y="0"/>
                    </a:moveTo>
                    <a:cubicBezTo>
                      <a:pt x="203" y="0"/>
                      <a:pt x="1" y="215"/>
                      <a:pt x="1" y="465"/>
                    </a:cubicBezTo>
                    <a:lnTo>
                      <a:pt x="1" y="6204"/>
                    </a:lnTo>
                    <a:cubicBezTo>
                      <a:pt x="1" y="6454"/>
                      <a:pt x="203" y="6668"/>
                      <a:pt x="453" y="6668"/>
                    </a:cubicBezTo>
                    <a:lnTo>
                      <a:pt x="6013" y="6668"/>
                    </a:lnTo>
                    <a:cubicBezTo>
                      <a:pt x="6275" y="6668"/>
                      <a:pt x="6478" y="6454"/>
                      <a:pt x="6478" y="6204"/>
                    </a:cubicBezTo>
                    <a:lnTo>
                      <a:pt x="6478" y="465"/>
                    </a:lnTo>
                    <a:cubicBezTo>
                      <a:pt x="6478" y="215"/>
                      <a:pt x="6275" y="0"/>
                      <a:pt x="60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2"/>
              <p:cNvSpPr/>
              <p:nvPr/>
            </p:nvSpPr>
            <p:spPr>
              <a:xfrm>
                <a:off x="2327075" y="2878150"/>
                <a:ext cx="7750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978" extrusionOk="0">
                    <a:moveTo>
                      <a:pt x="155" y="1"/>
                    </a:moveTo>
                    <a:cubicBezTo>
                      <a:pt x="60" y="1"/>
                      <a:pt x="0" y="72"/>
                      <a:pt x="0" y="156"/>
                    </a:cubicBezTo>
                    <a:lnTo>
                      <a:pt x="0" y="1823"/>
                    </a:lnTo>
                    <a:cubicBezTo>
                      <a:pt x="0" y="1906"/>
                      <a:pt x="60" y="1977"/>
                      <a:pt x="155" y="1977"/>
                    </a:cubicBezTo>
                    <a:cubicBezTo>
                      <a:pt x="238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8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2"/>
              <p:cNvSpPr/>
              <p:nvPr/>
            </p:nvSpPr>
            <p:spPr>
              <a:xfrm>
                <a:off x="2496725" y="2878150"/>
                <a:ext cx="7775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978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1823"/>
                    </a:lnTo>
                    <a:cubicBezTo>
                      <a:pt x="1" y="1906"/>
                      <a:pt x="72" y="1977"/>
                      <a:pt x="155" y="1977"/>
                    </a:cubicBezTo>
                    <a:cubicBezTo>
                      <a:pt x="239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9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2"/>
              <p:cNvSpPr/>
              <p:nvPr/>
            </p:nvSpPr>
            <p:spPr>
              <a:xfrm>
                <a:off x="2355350" y="2937400"/>
                <a:ext cx="1208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1406" extrusionOk="0">
                    <a:moveTo>
                      <a:pt x="465" y="0"/>
                    </a:moveTo>
                    <a:cubicBezTo>
                      <a:pt x="203" y="0"/>
                      <a:pt x="0" y="203"/>
                      <a:pt x="0" y="465"/>
                    </a:cubicBezTo>
                    <a:lnTo>
                      <a:pt x="0" y="953"/>
                    </a:lnTo>
                    <a:cubicBezTo>
                      <a:pt x="0" y="1203"/>
                      <a:pt x="203" y="1405"/>
                      <a:pt x="465" y="1405"/>
                    </a:cubicBezTo>
                    <a:lnTo>
                      <a:pt x="4370" y="1405"/>
                    </a:lnTo>
                    <a:cubicBezTo>
                      <a:pt x="4620" y="1405"/>
                      <a:pt x="4834" y="1203"/>
                      <a:pt x="4834" y="953"/>
                    </a:cubicBezTo>
                    <a:lnTo>
                      <a:pt x="4834" y="465"/>
                    </a:lnTo>
                    <a:cubicBezTo>
                      <a:pt x="4834" y="203"/>
                      <a:pt x="4620" y="0"/>
                      <a:pt x="43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2"/>
              <p:cNvSpPr/>
              <p:nvPr/>
            </p:nvSpPr>
            <p:spPr>
              <a:xfrm>
                <a:off x="2351475" y="2933825"/>
                <a:ext cx="128300" cy="42600"/>
              </a:xfrm>
              <a:custGeom>
                <a:avLst/>
                <a:gdLst/>
                <a:ahLst/>
                <a:cxnLst/>
                <a:rect l="l" t="t" r="r" b="b"/>
                <a:pathLst>
                  <a:path w="5132" h="1704" extrusionOk="0">
                    <a:moveTo>
                      <a:pt x="4525" y="298"/>
                    </a:moveTo>
                    <a:cubicBezTo>
                      <a:pt x="4691" y="298"/>
                      <a:pt x="4834" y="429"/>
                      <a:pt x="4834" y="608"/>
                    </a:cubicBezTo>
                    <a:lnTo>
                      <a:pt x="4834" y="1096"/>
                    </a:lnTo>
                    <a:cubicBezTo>
                      <a:pt x="4834" y="1263"/>
                      <a:pt x="4691" y="1405"/>
                      <a:pt x="4525" y="1405"/>
                    </a:cubicBezTo>
                    <a:lnTo>
                      <a:pt x="620" y="1405"/>
                    </a:lnTo>
                    <a:cubicBezTo>
                      <a:pt x="441" y="1405"/>
                      <a:pt x="298" y="1263"/>
                      <a:pt x="298" y="1096"/>
                    </a:cubicBezTo>
                    <a:lnTo>
                      <a:pt x="298" y="608"/>
                    </a:lnTo>
                    <a:cubicBezTo>
                      <a:pt x="298" y="429"/>
                      <a:pt x="441" y="298"/>
                      <a:pt x="620" y="298"/>
                    </a:cubicBezTo>
                    <a:close/>
                    <a:moveTo>
                      <a:pt x="620" y="0"/>
                    </a:moveTo>
                    <a:cubicBezTo>
                      <a:pt x="274" y="0"/>
                      <a:pt x="0" y="274"/>
                      <a:pt x="0" y="608"/>
                    </a:cubicBezTo>
                    <a:lnTo>
                      <a:pt x="0" y="1096"/>
                    </a:lnTo>
                    <a:cubicBezTo>
                      <a:pt x="0" y="1429"/>
                      <a:pt x="274" y="1703"/>
                      <a:pt x="620" y="1703"/>
                    </a:cubicBezTo>
                    <a:lnTo>
                      <a:pt x="4525" y="1703"/>
                    </a:lnTo>
                    <a:cubicBezTo>
                      <a:pt x="4858" y="1703"/>
                      <a:pt x="5132" y="1429"/>
                      <a:pt x="5132" y="1096"/>
                    </a:cubicBezTo>
                    <a:lnTo>
                      <a:pt x="5132" y="608"/>
                    </a:lnTo>
                    <a:cubicBezTo>
                      <a:pt x="5132" y="274"/>
                      <a:pt x="4858" y="0"/>
                      <a:pt x="4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2"/>
              <p:cNvSpPr/>
              <p:nvPr/>
            </p:nvSpPr>
            <p:spPr>
              <a:xfrm>
                <a:off x="2356525" y="2883525"/>
                <a:ext cx="387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549" extrusionOk="0">
                    <a:moveTo>
                      <a:pt x="775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75" y="1548"/>
                    </a:cubicBezTo>
                    <a:cubicBezTo>
                      <a:pt x="1203" y="1548"/>
                      <a:pt x="1549" y="1203"/>
                      <a:pt x="1549" y="774"/>
                    </a:cubicBezTo>
                    <a:cubicBezTo>
                      <a:pt x="1549" y="346"/>
                      <a:pt x="1203" y="0"/>
                      <a:pt x="7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2"/>
              <p:cNvSpPr/>
              <p:nvPr/>
            </p:nvSpPr>
            <p:spPr>
              <a:xfrm>
                <a:off x="2352675" y="2879650"/>
                <a:ext cx="46450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58" extrusionOk="0">
                    <a:moveTo>
                      <a:pt x="929" y="298"/>
                    </a:moveTo>
                    <a:cubicBezTo>
                      <a:pt x="1274" y="298"/>
                      <a:pt x="1560" y="584"/>
                      <a:pt x="1560" y="929"/>
                    </a:cubicBezTo>
                    <a:cubicBezTo>
                      <a:pt x="1560" y="1274"/>
                      <a:pt x="1274" y="1560"/>
                      <a:pt x="929" y="1560"/>
                    </a:cubicBezTo>
                    <a:cubicBezTo>
                      <a:pt x="583" y="1560"/>
                      <a:pt x="298" y="1274"/>
                      <a:pt x="298" y="929"/>
                    </a:cubicBezTo>
                    <a:cubicBezTo>
                      <a:pt x="298" y="584"/>
                      <a:pt x="583" y="298"/>
                      <a:pt x="929" y="298"/>
                    </a:cubicBezTo>
                    <a:close/>
                    <a:moveTo>
                      <a:pt x="929" y="1"/>
                    </a:moveTo>
                    <a:cubicBezTo>
                      <a:pt x="417" y="1"/>
                      <a:pt x="0" y="417"/>
                      <a:pt x="0" y="929"/>
                    </a:cubicBezTo>
                    <a:cubicBezTo>
                      <a:pt x="0" y="1441"/>
                      <a:pt x="417" y="1858"/>
                      <a:pt x="929" y="1858"/>
                    </a:cubicBezTo>
                    <a:cubicBezTo>
                      <a:pt x="1441" y="1858"/>
                      <a:pt x="1857" y="1441"/>
                      <a:pt x="1857" y="929"/>
                    </a:cubicBezTo>
                    <a:cubicBezTo>
                      <a:pt x="1857" y="417"/>
                      <a:pt x="1441" y="1"/>
                      <a:pt x="9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2"/>
              <p:cNvSpPr/>
              <p:nvPr/>
            </p:nvSpPr>
            <p:spPr>
              <a:xfrm>
                <a:off x="243600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0" y="1203"/>
                      <a:pt x="1560" y="774"/>
                    </a:cubicBezTo>
                    <a:cubicBezTo>
                      <a:pt x="1560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2"/>
              <p:cNvSpPr/>
              <p:nvPr/>
            </p:nvSpPr>
            <p:spPr>
              <a:xfrm>
                <a:off x="2432425" y="2879650"/>
                <a:ext cx="46175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47" h="1858" extrusionOk="0">
                    <a:moveTo>
                      <a:pt x="930" y="298"/>
                    </a:moveTo>
                    <a:cubicBezTo>
                      <a:pt x="1275" y="298"/>
                      <a:pt x="1549" y="584"/>
                      <a:pt x="1549" y="929"/>
                    </a:cubicBezTo>
                    <a:cubicBezTo>
                      <a:pt x="1549" y="1274"/>
                      <a:pt x="1275" y="1560"/>
                      <a:pt x="930" y="1560"/>
                    </a:cubicBezTo>
                    <a:cubicBezTo>
                      <a:pt x="572" y="1560"/>
                      <a:pt x="299" y="1274"/>
                      <a:pt x="299" y="929"/>
                    </a:cubicBezTo>
                    <a:cubicBezTo>
                      <a:pt x="299" y="584"/>
                      <a:pt x="572" y="298"/>
                      <a:pt x="930" y="298"/>
                    </a:cubicBezTo>
                    <a:close/>
                    <a:moveTo>
                      <a:pt x="930" y="1"/>
                    </a:moveTo>
                    <a:cubicBezTo>
                      <a:pt x="418" y="1"/>
                      <a:pt x="1" y="417"/>
                      <a:pt x="1" y="929"/>
                    </a:cubicBezTo>
                    <a:cubicBezTo>
                      <a:pt x="1" y="1441"/>
                      <a:pt x="418" y="1858"/>
                      <a:pt x="930" y="1858"/>
                    </a:cubicBezTo>
                    <a:cubicBezTo>
                      <a:pt x="1430" y="1858"/>
                      <a:pt x="1846" y="1441"/>
                      <a:pt x="1846" y="929"/>
                    </a:cubicBezTo>
                    <a:cubicBezTo>
                      <a:pt x="1846" y="417"/>
                      <a:pt x="1442" y="1"/>
                      <a:pt x="9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2"/>
              <p:cNvSpPr/>
              <p:nvPr/>
            </p:nvSpPr>
            <p:spPr>
              <a:xfrm>
                <a:off x="2377975" y="2890375"/>
                <a:ext cx="805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55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55" y="322"/>
                    </a:cubicBezTo>
                    <a:cubicBezTo>
                      <a:pt x="250" y="322"/>
                      <a:pt x="322" y="250"/>
                      <a:pt x="322" y="155"/>
                    </a:cubicBezTo>
                    <a:cubicBezTo>
                      <a:pt x="322" y="72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2"/>
              <p:cNvSpPr/>
              <p:nvPr/>
            </p:nvSpPr>
            <p:spPr>
              <a:xfrm>
                <a:off x="2458025" y="2890375"/>
                <a:ext cx="80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22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56" y="322"/>
                    </a:cubicBezTo>
                    <a:cubicBezTo>
                      <a:pt x="251" y="322"/>
                      <a:pt x="322" y="250"/>
                      <a:pt x="322" y="155"/>
                    </a:cubicBezTo>
                    <a:cubicBezTo>
                      <a:pt x="322" y="72"/>
                      <a:pt x="251" y="0"/>
                      <a:pt x="1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2"/>
              <p:cNvSpPr/>
              <p:nvPr/>
            </p:nvSpPr>
            <p:spPr>
              <a:xfrm>
                <a:off x="2329450" y="3009725"/>
                <a:ext cx="172650" cy="17207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6883" extrusionOk="0">
                    <a:moveTo>
                      <a:pt x="393" y="1"/>
                    </a:moveTo>
                    <a:cubicBezTo>
                      <a:pt x="179" y="1"/>
                      <a:pt x="0" y="179"/>
                      <a:pt x="0" y="393"/>
                    </a:cubicBezTo>
                    <a:lnTo>
                      <a:pt x="0" y="6478"/>
                    </a:lnTo>
                    <a:cubicBezTo>
                      <a:pt x="0" y="6704"/>
                      <a:pt x="179" y="6882"/>
                      <a:pt x="393" y="6882"/>
                    </a:cubicBezTo>
                    <a:lnTo>
                      <a:pt x="6501" y="6882"/>
                    </a:lnTo>
                    <a:cubicBezTo>
                      <a:pt x="6727" y="6882"/>
                      <a:pt x="6906" y="6704"/>
                      <a:pt x="6906" y="6478"/>
                    </a:cubicBezTo>
                    <a:lnTo>
                      <a:pt x="6906" y="393"/>
                    </a:lnTo>
                    <a:cubicBezTo>
                      <a:pt x="6906" y="179"/>
                      <a:pt x="6727" y="1"/>
                      <a:pt x="65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2"/>
              <p:cNvSpPr/>
              <p:nvPr/>
            </p:nvSpPr>
            <p:spPr>
              <a:xfrm>
                <a:off x="2387788" y="2988900"/>
                <a:ext cx="56000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86" extrusionOk="0">
                    <a:moveTo>
                      <a:pt x="144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26"/>
                      <a:pt x="60" y="286"/>
                      <a:pt x="144" y="286"/>
                    </a:cubicBezTo>
                    <a:lnTo>
                      <a:pt x="2096" y="286"/>
                    </a:lnTo>
                    <a:cubicBezTo>
                      <a:pt x="2168" y="286"/>
                      <a:pt x="2239" y="226"/>
                      <a:pt x="2239" y="143"/>
                    </a:cubicBezTo>
                    <a:cubicBezTo>
                      <a:pt x="2239" y="72"/>
                      <a:pt x="2168" y="0"/>
                      <a:pt x="20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2"/>
              <p:cNvSpPr/>
              <p:nvPr/>
            </p:nvSpPr>
            <p:spPr>
              <a:xfrm>
                <a:off x="2387788" y="2999600"/>
                <a:ext cx="560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75" extrusionOk="0">
                    <a:moveTo>
                      <a:pt x="144" y="1"/>
                    </a:moveTo>
                    <a:cubicBezTo>
                      <a:pt x="60" y="1"/>
                      <a:pt x="1" y="60"/>
                      <a:pt x="1" y="132"/>
                    </a:cubicBezTo>
                    <a:cubicBezTo>
                      <a:pt x="1" y="215"/>
                      <a:pt x="60" y="275"/>
                      <a:pt x="144" y="275"/>
                    </a:cubicBezTo>
                    <a:lnTo>
                      <a:pt x="2096" y="275"/>
                    </a:lnTo>
                    <a:cubicBezTo>
                      <a:pt x="2168" y="275"/>
                      <a:pt x="2239" y="215"/>
                      <a:pt x="2239" y="132"/>
                    </a:cubicBezTo>
                    <a:cubicBezTo>
                      <a:pt x="2239" y="60"/>
                      <a:pt x="2168" y="1"/>
                      <a:pt x="20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2"/>
              <p:cNvSpPr/>
              <p:nvPr/>
            </p:nvSpPr>
            <p:spPr>
              <a:xfrm>
                <a:off x="2329450" y="3032350"/>
                <a:ext cx="1726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89" extrusionOk="0">
                    <a:moveTo>
                      <a:pt x="0" y="0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2"/>
              <p:cNvSpPr/>
              <p:nvPr/>
            </p:nvSpPr>
            <p:spPr>
              <a:xfrm>
                <a:off x="2329450" y="3151100"/>
                <a:ext cx="17265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90" extrusionOk="0">
                    <a:moveTo>
                      <a:pt x="0" y="1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2"/>
              <p:cNvSpPr/>
              <p:nvPr/>
            </p:nvSpPr>
            <p:spPr>
              <a:xfrm>
                <a:off x="2384225" y="3064200"/>
                <a:ext cx="62825" cy="6282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2513" extrusionOk="0">
                    <a:moveTo>
                      <a:pt x="1262" y="0"/>
                    </a:moveTo>
                    <a:cubicBezTo>
                      <a:pt x="560" y="0"/>
                      <a:pt x="0" y="572"/>
                      <a:pt x="0" y="1262"/>
                    </a:cubicBezTo>
                    <a:cubicBezTo>
                      <a:pt x="0" y="1953"/>
                      <a:pt x="560" y="2513"/>
                      <a:pt x="1262" y="2513"/>
                    </a:cubicBezTo>
                    <a:cubicBezTo>
                      <a:pt x="1953" y="2513"/>
                      <a:pt x="2512" y="1953"/>
                      <a:pt x="2512" y="1262"/>
                    </a:cubicBezTo>
                    <a:cubicBezTo>
                      <a:pt x="2512" y="572"/>
                      <a:pt x="1953" y="0"/>
                      <a:pt x="1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2"/>
              <p:cNvSpPr/>
              <p:nvPr/>
            </p:nvSpPr>
            <p:spPr>
              <a:xfrm>
                <a:off x="2380650" y="3060625"/>
                <a:ext cx="7027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811" extrusionOk="0">
                    <a:moveTo>
                      <a:pt x="1405" y="298"/>
                    </a:moveTo>
                    <a:cubicBezTo>
                      <a:pt x="2012" y="298"/>
                      <a:pt x="2512" y="798"/>
                      <a:pt x="2512" y="1405"/>
                    </a:cubicBezTo>
                    <a:cubicBezTo>
                      <a:pt x="2512" y="2013"/>
                      <a:pt x="2012" y="2513"/>
                      <a:pt x="1405" y="2513"/>
                    </a:cubicBezTo>
                    <a:cubicBezTo>
                      <a:pt x="786" y="2513"/>
                      <a:pt x="298" y="2013"/>
                      <a:pt x="298" y="1405"/>
                    </a:cubicBezTo>
                    <a:cubicBezTo>
                      <a:pt x="298" y="798"/>
                      <a:pt x="786" y="298"/>
                      <a:pt x="1405" y="298"/>
                    </a:cubicBezTo>
                    <a:close/>
                    <a:moveTo>
                      <a:pt x="1405" y="1"/>
                    </a:moveTo>
                    <a:cubicBezTo>
                      <a:pt x="631" y="1"/>
                      <a:pt x="0" y="632"/>
                      <a:pt x="0" y="1405"/>
                    </a:cubicBezTo>
                    <a:cubicBezTo>
                      <a:pt x="0" y="2179"/>
                      <a:pt x="631" y="2810"/>
                      <a:pt x="1405" y="2810"/>
                    </a:cubicBezTo>
                    <a:cubicBezTo>
                      <a:pt x="2179" y="2810"/>
                      <a:pt x="2810" y="2179"/>
                      <a:pt x="2810" y="1405"/>
                    </a:cubicBezTo>
                    <a:cubicBezTo>
                      <a:pt x="2810" y="632"/>
                      <a:pt x="2179" y="1"/>
                      <a:pt x="14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2"/>
              <p:cNvSpPr/>
              <p:nvPr/>
            </p:nvSpPr>
            <p:spPr>
              <a:xfrm>
                <a:off x="2327650" y="3404725"/>
                <a:ext cx="1762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7050" h="667" extrusionOk="0">
                    <a:moveTo>
                      <a:pt x="334" y="0"/>
                    </a:moveTo>
                    <a:cubicBezTo>
                      <a:pt x="144" y="0"/>
                      <a:pt x="1" y="143"/>
                      <a:pt x="1" y="333"/>
                    </a:cubicBezTo>
                    <a:cubicBezTo>
                      <a:pt x="1" y="512"/>
                      <a:pt x="144" y="667"/>
                      <a:pt x="334" y="667"/>
                    </a:cubicBezTo>
                    <a:lnTo>
                      <a:pt x="6716" y="667"/>
                    </a:lnTo>
                    <a:cubicBezTo>
                      <a:pt x="6895" y="667"/>
                      <a:pt x="7049" y="512"/>
                      <a:pt x="7049" y="333"/>
                    </a:cubicBezTo>
                    <a:cubicBezTo>
                      <a:pt x="7049" y="143"/>
                      <a:pt x="6895" y="0"/>
                      <a:pt x="6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2"/>
              <p:cNvSpPr/>
              <p:nvPr/>
            </p:nvSpPr>
            <p:spPr>
              <a:xfrm>
                <a:off x="2254425" y="3320775"/>
                <a:ext cx="554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6192" extrusionOk="0">
                    <a:moveTo>
                      <a:pt x="489" y="1"/>
                    </a:moveTo>
                    <a:cubicBezTo>
                      <a:pt x="215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15" y="6192"/>
                      <a:pt x="489" y="6192"/>
                    </a:cubicBezTo>
                    <a:lnTo>
                      <a:pt x="1727" y="6192"/>
                    </a:lnTo>
                    <a:cubicBezTo>
                      <a:pt x="2001" y="6192"/>
                      <a:pt x="2216" y="5966"/>
                      <a:pt x="2216" y="5704"/>
                    </a:cubicBezTo>
                    <a:lnTo>
                      <a:pt x="2216" y="489"/>
                    </a:lnTo>
                    <a:cubicBezTo>
                      <a:pt x="2216" y="227"/>
                      <a:pt x="2001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2"/>
              <p:cNvSpPr/>
              <p:nvPr/>
            </p:nvSpPr>
            <p:spPr>
              <a:xfrm>
                <a:off x="2254425" y="3444600"/>
                <a:ext cx="55400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1239" extrusionOk="0">
                    <a:moveTo>
                      <a:pt x="1" y="1"/>
                    </a:moveTo>
                    <a:lnTo>
                      <a:pt x="1" y="751"/>
                    </a:lnTo>
                    <a:cubicBezTo>
                      <a:pt x="1" y="1013"/>
                      <a:pt x="215" y="1239"/>
                      <a:pt x="489" y="1239"/>
                    </a:cubicBezTo>
                    <a:lnTo>
                      <a:pt x="1727" y="1239"/>
                    </a:lnTo>
                    <a:cubicBezTo>
                      <a:pt x="2001" y="1239"/>
                      <a:pt x="2216" y="1013"/>
                      <a:pt x="2216" y="751"/>
                    </a:cubicBezTo>
                    <a:lnTo>
                      <a:pt x="2216" y="1"/>
                    </a:lnTo>
                    <a:cubicBezTo>
                      <a:pt x="2216" y="262"/>
                      <a:pt x="2001" y="489"/>
                      <a:pt x="1727" y="489"/>
                    </a:cubicBezTo>
                    <a:lnTo>
                      <a:pt x="489" y="489"/>
                    </a:lnTo>
                    <a:cubicBezTo>
                      <a:pt x="215" y="489"/>
                      <a:pt x="1" y="262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2"/>
              <p:cNvSpPr/>
              <p:nvPr/>
            </p:nvSpPr>
            <p:spPr>
              <a:xfrm>
                <a:off x="2246400" y="3306200"/>
                <a:ext cx="714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3108" extrusionOk="0">
                    <a:moveTo>
                      <a:pt x="489" y="0"/>
                    </a:moveTo>
                    <a:cubicBezTo>
                      <a:pt x="215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15" y="3108"/>
                      <a:pt x="489" y="3108"/>
                    </a:cubicBezTo>
                    <a:lnTo>
                      <a:pt x="2370" y="3108"/>
                    </a:lnTo>
                    <a:cubicBezTo>
                      <a:pt x="2644" y="3108"/>
                      <a:pt x="2858" y="2881"/>
                      <a:pt x="2858" y="2608"/>
                    </a:cubicBezTo>
                    <a:lnTo>
                      <a:pt x="2858" y="488"/>
                    </a:lnTo>
                    <a:cubicBezTo>
                      <a:pt x="2858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2"/>
              <p:cNvSpPr/>
              <p:nvPr/>
            </p:nvSpPr>
            <p:spPr>
              <a:xfrm>
                <a:off x="2246400" y="3339825"/>
                <a:ext cx="71450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1763" extrusionOk="0"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15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1"/>
                    </a:lnTo>
                    <a:cubicBezTo>
                      <a:pt x="2858" y="274"/>
                      <a:pt x="2644" y="489"/>
                      <a:pt x="2370" y="489"/>
                    </a:cubicBezTo>
                    <a:lnTo>
                      <a:pt x="489" y="489"/>
                    </a:lnTo>
                    <a:cubicBezTo>
                      <a:pt x="215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2"/>
              <p:cNvSpPr/>
              <p:nvPr/>
            </p:nvSpPr>
            <p:spPr>
              <a:xfrm>
                <a:off x="2260400" y="3398750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1"/>
                    </a:moveTo>
                    <a:cubicBezTo>
                      <a:pt x="48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48" y="2930"/>
                      <a:pt x="107" y="2930"/>
                    </a:cubicBezTo>
                    <a:cubicBezTo>
                      <a:pt x="167" y="2930"/>
                      <a:pt x="226" y="2882"/>
                      <a:pt x="226" y="2811"/>
                    </a:cubicBezTo>
                    <a:lnTo>
                      <a:pt x="226" y="120"/>
                    </a:lnTo>
                    <a:cubicBezTo>
                      <a:pt x="226" y="49"/>
                      <a:pt x="167" y="1"/>
                      <a:pt x="1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2"/>
              <p:cNvSpPr/>
              <p:nvPr/>
            </p:nvSpPr>
            <p:spPr>
              <a:xfrm>
                <a:off x="22729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19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19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2"/>
              <p:cNvSpPr/>
              <p:nvPr/>
            </p:nvSpPr>
            <p:spPr>
              <a:xfrm>
                <a:off x="22857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07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2"/>
              <p:cNvSpPr/>
              <p:nvPr/>
            </p:nvSpPr>
            <p:spPr>
              <a:xfrm>
                <a:off x="2298200" y="3398750"/>
                <a:ext cx="59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930" extrusionOk="0">
                    <a:moveTo>
                      <a:pt x="119" y="1"/>
                    </a:moveTo>
                    <a:cubicBezTo>
                      <a:pt x="60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60" y="2930"/>
                      <a:pt x="119" y="2930"/>
                    </a:cubicBezTo>
                    <a:cubicBezTo>
                      <a:pt x="179" y="2930"/>
                      <a:pt x="238" y="2882"/>
                      <a:pt x="238" y="2811"/>
                    </a:cubicBezTo>
                    <a:lnTo>
                      <a:pt x="238" y="120"/>
                    </a:lnTo>
                    <a:cubicBezTo>
                      <a:pt x="238" y="49"/>
                      <a:pt x="179" y="1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2"/>
              <p:cNvSpPr/>
              <p:nvPr/>
            </p:nvSpPr>
            <p:spPr>
              <a:xfrm>
                <a:off x="2521425" y="3320775"/>
                <a:ext cx="557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6192" extrusionOk="0">
                    <a:moveTo>
                      <a:pt x="489" y="1"/>
                    </a:moveTo>
                    <a:cubicBezTo>
                      <a:pt x="227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27" y="6192"/>
                      <a:pt x="489" y="6192"/>
                    </a:cubicBezTo>
                    <a:lnTo>
                      <a:pt x="1739" y="6192"/>
                    </a:lnTo>
                    <a:cubicBezTo>
                      <a:pt x="2001" y="6192"/>
                      <a:pt x="2227" y="5966"/>
                      <a:pt x="2227" y="5704"/>
                    </a:cubicBezTo>
                    <a:lnTo>
                      <a:pt x="2227" y="489"/>
                    </a:lnTo>
                    <a:cubicBezTo>
                      <a:pt x="2227" y="227"/>
                      <a:pt x="2001" y="1"/>
                      <a:pt x="17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2"/>
              <p:cNvSpPr/>
              <p:nvPr/>
            </p:nvSpPr>
            <p:spPr>
              <a:xfrm>
                <a:off x="2513400" y="3306200"/>
                <a:ext cx="717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3108" extrusionOk="0">
                    <a:moveTo>
                      <a:pt x="500" y="0"/>
                    </a:moveTo>
                    <a:cubicBezTo>
                      <a:pt x="227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27" y="3108"/>
                      <a:pt x="500" y="3108"/>
                    </a:cubicBezTo>
                    <a:lnTo>
                      <a:pt x="2370" y="3108"/>
                    </a:lnTo>
                    <a:cubicBezTo>
                      <a:pt x="2644" y="3108"/>
                      <a:pt x="2870" y="2881"/>
                      <a:pt x="2870" y="2608"/>
                    </a:cubicBezTo>
                    <a:lnTo>
                      <a:pt x="2870" y="488"/>
                    </a:lnTo>
                    <a:cubicBezTo>
                      <a:pt x="2870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2"/>
              <p:cNvSpPr/>
              <p:nvPr/>
            </p:nvSpPr>
            <p:spPr>
              <a:xfrm>
                <a:off x="2513400" y="3339825"/>
                <a:ext cx="71475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9" h="1763" extrusionOk="0">
                    <a:moveTo>
                      <a:pt x="2858" y="1"/>
                    </a:move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58" y="28"/>
                      <a:pt x="2858" y="14"/>
                      <a:pt x="2858" y="1"/>
                    </a:cubicBezTo>
                    <a:close/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27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47" y="296"/>
                      <a:pt x="2630" y="489"/>
                      <a:pt x="2370" y="489"/>
                    </a:cubicBezTo>
                    <a:lnTo>
                      <a:pt x="489" y="489"/>
                    </a:lnTo>
                    <a:cubicBezTo>
                      <a:pt x="227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2"/>
              <p:cNvSpPr/>
              <p:nvPr/>
            </p:nvSpPr>
            <p:spPr>
              <a:xfrm>
                <a:off x="2521425" y="3391325"/>
                <a:ext cx="55700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3370" extrusionOk="0">
                    <a:moveTo>
                      <a:pt x="858" y="0"/>
                    </a:moveTo>
                    <a:cubicBezTo>
                      <a:pt x="799" y="0"/>
                      <a:pt x="739" y="60"/>
                      <a:pt x="739" y="119"/>
                    </a:cubicBezTo>
                    <a:lnTo>
                      <a:pt x="739" y="2620"/>
                    </a:lnTo>
                    <a:lnTo>
                      <a:pt x="489" y="2620"/>
                    </a:lnTo>
                    <a:cubicBezTo>
                      <a:pt x="477" y="2620"/>
                      <a:pt x="477" y="2608"/>
                      <a:pt x="465" y="2608"/>
                    </a:cubicBezTo>
                    <a:lnTo>
                      <a:pt x="465" y="417"/>
                    </a:lnTo>
                    <a:cubicBezTo>
                      <a:pt x="465" y="346"/>
                      <a:pt x="418" y="298"/>
                      <a:pt x="358" y="298"/>
                    </a:cubicBezTo>
                    <a:cubicBezTo>
                      <a:pt x="287" y="298"/>
                      <a:pt x="239" y="346"/>
                      <a:pt x="239" y="417"/>
                    </a:cubicBezTo>
                    <a:lnTo>
                      <a:pt x="239" y="2548"/>
                    </a:lnTo>
                    <a:cubicBezTo>
                      <a:pt x="96" y="2453"/>
                      <a:pt x="1" y="2298"/>
                      <a:pt x="1" y="2132"/>
                    </a:cubicBezTo>
                    <a:lnTo>
                      <a:pt x="1" y="2882"/>
                    </a:lnTo>
                    <a:cubicBezTo>
                      <a:pt x="1" y="3144"/>
                      <a:pt x="215" y="3370"/>
                      <a:pt x="489" y="3370"/>
                    </a:cubicBezTo>
                    <a:lnTo>
                      <a:pt x="1739" y="3370"/>
                    </a:lnTo>
                    <a:cubicBezTo>
                      <a:pt x="2001" y="3370"/>
                      <a:pt x="2227" y="3144"/>
                      <a:pt x="2227" y="2882"/>
                    </a:cubicBezTo>
                    <a:lnTo>
                      <a:pt x="2227" y="2132"/>
                    </a:lnTo>
                    <a:cubicBezTo>
                      <a:pt x="2227" y="2298"/>
                      <a:pt x="2132" y="2453"/>
                      <a:pt x="1989" y="2548"/>
                    </a:cubicBezTo>
                    <a:lnTo>
                      <a:pt x="1989" y="417"/>
                    </a:lnTo>
                    <a:cubicBezTo>
                      <a:pt x="1989" y="346"/>
                      <a:pt x="1930" y="298"/>
                      <a:pt x="1870" y="298"/>
                    </a:cubicBezTo>
                    <a:cubicBezTo>
                      <a:pt x="1811" y="298"/>
                      <a:pt x="1763" y="346"/>
                      <a:pt x="1763" y="417"/>
                    </a:cubicBezTo>
                    <a:lnTo>
                      <a:pt x="1763" y="2608"/>
                    </a:lnTo>
                    <a:cubicBezTo>
                      <a:pt x="1751" y="2608"/>
                      <a:pt x="1739" y="2620"/>
                      <a:pt x="1739" y="2620"/>
                    </a:cubicBezTo>
                    <a:lnTo>
                      <a:pt x="1477" y="2620"/>
                    </a:lnTo>
                    <a:lnTo>
                      <a:pt x="1477" y="119"/>
                    </a:lnTo>
                    <a:cubicBezTo>
                      <a:pt x="1477" y="60"/>
                      <a:pt x="1430" y="0"/>
                      <a:pt x="1370" y="0"/>
                    </a:cubicBezTo>
                    <a:cubicBezTo>
                      <a:pt x="1299" y="0"/>
                      <a:pt x="1251" y="60"/>
                      <a:pt x="1251" y="119"/>
                    </a:cubicBezTo>
                    <a:lnTo>
                      <a:pt x="1251" y="2620"/>
                    </a:lnTo>
                    <a:lnTo>
                      <a:pt x="977" y="2620"/>
                    </a:lnTo>
                    <a:lnTo>
                      <a:pt x="977" y="119"/>
                    </a:lnTo>
                    <a:cubicBezTo>
                      <a:pt x="977" y="60"/>
                      <a:pt x="918" y="0"/>
                      <a:pt x="8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2"/>
              <p:cNvSpPr/>
              <p:nvPr/>
            </p:nvSpPr>
            <p:spPr>
              <a:xfrm>
                <a:off x="2367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2"/>
              <p:cNvSpPr/>
              <p:nvPr/>
            </p:nvSpPr>
            <p:spPr>
              <a:xfrm>
                <a:off x="2389575" y="2937400"/>
                <a:ext cx="74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2"/>
              <p:cNvSpPr/>
              <p:nvPr/>
            </p:nvSpPr>
            <p:spPr>
              <a:xfrm>
                <a:off x="241190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2"/>
              <p:cNvSpPr/>
              <p:nvPr/>
            </p:nvSpPr>
            <p:spPr>
              <a:xfrm>
                <a:off x="2434225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2"/>
              <p:cNvSpPr/>
              <p:nvPr/>
            </p:nvSpPr>
            <p:spPr>
              <a:xfrm>
                <a:off x="2456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1" name="Google Shape;751;p32"/>
          <p:cNvGrpSpPr/>
          <p:nvPr/>
        </p:nvGrpSpPr>
        <p:grpSpPr>
          <a:xfrm>
            <a:off x="5689066" y="1788138"/>
            <a:ext cx="234762" cy="218290"/>
            <a:chOff x="8652775" y="883650"/>
            <a:chExt cx="38125" cy="35450"/>
          </a:xfrm>
        </p:grpSpPr>
        <p:sp>
          <p:nvSpPr>
            <p:cNvPr id="752" name="Google Shape;752;p3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6" name="Google Shape;756;p32"/>
          <p:cNvGrpSpPr/>
          <p:nvPr/>
        </p:nvGrpSpPr>
        <p:grpSpPr>
          <a:xfrm>
            <a:off x="6996629" y="2793700"/>
            <a:ext cx="234762" cy="218290"/>
            <a:chOff x="8652775" y="883650"/>
            <a:chExt cx="38125" cy="35450"/>
          </a:xfrm>
        </p:grpSpPr>
        <p:sp>
          <p:nvSpPr>
            <p:cNvPr id="757" name="Google Shape;757;p3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1" name="Google Shape;761;p32"/>
          <p:cNvGrpSpPr/>
          <p:nvPr/>
        </p:nvGrpSpPr>
        <p:grpSpPr>
          <a:xfrm>
            <a:off x="3483683" y="3174621"/>
            <a:ext cx="1088317" cy="866935"/>
            <a:chOff x="5784050" y="1584700"/>
            <a:chExt cx="294100" cy="234275"/>
          </a:xfrm>
        </p:grpSpPr>
        <p:sp>
          <p:nvSpPr>
            <p:cNvPr id="762" name="Google Shape;762;p32"/>
            <p:cNvSpPr/>
            <p:nvPr/>
          </p:nvSpPr>
          <p:spPr>
            <a:xfrm>
              <a:off x="5784050" y="1584850"/>
              <a:ext cx="294100" cy="233975"/>
            </a:xfrm>
            <a:custGeom>
              <a:avLst/>
              <a:gdLst/>
              <a:ahLst/>
              <a:cxnLst/>
              <a:rect l="l" t="t" r="r" b="b"/>
              <a:pathLst>
                <a:path w="11764" h="9359" extrusionOk="0">
                  <a:moveTo>
                    <a:pt x="3941" y="0"/>
                  </a:moveTo>
                  <a:lnTo>
                    <a:pt x="1203" y="2739"/>
                  </a:lnTo>
                  <a:lnTo>
                    <a:pt x="1203" y="3536"/>
                  </a:lnTo>
                  <a:lnTo>
                    <a:pt x="1143" y="3536"/>
                  </a:lnTo>
                  <a:cubicBezTo>
                    <a:pt x="512" y="3536"/>
                    <a:pt x="0" y="4048"/>
                    <a:pt x="0" y="4679"/>
                  </a:cubicBezTo>
                  <a:cubicBezTo>
                    <a:pt x="0" y="5310"/>
                    <a:pt x="512" y="5822"/>
                    <a:pt x="1143" y="5822"/>
                  </a:cubicBezTo>
                  <a:lnTo>
                    <a:pt x="1203" y="5822"/>
                  </a:lnTo>
                  <a:lnTo>
                    <a:pt x="1203" y="6620"/>
                  </a:lnTo>
                  <a:lnTo>
                    <a:pt x="3941" y="9359"/>
                  </a:lnTo>
                  <a:lnTo>
                    <a:pt x="7823" y="9359"/>
                  </a:lnTo>
                  <a:lnTo>
                    <a:pt x="10561" y="6620"/>
                  </a:lnTo>
                  <a:lnTo>
                    <a:pt x="10561" y="5822"/>
                  </a:lnTo>
                  <a:lnTo>
                    <a:pt x="10621" y="5822"/>
                  </a:lnTo>
                  <a:cubicBezTo>
                    <a:pt x="11252" y="5822"/>
                    <a:pt x="11764" y="5310"/>
                    <a:pt x="11764" y="4679"/>
                  </a:cubicBezTo>
                  <a:cubicBezTo>
                    <a:pt x="11764" y="4048"/>
                    <a:pt x="11252" y="3536"/>
                    <a:pt x="10621" y="3536"/>
                  </a:cubicBezTo>
                  <a:lnTo>
                    <a:pt x="10561" y="3536"/>
                  </a:lnTo>
                  <a:lnTo>
                    <a:pt x="10561" y="2739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3" name="Google Shape;763;p32"/>
            <p:cNvGrpSpPr/>
            <p:nvPr/>
          </p:nvGrpSpPr>
          <p:grpSpPr>
            <a:xfrm>
              <a:off x="5784050" y="1584700"/>
              <a:ext cx="294100" cy="234275"/>
              <a:chOff x="5784050" y="-104950"/>
              <a:chExt cx="294100" cy="234275"/>
            </a:xfrm>
          </p:grpSpPr>
          <p:sp>
            <p:nvSpPr>
              <p:cNvPr id="764" name="Google Shape;764;p32"/>
              <p:cNvSpPr/>
              <p:nvPr/>
            </p:nvSpPr>
            <p:spPr>
              <a:xfrm>
                <a:off x="5784050" y="-16550"/>
                <a:ext cx="571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2287" extrusionOk="0">
                    <a:moveTo>
                      <a:pt x="1143" y="1"/>
                    </a:moveTo>
                    <a:cubicBezTo>
                      <a:pt x="512" y="1"/>
                      <a:pt x="0" y="513"/>
                      <a:pt x="0" y="1144"/>
                    </a:cubicBezTo>
                    <a:cubicBezTo>
                      <a:pt x="0" y="1775"/>
                      <a:pt x="512" y="2287"/>
                      <a:pt x="1143" y="2287"/>
                    </a:cubicBezTo>
                    <a:cubicBezTo>
                      <a:pt x="1774" y="2287"/>
                      <a:pt x="2286" y="1775"/>
                      <a:pt x="2286" y="1144"/>
                    </a:cubicBezTo>
                    <a:cubicBezTo>
                      <a:pt x="2286" y="513"/>
                      <a:pt x="1774" y="1"/>
                      <a:pt x="1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2"/>
              <p:cNvSpPr/>
              <p:nvPr/>
            </p:nvSpPr>
            <p:spPr>
              <a:xfrm>
                <a:off x="6020675" y="-16550"/>
                <a:ext cx="574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2287" extrusionOk="0">
                    <a:moveTo>
                      <a:pt x="1156" y="1"/>
                    </a:moveTo>
                    <a:cubicBezTo>
                      <a:pt x="525" y="1"/>
                      <a:pt x="1" y="513"/>
                      <a:pt x="1" y="1144"/>
                    </a:cubicBezTo>
                    <a:cubicBezTo>
                      <a:pt x="1" y="1775"/>
                      <a:pt x="525" y="2287"/>
                      <a:pt x="1156" y="2287"/>
                    </a:cubicBezTo>
                    <a:cubicBezTo>
                      <a:pt x="1787" y="2287"/>
                      <a:pt x="2299" y="1775"/>
                      <a:pt x="2299" y="1144"/>
                    </a:cubicBezTo>
                    <a:cubicBezTo>
                      <a:pt x="2299" y="513"/>
                      <a:pt x="1787" y="1"/>
                      <a:pt x="11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2"/>
              <p:cNvSpPr/>
              <p:nvPr/>
            </p:nvSpPr>
            <p:spPr>
              <a:xfrm>
                <a:off x="5814100" y="-104950"/>
                <a:ext cx="234000" cy="234275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9371" extrusionOk="0">
                    <a:moveTo>
                      <a:pt x="2739" y="1"/>
                    </a:moveTo>
                    <a:lnTo>
                      <a:pt x="1" y="2751"/>
                    </a:lnTo>
                    <a:lnTo>
                      <a:pt x="1" y="6621"/>
                    </a:lnTo>
                    <a:lnTo>
                      <a:pt x="2739" y="9371"/>
                    </a:lnTo>
                    <a:lnTo>
                      <a:pt x="6609" y="9371"/>
                    </a:lnTo>
                    <a:lnTo>
                      <a:pt x="9359" y="6621"/>
                    </a:lnTo>
                    <a:lnTo>
                      <a:pt x="9359" y="2751"/>
                    </a:lnTo>
                    <a:lnTo>
                      <a:pt x="660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2"/>
              <p:cNvSpPr/>
              <p:nvPr/>
            </p:nvSpPr>
            <p:spPr>
              <a:xfrm>
                <a:off x="5862025" y="-47800"/>
                <a:ext cx="137850" cy="1381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26" extrusionOk="0">
                    <a:moveTo>
                      <a:pt x="2763" y="1"/>
                    </a:moveTo>
                    <a:cubicBezTo>
                      <a:pt x="1227" y="1"/>
                      <a:pt x="1" y="1239"/>
                      <a:pt x="1" y="2763"/>
                    </a:cubicBezTo>
                    <a:cubicBezTo>
                      <a:pt x="1" y="4287"/>
                      <a:pt x="1239" y="5525"/>
                      <a:pt x="2763" y="5525"/>
                    </a:cubicBezTo>
                    <a:cubicBezTo>
                      <a:pt x="4287" y="5525"/>
                      <a:pt x="5513" y="4287"/>
                      <a:pt x="5513" y="2763"/>
                    </a:cubicBezTo>
                    <a:cubicBezTo>
                      <a:pt x="5513" y="1239"/>
                      <a:pt x="4287" y="1"/>
                      <a:pt x="27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2"/>
              <p:cNvSpPr/>
              <p:nvPr/>
            </p:nvSpPr>
            <p:spPr>
              <a:xfrm>
                <a:off x="5877800" y="-31725"/>
                <a:ext cx="106300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4252" extrusionOk="0">
                    <a:moveTo>
                      <a:pt x="2132" y="1"/>
                    </a:moveTo>
                    <a:cubicBezTo>
                      <a:pt x="953" y="1"/>
                      <a:pt x="1" y="953"/>
                      <a:pt x="1" y="2120"/>
                    </a:cubicBezTo>
                    <a:cubicBezTo>
                      <a:pt x="1" y="3299"/>
                      <a:pt x="953" y="4251"/>
                      <a:pt x="2132" y="4251"/>
                    </a:cubicBezTo>
                    <a:cubicBezTo>
                      <a:pt x="3299" y="4251"/>
                      <a:pt x="4251" y="3299"/>
                      <a:pt x="4251" y="2120"/>
                    </a:cubicBezTo>
                    <a:cubicBezTo>
                      <a:pt x="4251" y="953"/>
                      <a:pt x="3299" y="1"/>
                      <a:pt x="2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2"/>
              <p:cNvSpPr/>
              <p:nvPr/>
            </p:nvSpPr>
            <p:spPr>
              <a:xfrm>
                <a:off x="5877800" y="6075"/>
                <a:ext cx="106300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2740" extrusionOk="0">
                    <a:moveTo>
                      <a:pt x="96" y="1"/>
                    </a:moveTo>
                    <a:cubicBezTo>
                      <a:pt x="36" y="203"/>
                      <a:pt x="1" y="394"/>
                      <a:pt x="1" y="608"/>
                    </a:cubicBezTo>
                    <a:cubicBezTo>
                      <a:pt x="1" y="1787"/>
                      <a:pt x="953" y="2739"/>
                      <a:pt x="2132" y="2739"/>
                    </a:cubicBezTo>
                    <a:cubicBezTo>
                      <a:pt x="3299" y="2739"/>
                      <a:pt x="4251" y="1787"/>
                      <a:pt x="4251" y="608"/>
                    </a:cubicBezTo>
                    <a:cubicBezTo>
                      <a:pt x="4251" y="406"/>
                      <a:pt x="4227" y="203"/>
                      <a:pt x="4168" y="1"/>
                    </a:cubicBezTo>
                    <a:cubicBezTo>
                      <a:pt x="3906" y="882"/>
                      <a:pt x="3096" y="1525"/>
                      <a:pt x="2132" y="1525"/>
                    </a:cubicBezTo>
                    <a:cubicBezTo>
                      <a:pt x="1168" y="1525"/>
                      <a:pt x="346" y="882"/>
                      <a:pt x="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0" name="Google Shape;770;p32"/>
          <p:cNvGrpSpPr/>
          <p:nvPr/>
        </p:nvGrpSpPr>
        <p:grpSpPr>
          <a:xfrm>
            <a:off x="766400" y="3930008"/>
            <a:ext cx="744312" cy="221985"/>
            <a:chOff x="8652775" y="883650"/>
            <a:chExt cx="120875" cy="36050"/>
          </a:xfrm>
        </p:grpSpPr>
        <p:sp>
          <p:nvSpPr>
            <p:cNvPr id="771" name="Google Shape;771;p3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7" name="Google Shape;777;p32"/>
          <p:cNvSpPr/>
          <p:nvPr/>
        </p:nvSpPr>
        <p:spPr>
          <a:xfrm>
            <a:off x="2847050" y="2949743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8" name="Google Shape;778;p32"/>
          <p:cNvGrpSpPr/>
          <p:nvPr/>
        </p:nvGrpSpPr>
        <p:grpSpPr>
          <a:xfrm>
            <a:off x="4140791" y="2393763"/>
            <a:ext cx="234762" cy="218290"/>
            <a:chOff x="8652775" y="883650"/>
            <a:chExt cx="38125" cy="35450"/>
          </a:xfrm>
        </p:grpSpPr>
        <p:sp>
          <p:nvSpPr>
            <p:cNvPr id="779" name="Google Shape;779;p3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0" name="Google Shape;2740;p47"/>
          <p:cNvGrpSpPr/>
          <p:nvPr/>
        </p:nvGrpSpPr>
        <p:grpSpPr>
          <a:xfrm>
            <a:off x="2467881" y="346133"/>
            <a:ext cx="234762" cy="218290"/>
            <a:chOff x="8652775" y="883650"/>
            <a:chExt cx="38125" cy="35450"/>
          </a:xfrm>
        </p:grpSpPr>
        <p:sp>
          <p:nvSpPr>
            <p:cNvPr id="2741" name="Google Shape;2741;p4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4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47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4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5" name="Google Shape;2745;p47"/>
          <p:cNvGrpSpPr/>
          <p:nvPr/>
        </p:nvGrpSpPr>
        <p:grpSpPr>
          <a:xfrm>
            <a:off x="584293" y="2858431"/>
            <a:ext cx="430885" cy="203666"/>
            <a:chOff x="8703675" y="886625"/>
            <a:chExt cx="69975" cy="33075"/>
          </a:xfrm>
        </p:grpSpPr>
        <p:sp>
          <p:nvSpPr>
            <p:cNvPr id="2746" name="Google Shape;2746;p47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47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8" name="Google Shape;2748;p47"/>
          <p:cNvSpPr/>
          <p:nvPr/>
        </p:nvSpPr>
        <p:spPr>
          <a:xfrm>
            <a:off x="8135918" y="1426834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0"/>
                </a:moveTo>
                <a:cubicBezTo>
                  <a:pt x="108" y="0"/>
                  <a:pt x="1" y="107"/>
                  <a:pt x="1" y="250"/>
                </a:cubicBezTo>
                <a:cubicBezTo>
                  <a:pt x="1" y="393"/>
                  <a:pt x="108" y="500"/>
                  <a:pt x="251" y="500"/>
                </a:cubicBezTo>
                <a:lnTo>
                  <a:pt x="2549" y="500"/>
                </a:lnTo>
                <a:cubicBezTo>
                  <a:pt x="2691" y="500"/>
                  <a:pt x="2799" y="393"/>
                  <a:pt x="2799" y="250"/>
                </a:cubicBezTo>
                <a:cubicBezTo>
                  <a:pt x="2799" y="107"/>
                  <a:pt x="2691" y="0"/>
                  <a:pt x="254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47"/>
          <p:cNvSpPr/>
          <p:nvPr/>
        </p:nvSpPr>
        <p:spPr>
          <a:xfrm>
            <a:off x="3866450" y="3062100"/>
            <a:ext cx="1692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51" name="Google Shape;2751;p47"/>
          <p:cNvCxnSpPr>
            <a:cxnSpLocks/>
            <a:stCxn id="2759" idx="1"/>
          </p:cNvCxnSpPr>
          <p:nvPr/>
        </p:nvCxnSpPr>
        <p:spPr>
          <a:xfrm flipV="1">
            <a:off x="2585262" y="2152050"/>
            <a:ext cx="1598688" cy="9686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2" name="Google Shape;2752;p47"/>
          <p:cNvCxnSpPr/>
          <p:nvPr/>
        </p:nvCxnSpPr>
        <p:spPr>
          <a:xfrm>
            <a:off x="5171725" y="3720125"/>
            <a:ext cx="7665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59" name="Google Shape;2759;p47"/>
          <p:cNvSpPr txBox="1"/>
          <p:nvPr/>
        </p:nvSpPr>
        <p:spPr>
          <a:xfrm>
            <a:off x="2585262" y="1909886"/>
            <a:ext cx="9540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62" name="Google Shape;2762;p47"/>
          <p:cNvGrpSpPr/>
          <p:nvPr/>
        </p:nvGrpSpPr>
        <p:grpSpPr>
          <a:xfrm>
            <a:off x="3884563" y="1717885"/>
            <a:ext cx="1374874" cy="2436434"/>
            <a:chOff x="2225575" y="3305850"/>
            <a:chExt cx="380125" cy="673625"/>
          </a:xfrm>
        </p:grpSpPr>
        <p:sp>
          <p:nvSpPr>
            <p:cNvPr id="2763" name="Google Shape;2763;p47"/>
            <p:cNvSpPr/>
            <p:nvPr/>
          </p:nvSpPr>
          <p:spPr>
            <a:xfrm>
              <a:off x="2225850" y="3306013"/>
              <a:ext cx="379850" cy="673300"/>
            </a:xfrm>
            <a:custGeom>
              <a:avLst/>
              <a:gdLst/>
              <a:ahLst/>
              <a:cxnLst/>
              <a:rect l="l" t="t" r="r" b="b"/>
              <a:pathLst>
                <a:path w="15194" h="26932" extrusionOk="0">
                  <a:moveTo>
                    <a:pt x="8978" y="16395"/>
                  </a:moveTo>
                  <a:lnTo>
                    <a:pt x="8978" y="17097"/>
                  </a:lnTo>
                  <a:lnTo>
                    <a:pt x="8835" y="17097"/>
                  </a:lnTo>
                  <a:cubicBezTo>
                    <a:pt x="8573" y="17097"/>
                    <a:pt x="8359" y="17312"/>
                    <a:pt x="8359" y="17574"/>
                  </a:cubicBezTo>
                  <a:lnTo>
                    <a:pt x="8359" y="17967"/>
                  </a:lnTo>
                  <a:lnTo>
                    <a:pt x="8252" y="17967"/>
                  </a:lnTo>
                  <a:cubicBezTo>
                    <a:pt x="8121" y="17967"/>
                    <a:pt x="8002" y="18074"/>
                    <a:pt x="8002" y="18217"/>
                  </a:cubicBezTo>
                  <a:cubicBezTo>
                    <a:pt x="8002" y="18348"/>
                    <a:pt x="8121" y="18467"/>
                    <a:pt x="8252" y="18467"/>
                  </a:cubicBezTo>
                  <a:lnTo>
                    <a:pt x="8359" y="18467"/>
                  </a:lnTo>
                  <a:lnTo>
                    <a:pt x="8359" y="21634"/>
                  </a:lnTo>
                  <a:lnTo>
                    <a:pt x="8252" y="21634"/>
                  </a:lnTo>
                  <a:cubicBezTo>
                    <a:pt x="8121" y="21634"/>
                    <a:pt x="8002" y="21741"/>
                    <a:pt x="8002" y="21884"/>
                  </a:cubicBezTo>
                  <a:cubicBezTo>
                    <a:pt x="8002" y="22015"/>
                    <a:pt x="8121" y="22134"/>
                    <a:pt x="8252" y="22134"/>
                  </a:cubicBezTo>
                  <a:lnTo>
                    <a:pt x="8359" y="22134"/>
                  </a:lnTo>
                  <a:lnTo>
                    <a:pt x="8359" y="22527"/>
                  </a:lnTo>
                  <a:cubicBezTo>
                    <a:pt x="8359" y="22789"/>
                    <a:pt x="8573" y="22991"/>
                    <a:pt x="8835" y="22991"/>
                  </a:cubicBezTo>
                  <a:lnTo>
                    <a:pt x="8966" y="22991"/>
                  </a:lnTo>
                  <a:lnTo>
                    <a:pt x="8966" y="24086"/>
                  </a:lnTo>
                  <a:cubicBezTo>
                    <a:pt x="8966" y="24086"/>
                    <a:pt x="8978" y="24098"/>
                    <a:pt x="8978" y="24098"/>
                  </a:cubicBezTo>
                  <a:lnTo>
                    <a:pt x="6216" y="24098"/>
                  </a:lnTo>
                  <a:cubicBezTo>
                    <a:pt x="6216" y="24098"/>
                    <a:pt x="6216" y="24086"/>
                    <a:pt x="6216" y="24086"/>
                  </a:cubicBezTo>
                  <a:lnTo>
                    <a:pt x="6216" y="22991"/>
                  </a:lnTo>
                  <a:lnTo>
                    <a:pt x="6359" y="22991"/>
                  </a:lnTo>
                  <a:cubicBezTo>
                    <a:pt x="6621" y="22991"/>
                    <a:pt x="6835" y="22789"/>
                    <a:pt x="6835" y="22527"/>
                  </a:cubicBezTo>
                  <a:lnTo>
                    <a:pt x="6835" y="22134"/>
                  </a:lnTo>
                  <a:lnTo>
                    <a:pt x="6930" y="22134"/>
                  </a:lnTo>
                  <a:cubicBezTo>
                    <a:pt x="7073" y="22134"/>
                    <a:pt x="7180" y="22015"/>
                    <a:pt x="7180" y="21884"/>
                  </a:cubicBezTo>
                  <a:cubicBezTo>
                    <a:pt x="7180" y="21741"/>
                    <a:pt x="7073" y="21634"/>
                    <a:pt x="6930" y="21634"/>
                  </a:cubicBezTo>
                  <a:lnTo>
                    <a:pt x="6835" y="21634"/>
                  </a:lnTo>
                  <a:lnTo>
                    <a:pt x="6835" y="18467"/>
                  </a:lnTo>
                  <a:lnTo>
                    <a:pt x="6930" y="18467"/>
                  </a:lnTo>
                  <a:cubicBezTo>
                    <a:pt x="7073" y="18467"/>
                    <a:pt x="7180" y="18348"/>
                    <a:pt x="7180" y="18217"/>
                  </a:cubicBezTo>
                  <a:cubicBezTo>
                    <a:pt x="7180" y="18074"/>
                    <a:pt x="7073" y="17967"/>
                    <a:pt x="6930" y="17967"/>
                  </a:cubicBezTo>
                  <a:lnTo>
                    <a:pt x="6835" y="17967"/>
                  </a:lnTo>
                  <a:lnTo>
                    <a:pt x="6835" y="17574"/>
                  </a:lnTo>
                  <a:cubicBezTo>
                    <a:pt x="6835" y="17312"/>
                    <a:pt x="6621" y="17097"/>
                    <a:pt x="6359" y="17097"/>
                  </a:cubicBezTo>
                  <a:lnTo>
                    <a:pt x="6216" y="17097"/>
                  </a:lnTo>
                  <a:lnTo>
                    <a:pt x="6216" y="16395"/>
                  </a:lnTo>
                  <a:close/>
                  <a:moveTo>
                    <a:pt x="7597" y="0"/>
                  </a:moveTo>
                  <a:cubicBezTo>
                    <a:pt x="7204" y="0"/>
                    <a:pt x="6895" y="322"/>
                    <a:pt x="6895" y="703"/>
                  </a:cubicBezTo>
                  <a:lnTo>
                    <a:pt x="4811" y="703"/>
                  </a:lnTo>
                  <a:cubicBezTo>
                    <a:pt x="4561" y="703"/>
                    <a:pt x="4359" y="905"/>
                    <a:pt x="4359" y="1167"/>
                  </a:cubicBezTo>
                  <a:lnTo>
                    <a:pt x="4359" y="3203"/>
                  </a:lnTo>
                  <a:cubicBezTo>
                    <a:pt x="4359" y="3119"/>
                    <a:pt x="4287" y="3048"/>
                    <a:pt x="4204" y="3048"/>
                  </a:cubicBezTo>
                  <a:cubicBezTo>
                    <a:pt x="4121" y="3048"/>
                    <a:pt x="4049" y="3119"/>
                    <a:pt x="4049" y="3203"/>
                  </a:cubicBezTo>
                  <a:lnTo>
                    <a:pt x="4049" y="3322"/>
                  </a:lnTo>
                  <a:cubicBezTo>
                    <a:pt x="3775" y="3441"/>
                    <a:pt x="3573" y="3715"/>
                    <a:pt x="3573" y="4036"/>
                  </a:cubicBezTo>
                  <a:cubicBezTo>
                    <a:pt x="3573" y="4358"/>
                    <a:pt x="3775" y="4632"/>
                    <a:pt x="4049" y="4751"/>
                  </a:cubicBezTo>
                  <a:lnTo>
                    <a:pt x="4049" y="4870"/>
                  </a:lnTo>
                  <a:cubicBezTo>
                    <a:pt x="4049" y="4953"/>
                    <a:pt x="4121" y="5013"/>
                    <a:pt x="4204" y="5013"/>
                  </a:cubicBezTo>
                  <a:cubicBezTo>
                    <a:pt x="4287" y="5013"/>
                    <a:pt x="4359" y="4953"/>
                    <a:pt x="4359" y="4870"/>
                  </a:cubicBezTo>
                  <a:lnTo>
                    <a:pt x="4359" y="6906"/>
                  </a:lnTo>
                  <a:cubicBezTo>
                    <a:pt x="4359" y="7156"/>
                    <a:pt x="4561" y="7358"/>
                    <a:pt x="4811" y="7358"/>
                  </a:cubicBezTo>
                  <a:lnTo>
                    <a:pt x="6609" y="7358"/>
                  </a:lnTo>
                  <a:lnTo>
                    <a:pt x="6609" y="7477"/>
                  </a:lnTo>
                  <a:cubicBezTo>
                    <a:pt x="6537" y="7489"/>
                    <a:pt x="6478" y="7549"/>
                    <a:pt x="6478" y="7620"/>
                  </a:cubicBezTo>
                  <a:cubicBezTo>
                    <a:pt x="6478" y="7691"/>
                    <a:pt x="6537" y="7751"/>
                    <a:pt x="6609" y="7763"/>
                  </a:cubicBezTo>
                  <a:lnTo>
                    <a:pt x="6609" y="7906"/>
                  </a:lnTo>
                  <a:cubicBezTo>
                    <a:pt x="6537" y="7906"/>
                    <a:pt x="6478" y="7965"/>
                    <a:pt x="6478" y="8037"/>
                  </a:cubicBezTo>
                  <a:cubicBezTo>
                    <a:pt x="6478" y="8120"/>
                    <a:pt x="6537" y="8180"/>
                    <a:pt x="6609" y="8180"/>
                  </a:cubicBezTo>
                  <a:lnTo>
                    <a:pt x="6609" y="8311"/>
                  </a:lnTo>
                  <a:lnTo>
                    <a:pt x="4537" y="8311"/>
                  </a:lnTo>
                  <a:cubicBezTo>
                    <a:pt x="4323" y="8311"/>
                    <a:pt x="4144" y="8489"/>
                    <a:pt x="4144" y="8703"/>
                  </a:cubicBezTo>
                  <a:lnTo>
                    <a:pt x="4144" y="8799"/>
                  </a:lnTo>
                  <a:lnTo>
                    <a:pt x="3930" y="8799"/>
                  </a:lnTo>
                  <a:lnTo>
                    <a:pt x="3930" y="8763"/>
                  </a:lnTo>
                  <a:cubicBezTo>
                    <a:pt x="3930" y="8692"/>
                    <a:pt x="3870" y="8632"/>
                    <a:pt x="3799" y="8632"/>
                  </a:cubicBezTo>
                  <a:cubicBezTo>
                    <a:pt x="3728" y="8632"/>
                    <a:pt x="3668" y="8692"/>
                    <a:pt x="3668" y="8763"/>
                  </a:cubicBezTo>
                  <a:lnTo>
                    <a:pt x="3668" y="8799"/>
                  </a:lnTo>
                  <a:lnTo>
                    <a:pt x="3466" y="8799"/>
                  </a:lnTo>
                  <a:lnTo>
                    <a:pt x="3466" y="8763"/>
                  </a:lnTo>
                  <a:cubicBezTo>
                    <a:pt x="3466" y="8692"/>
                    <a:pt x="3406" y="8632"/>
                    <a:pt x="3335" y="8632"/>
                  </a:cubicBezTo>
                  <a:cubicBezTo>
                    <a:pt x="3263" y="8632"/>
                    <a:pt x="3204" y="8692"/>
                    <a:pt x="3204" y="8763"/>
                  </a:cubicBezTo>
                  <a:lnTo>
                    <a:pt x="3204" y="8894"/>
                  </a:lnTo>
                  <a:cubicBezTo>
                    <a:pt x="3192" y="8906"/>
                    <a:pt x="3180" y="8918"/>
                    <a:pt x="3168" y="8930"/>
                  </a:cubicBezTo>
                  <a:lnTo>
                    <a:pt x="2501" y="8930"/>
                  </a:lnTo>
                  <a:cubicBezTo>
                    <a:pt x="1477" y="8930"/>
                    <a:pt x="644" y="9751"/>
                    <a:pt x="644" y="10775"/>
                  </a:cubicBezTo>
                  <a:lnTo>
                    <a:pt x="644" y="10966"/>
                  </a:lnTo>
                  <a:lnTo>
                    <a:pt x="572" y="10966"/>
                  </a:lnTo>
                  <a:cubicBezTo>
                    <a:pt x="489" y="10966"/>
                    <a:pt x="430" y="11025"/>
                    <a:pt x="430" y="11109"/>
                  </a:cubicBezTo>
                  <a:cubicBezTo>
                    <a:pt x="430" y="11180"/>
                    <a:pt x="489" y="11251"/>
                    <a:pt x="572" y="11251"/>
                  </a:cubicBezTo>
                  <a:lnTo>
                    <a:pt x="644" y="11251"/>
                  </a:lnTo>
                  <a:lnTo>
                    <a:pt x="644" y="11799"/>
                  </a:lnTo>
                  <a:lnTo>
                    <a:pt x="572" y="11799"/>
                  </a:lnTo>
                  <a:cubicBezTo>
                    <a:pt x="489" y="11799"/>
                    <a:pt x="430" y="11859"/>
                    <a:pt x="430" y="11942"/>
                  </a:cubicBezTo>
                  <a:cubicBezTo>
                    <a:pt x="430" y="12013"/>
                    <a:pt x="489" y="12085"/>
                    <a:pt x="572" y="12085"/>
                  </a:cubicBezTo>
                  <a:lnTo>
                    <a:pt x="644" y="12085"/>
                  </a:lnTo>
                  <a:lnTo>
                    <a:pt x="644" y="12633"/>
                  </a:lnTo>
                  <a:lnTo>
                    <a:pt x="572" y="12633"/>
                  </a:lnTo>
                  <a:cubicBezTo>
                    <a:pt x="489" y="12633"/>
                    <a:pt x="430" y="12692"/>
                    <a:pt x="430" y="12775"/>
                  </a:cubicBezTo>
                  <a:cubicBezTo>
                    <a:pt x="430" y="12847"/>
                    <a:pt x="489" y="12918"/>
                    <a:pt x="572" y="12918"/>
                  </a:cubicBezTo>
                  <a:lnTo>
                    <a:pt x="644" y="12918"/>
                  </a:lnTo>
                  <a:lnTo>
                    <a:pt x="644" y="13466"/>
                  </a:lnTo>
                  <a:lnTo>
                    <a:pt x="572" y="13466"/>
                  </a:lnTo>
                  <a:cubicBezTo>
                    <a:pt x="489" y="13466"/>
                    <a:pt x="430" y="13526"/>
                    <a:pt x="430" y="13609"/>
                  </a:cubicBezTo>
                  <a:cubicBezTo>
                    <a:pt x="430" y="13680"/>
                    <a:pt x="489" y="13752"/>
                    <a:pt x="572" y="13752"/>
                  </a:cubicBezTo>
                  <a:lnTo>
                    <a:pt x="644" y="13752"/>
                  </a:lnTo>
                  <a:lnTo>
                    <a:pt x="644" y="14002"/>
                  </a:lnTo>
                  <a:lnTo>
                    <a:pt x="906" y="14002"/>
                  </a:lnTo>
                  <a:lnTo>
                    <a:pt x="906" y="14395"/>
                  </a:lnTo>
                  <a:lnTo>
                    <a:pt x="739" y="14395"/>
                  </a:lnTo>
                  <a:cubicBezTo>
                    <a:pt x="561" y="14395"/>
                    <a:pt x="430" y="14526"/>
                    <a:pt x="430" y="14704"/>
                  </a:cubicBezTo>
                  <a:cubicBezTo>
                    <a:pt x="430" y="14871"/>
                    <a:pt x="561" y="15014"/>
                    <a:pt x="739" y="15014"/>
                  </a:cubicBezTo>
                  <a:lnTo>
                    <a:pt x="906" y="15014"/>
                  </a:lnTo>
                  <a:lnTo>
                    <a:pt x="906" y="16145"/>
                  </a:lnTo>
                  <a:cubicBezTo>
                    <a:pt x="382" y="16264"/>
                    <a:pt x="1" y="16728"/>
                    <a:pt x="1" y="17288"/>
                  </a:cubicBezTo>
                  <a:lnTo>
                    <a:pt x="477" y="17288"/>
                  </a:lnTo>
                  <a:cubicBezTo>
                    <a:pt x="477" y="16895"/>
                    <a:pt x="787" y="16585"/>
                    <a:pt x="1180" y="16585"/>
                  </a:cubicBezTo>
                  <a:cubicBezTo>
                    <a:pt x="1561" y="16585"/>
                    <a:pt x="1882" y="16895"/>
                    <a:pt x="1882" y="17288"/>
                  </a:cubicBezTo>
                  <a:lnTo>
                    <a:pt x="2358" y="17288"/>
                  </a:lnTo>
                  <a:cubicBezTo>
                    <a:pt x="2358" y="16728"/>
                    <a:pt x="1965" y="16264"/>
                    <a:pt x="1442" y="16145"/>
                  </a:cubicBezTo>
                  <a:lnTo>
                    <a:pt x="1442" y="15014"/>
                  </a:lnTo>
                  <a:lnTo>
                    <a:pt x="1620" y="15014"/>
                  </a:lnTo>
                  <a:cubicBezTo>
                    <a:pt x="1787" y="15014"/>
                    <a:pt x="1930" y="14871"/>
                    <a:pt x="1930" y="14704"/>
                  </a:cubicBezTo>
                  <a:cubicBezTo>
                    <a:pt x="1930" y="14526"/>
                    <a:pt x="1787" y="14395"/>
                    <a:pt x="1620" y="14395"/>
                  </a:cubicBezTo>
                  <a:lnTo>
                    <a:pt x="1442" y="14395"/>
                  </a:lnTo>
                  <a:lnTo>
                    <a:pt x="1442" y="14002"/>
                  </a:lnTo>
                  <a:lnTo>
                    <a:pt x="1704" y="14002"/>
                  </a:lnTo>
                  <a:lnTo>
                    <a:pt x="1704" y="13752"/>
                  </a:lnTo>
                  <a:lnTo>
                    <a:pt x="1787" y="13752"/>
                  </a:lnTo>
                  <a:cubicBezTo>
                    <a:pt x="1858" y="13752"/>
                    <a:pt x="1930" y="13680"/>
                    <a:pt x="1930" y="13609"/>
                  </a:cubicBezTo>
                  <a:cubicBezTo>
                    <a:pt x="1930" y="13526"/>
                    <a:pt x="1870" y="13466"/>
                    <a:pt x="1787" y="13466"/>
                  </a:cubicBezTo>
                  <a:lnTo>
                    <a:pt x="1704" y="13466"/>
                  </a:lnTo>
                  <a:lnTo>
                    <a:pt x="1704" y="12918"/>
                  </a:lnTo>
                  <a:lnTo>
                    <a:pt x="1787" y="12918"/>
                  </a:lnTo>
                  <a:cubicBezTo>
                    <a:pt x="1858" y="12918"/>
                    <a:pt x="1930" y="12847"/>
                    <a:pt x="1930" y="12775"/>
                  </a:cubicBezTo>
                  <a:cubicBezTo>
                    <a:pt x="1930" y="12692"/>
                    <a:pt x="1870" y="12633"/>
                    <a:pt x="1787" y="12633"/>
                  </a:cubicBezTo>
                  <a:lnTo>
                    <a:pt x="1704" y="12633"/>
                  </a:lnTo>
                  <a:lnTo>
                    <a:pt x="1704" y="12085"/>
                  </a:lnTo>
                  <a:lnTo>
                    <a:pt x="1787" y="12085"/>
                  </a:lnTo>
                  <a:cubicBezTo>
                    <a:pt x="1858" y="12085"/>
                    <a:pt x="1930" y="12013"/>
                    <a:pt x="1930" y="11942"/>
                  </a:cubicBezTo>
                  <a:cubicBezTo>
                    <a:pt x="1930" y="11859"/>
                    <a:pt x="1870" y="11799"/>
                    <a:pt x="1787" y="11799"/>
                  </a:cubicBezTo>
                  <a:lnTo>
                    <a:pt x="1704" y="11799"/>
                  </a:lnTo>
                  <a:lnTo>
                    <a:pt x="1704" y="11251"/>
                  </a:lnTo>
                  <a:lnTo>
                    <a:pt x="1787" y="11251"/>
                  </a:lnTo>
                  <a:cubicBezTo>
                    <a:pt x="1858" y="11251"/>
                    <a:pt x="1930" y="11180"/>
                    <a:pt x="1930" y="11109"/>
                  </a:cubicBezTo>
                  <a:cubicBezTo>
                    <a:pt x="1930" y="11025"/>
                    <a:pt x="1870" y="10966"/>
                    <a:pt x="1787" y="10966"/>
                  </a:cubicBezTo>
                  <a:lnTo>
                    <a:pt x="1704" y="10966"/>
                  </a:lnTo>
                  <a:lnTo>
                    <a:pt x="1704" y="10775"/>
                  </a:lnTo>
                  <a:cubicBezTo>
                    <a:pt x="1704" y="10335"/>
                    <a:pt x="2061" y="9977"/>
                    <a:pt x="2501" y="9977"/>
                  </a:cubicBezTo>
                  <a:lnTo>
                    <a:pt x="3168" y="9977"/>
                  </a:lnTo>
                  <a:cubicBezTo>
                    <a:pt x="3180" y="9989"/>
                    <a:pt x="3192" y="10001"/>
                    <a:pt x="3204" y="10013"/>
                  </a:cubicBezTo>
                  <a:lnTo>
                    <a:pt x="3204" y="10144"/>
                  </a:lnTo>
                  <a:cubicBezTo>
                    <a:pt x="3204" y="10216"/>
                    <a:pt x="3263" y="10275"/>
                    <a:pt x="3335" y="10275"/>
                  </a:cubicBezTo>
                  <a:cubicBezTo>
                    <a:pt x="3418" y="10275"/>
                    <a:pt x="3478" y="10216"/>
                    <a:pt x="3478" y="10144"/>
                  </a:cubicBezTo>
                  <a:lnTo>
                    <a:pt x="3478" y="10108"/>
                  </a:lnTo>
                  <a:lnTo>
                    <a:pt x="3668" y="10108"/>
                  </a:lnTo>
                  <a:lnTo>
                    <a:pt x="3668" y="10144"/>
                  </a:lnTo>
                  <a:cubicBezTo>
                    <a:pt x="3668" y="10216"/>
                    <a:pt x="3728" y="10275"/>
                    <a:pt x="3799" y="10275"/>
                  </a:cubicBezTo>
                  <a:cubicBezTo>
                    <a:pt x="3870" y="10275"/>
                    <a:pt x="3930" y="10216"/>
                    <a:pt x="3930" y="10144"/>
                  </a:cubicBezTo>
                  <a:lnTo>
                    <a:pt x="3930" y="10108"/>
                  </a:lnTo>
                  <a:lnTo>
                    <a:pt x="4144" y="10108"/>
                  </a:lnTo>
                  <a:lnTo>
                    <a:pt x="4144" y="13966"/>
                  </a:lnTo>
                  <a:lnTo>
                    <a:pt x="4144" y="14454"/>
                  </a:lnTo>
                  <a:lnTo>
                    <a:pt x="4144" y="14788"/>
                  </a:lnTo>
                  <a:cubicBezTo>
                    <a:pt x="4144" y="15014"/>
                    <a:pt x="4323" y="15180"/>
                    <a:pt x="4537" y="15180"/>
                  </a:cubicBezTo>
                  <a:lnTo>
                    <a:pt x="4799" y="15180"/>
                  </a:lnTo>
                  <a:lnTo>
                    <a:pt x="4799" y="15990"/>
                  </a:lnTo>
                  <a:cubicBezTo>
                    <a:pt x="4799" y="16204"/>
                    <a:pt x="4978" y="16383"/>
                    <a:pt x="5192" y="16383"/>
                  </a:cubicBezTo>
                  <a:lnTo>
                    <a:pt x="5240" y="16383"/>
                  </a:lnTo>
                  <a:lnTo>
                    <a:pt x="5240" y="17097"/>
                  </a:lnTo>
                  <a:lnTo>
                    <a:pt x="5097" y="17097"/>
                  </a:lnTo>
                  <a:cubicBezTo>
                    <a:pt x="4847" y="17097"/>
                    <a:pt x="4632" y="17300"/>
                    <a:pt x="4632" y="17562"/>
                  </a:cubicBezTo>
                  <a:lnTo>
                    <a:pt x="4632" y="17955"/>
                  </a:lnTo>
                  <a:lnTo>
                    <a:pt x="4502" y="17955"/>
                  </a:lnTo>
                  <a:cubicBezTo>
                    <a:pt x="4359" y="17955"/>
                    <a:pt x="4251" y="18074"/>
                    <a:pt x="4251" y="18205"/>
                  </a:cubicBezTo>
                  <a:cubicBezTo>
                    <a:pt x="4251" y="18348"/>
                    <a:pt x="4359" y="18455"/>
                    <a:pt x="4502" y="18455"/>
                  </a:cubicBezTo>
                  <a:lnTo>
                    <a:pt x="4632" y="18455"/>
                  </a:lnTo>
                  <a:lnTo>
                    <a:pt x="4632" y="21622"/>
                  </a:lnTo>
                  <a:lnTo>
                    <a:pt x="4502" y="21622"/>
                  </a:lnTo>
                  <a:cubicBezTo>
                    <a:pt x="4359" y="21622"/>
                    <a:pt x="4251" y="21741"/>
                    <a:pt x="4251" y="21872"/>
                  </a:cubicBezTo>
                  <a:cubicBezTo>
                    <a:pt x="4251" y="22015"/>
                    <a:pt x="4359" y="22122"/>
                    <a:pt x="4502" y="22122"/>
                  </a:cubicBezTo>
                  <a:lnTo>
                    <a:pt x="4632" y="22122"/>
                  </a:lnTo>
                  <a:lnTo>
                    <a:pt x="4632" y="22515"/>
                  </a:lnTo>
                  <a:cubicBezTo>
                    <a:pt x="4632" y="22777"/>
                    <a:pt x="4835" y="22991"/>
                    <a:pt x="5097" y="22991"/>
                  </a:cubicBezTo>
                  <a:lnTo>
                    <a:pt x="5240" y="22991"/>
                  </a:lnTo>
                  <a:lnTo>
                    <a:pt x="5240" y="24074"/>
                  </a:lnTo>
                  <a:cubicBezTo>
                    <a:pt x="5240" y="24086"/>
                    <a:pt x="5240" y="24086"/>
                    <a:pt x="5240" y="24098"/>
                  </a:cubicBezTo>
                  <a:lnTo>
                    <a:pt x="4406" y="24098"/>
                  </a:lnTo>
                  <a:cubicBezTo>
                    <a:pt x="4275" y="24098"/>
                    <a:pt x="4156" y="24182"/>
                    <a:pt x="4097" y="24289"/>
                  </a:cubicBezTo>
                  <a:lnTo>
                    <a:pt x="3370" y="24289"/>
                  </a:lnTo>
                  <a:lnTo>
                    <a:pt x="3370" y="23229"/>
                  </a:lnTo>
                  <a:cubicBezTo>
                    <a:pt x="3549" y="23170"/>
                    <a:pt x="3680" y="22991"/>
                    <a:pt x="3680" y="22777"/>
                  </a:cubicBezTo>
                  <a:lnTo>
                    <a:pt x="3680" y="21515"/>
                  </a:lnTo>
                  <a:lnTo>
                    <a:pt x="3680" y="20645"/>
                  </a:lnTo>
                  <a:cubicBezTo>
                    <a:pt x="3680" y="20384"/>
                    <a:pt x="3466" y="20157"/>
                    <a:pt x="3192" y="20157"/>
                  </a:cubicBezTo>
                  <a:lnTo>
                    <a:pt x="1311" y="20157"/>
                  </a:lnTo>
                  <a:cubicBezTo>
                    <a:pt x="1049" y="20157"/>
                    <a:pt x="822" y="20384"/>
                    <a:pt x="822" y="20645"/>
                  </a:cubicBezTo>
                  <a:lnTo>
                    <a:pt x="822" y="21515"/>
                  </a:lnTo>
                  <a:lnTo>
                    <a:pt x="822" y="22777"/>
                  </a:lnTo>
                  <a:cubicBezTo>
                    <a:pt x="822" y="22991"/>
                    <a:pt x="953" y="23170"/>
                    <a:pt x="1144" y="23229"/>
                  </a:cubicBezTo>
                  <a:lnTo>
                    <a:pt x="1144" y="25694"/>
                  </a:lnTo>
                  <a:lnTo>
                    <a:pt x="1144" y="26444"/>
                  </a:lnTo>
                  <a:cubicBezTo>
                    <a:pt x="1144" y="26718"/>
                    <a:pt x="1358" y="26932"/>
                    <a:pt x="1632" y="26932"/>
                  </a:cubicBezTo>
                  <a:lnTo>
                    <a:pt x="2870" y="26932"/>
                  </a:lnTo>
                  <a:cubicBezTo>
                    <a:pt x="3144" y="26932"/>
                    <a:pt x="3370" y="26718"/>
                    <a:pt x="3370" y="26444"/>
                  </a:cubicBezTo>
                  <a:lnTo>
                    <a:pt x="3370" y="25694"/>
                  </a:lnTo>
                  <a:lnTo>
                    <a:pt x="3370" y="24574"/>
                  </a:lnTo>
                  <a:lnTo>
                    <a:pt x="4097" y="24574"/>
                  </a:lnTo>
                  <a:cubicBezTo>
                    <a:pt x="4156" y="24682"/>
                    <a:pt x="4275" y="24765"/>
                    <a:pt x="4406" y="24765"/>
                  </a:cubicBezTo>
                  <a:lnTo>
                    <a:pt x="4573" y="24765"/>
                  </a:lnTo>
                  <a:lnTo>
                    <a:pt x="4573" y="25241"/>
                  </a:lnTo>
                  <a:cubicBezTo>
                    <a:pt x="4573" y="25456"/>
                    <a:pt x="4752" y="25634"/>
                    <a:pt x="4978" y="25634"/>
                  </a:cubicBezTo>
                  <a:lnTo>
                    <a:pt x="10217" y="25634"/>
                  </a:lnTo>
                  <a:cubicBezTo>
                    <a:pt x="10431" y="25634"/>
                    <a:pt x="10609" y="25456"/>
                    <a:pt x="10609" y="25241"/>
                  </a:cubicBezTo>
                  <a:lnTo>
                    <a:pt x="10609" y="24765"/>
                  </a:lnTo>
                  <a:lnTo>
                    <a:pt x="10788" y="24765"/>
                  </a:lnTo>
                  <a:cubicBezTo>
                    <a:pt x="10919" y="24765"/>
                    <a:pt x="11038" y="24682"/>
                    <a:pt x="11086" y="24574"/>
                  </a:cubicBezTo>
                  <a:lnTo>
                    <a:pt x="11824" y="24574"/>
                  </a:lnTo>
                  <a:lnTo>
                    <a:pt x="11824" y="25694"/>
                  </a:lnTo>
                  <a:lnTo>
                    <a:pt x="11824" y="26444"/>
                  </a:lnTo>
                  <a:cubicBezTo>
                    <a:pt x="11824" y="26718"/>
                    <a:pt x="12050" y="26932"/>
                    <a:pt x="12312" y="26932"/>
                  </a:cubicBezTo>
                  <a:lnTo>
                    <a:pt x="13562" y="26932"/>
                  </a:lnTo>
                  <a:cubicBezTo>
                    <a:pt x="13824" y="26932"/>
                    <a:pt x="14050" y="26718"/>
                    <a:pt x="14050" y="26444"/>
                  </a:cubicBezTo>
                  <a:lnTo>
                    <a:pt x="14050" y="25694"/>
                  </a:lnTo>
                  <a:lnTo>
                    <a:pt x="14050" y="23229"/>
                  </a:lnTo>
                  <a:cubicBezTo>
                    <a:pt x="14229" y="23170"/>
                    <a:pt x="14372" y="22991"/>
                    <a:pt x="14372" y="22777"/>
                  </a:cubicBezTo>
                  <a:lnTo>
                    <a:pt x="14372" y="21515"/>
                  </a:lnTo>
                  <a:lnTo>
                    <a:pt x="14372" y="20645"/>
                  </a:lnTo>
                  <a:cubicBezTo>
                    <a:pt x="14372" y="20384"/>
                    <a:pt x="14146" y="20157"/>
                    <a:pt x="13872" y="20157"/>
                  </a:cubicBezTo>
                  <a:lnTo>
                    <a:pt x="12002" y="20157"/>
                  </a:lnTo>
                  <a:cubicBezTo>
                    <a:pt x="11729" y="20157"/>
                    <a:pt x="11502" y="20384"/>
                    <a:pt x="11502" y="20645"/>
                  </a:cubicBezTo>
                  <a:lnTo>
                    <a:pt x="11502" y="21515"/>
                  </a:lnTo>
                  <a:lnTo>
                    <a:pt x="11502" y="22777"/>
                  </a:lnTo>
                  <a:cubicBezTo>
                    <a:pt x="11502" y="22991"/>
                    <a:pt x="11645" y="23170"/>
                    <a:pt x="11824" y="23229"/>
                  </a:cubicBezTo>
                  <a:lnTo>
                    <a:pt x="11824" y="24289"/>
                  </a:lnTo>
                  <a:lnTo>
                    <a:pt x="11086" y="24289"/>
                  </a:lnTo>
                  <a:cubicBezTo>
                    <a:pt x="11038" y="24182"/>
                    <a:pt x="10919" y="24098"/>
                    <a:pt x="10788" y="24098"/>
                  </a:cubicBezTo>
                  <a:lnTo>
                    <a:pt x="9943" y="24098"/>
                  </a:lnTo>
                  <a:cubicBezTo>
                    <a:pt x="9943" y="24086"/>
                    <a:pt x="9955" y="24086"/>
                    <a:pt x="9955" y="24074"/>
                  </a:cubicBezTo>
                  <a:lnTo>
                    <a:pt x="9955" y="22991"/>
                  </a:lnTo>
                  <a:lnTo>
                    <a:pt x="10086" y="22991"/>
                  </a:lnTo>
                  <a:cubicBezTo>
                    <a:pt x="10347" y="22991"/>
                    <a:pt x="10562" y="22777"/>
                    <a:pt x="10562" y="22515"/>
                  </a:cubicBezTo>
                  <a:lnTo>
                    <a:pt x="10562" y="22122"/>
                  </a:lnTo>
                  <a:lnTo>
                    <a:pt x="10693" y="22122"/>
                  </a:lnTo>
                  <a:cubicBezTo>
                    <a:pt x="10836" y="22122"/>
                    <a:pt x="10943" y="22015"/>
                    <a:pt x="10943" y="21872"/>
                  </a:cubicBezTo>
                  <a:cubicBezTo>
                    <a:pt x="10943" y="21741"/>
                    <a:pt x="10836" y="21622"/>
                    <a:pt x="10693" y="21622"/>
                  </a:cubicBezTo>
                  <a:lnTo>
                    <a:pt x="10562" y="21622"/>
                  </a:lnTo>
                  <a:lnTo>
                    <a:pt x="10562" y="18455"/>
                  </a:lnTo>
                  <a:lnTo>
                    <a:pt x="10693" y="18455"/>
                  </a:lnTo>
                  <a:cubicBezTo>
                    <a:pt x="10836" y="18455"/>
                    <a:pt x="10943" y="18348"/>
                    <a:pt x="10943" y="18205"/>
                  </a:cubicBezTo>
                  <a:cubicBezTo>
                    <a:pt x="10943" y="18074"/>
                    <a:pt x="10836" y="17955"/>
                    <a:pt x="10693" y="17955"/>
                  </a:cubicBezTo>
                  <a:lnTo>
                    <a:pt x="10562" y="17955"/>
                  </a:lnTo>
                  <a:lnTo>
                    <a:pt x="10562" y="17562"/>
                  </a:lnTo>
                  <a:cubicBezTo>
                    <a:pt x="10562" y="17300"/>
                    <a:pt x="10347" y="17097"/>
                    <a:pt x="10086" y="17097"/>
                  </a:cubicBezTo>
                  <a:lnTo>
                    <a:pt x="9955" y="17097"/>
                  </a:lnTo>
                  <a:lnTo>
                    <a:pt x="9955" y="16383"/>
                  </a:lnTo>
                  <a:lnTo>
                    <a:pt x="10002" y="16383"/>
                  </a:lnTo>
                  <a:cubicBezTo>
                    <a:pt x="10217" y="16383"/>
                    <a:pt x="10395" y="16204"/>
                    <a:pt x="10395" y="15990"/>
                  </a:cubicBezTo>
                  <a:lnTo>
                    <a:pt x="10395" y="15180"/>
                  </a:lnTo>
                  <a:lnTo>
                    <a:pt x="10645" y="15180"/>
                  </a:lnTo>
                  <a:cubicBezTo>
                    <a:pt x="10871" y="15180"/>
                    <a:pt x="11050" y="15014"/>
                    <a:pt x="11050" y="14788"/>
                  </a:cubicBezTo>
                  <a:lnTo>
                    <a:pt x="11050" y="14454"/>
                  </a:lnTo>
                  <a:lnTo>
                    <a:pt x="11050" y="13966"/>
                  </a:lnTo>
                  <a:lnTo>
                    <a:pt x="11050" y="10108"/>
                  </a:lnTo>
                  <a:lnTo>
                    <a:pt x="11264" y="10108"/>
                  </a:lnTo>
                  <a:lnTo>
                    <a:pt x="11264" y="10144"/>
                  </a:lnTo>
                  <a:cubicBezTo>
                    <a:pt x="11264" y="10216"/>
                    <a:pt x="11324" y="10275"/>
                    <a:pt x="11395" y="10275"/>
                  </a:cubicBezTo>
                  <a:cubicBezTo>
                    <a:pt x="11467" y="10275"/>
                    <a:pt x="11526" y="10216"/>
                    <a:pt x="11526" y="10144"/>
                  </a:cubicBezTo>
                  <a:lnTo>
                    <a:pt x="11526" y="10108"/>
                  </a:lnTo>
                  <a:lnTo>
                    <a:pt x="11717" y="10108"/>
                  </a:lnTo>
                  <a:lnTo>
                    <a:pt x="11717" y="10144"/>
                  </a:lnTo>
                  <a:cubicBezTo>
                    <a:pt x="11717" y="10216"/>
                    <a:pt x="11776" y="10275"/>
                    <a:pt x="11848" y="10275"/>
                  </a:cubicBezTo>
                  <a:cubicBezTo>
                    <a:pt x="11931" y="10275"/>
                    <a:pt x="11991" y="10216"/>
                    <a:pt x="11991" y="10144"/>
                  </a:cubicBezTo>
                  <a:lnTo>
                    <a:pt x="11991" y="10013"/>
                  </a:lnTo>
                  <a:cubicBezTo>
                    <a:pt x="12002" y="10001"/>
                    <a:pt x="12014" y="9989"/>
                    <a:pt x="12026" y="9977"/>
                  </a:cubicBezTo>
                  <a:lnTo>
                    <a:pt x="12693" y="9977"/>
                  </a:lnTo>
                  <a:cubicBezTo>
                    <a:pt x="13134" y="9977"/>
                    <a:pt x="13479" y="10335"/>
                    <a:pt x="13479" y="10775"/>
                  </a:cubicBezTo>
                  <a:lnTo>
                    <a:pt x="13479" y="10966"/>
                  </a:lnTo>
                  <a:lnTo>
                    <a:pt x="13407" y="10966"/>
                  </a:lnTo>
                  <a:cubicBezTo>
                    <a:pt x="13324" y="10966"/>
                    <a:pt x="13265" y="11025"/>
                    <a:pt x="13265" y="11109"/>
                  </a:cubicBezTo>
                  <a:cubicBezTo>
                    <a:pt x="13265" y="11180"/>
                    <a:pt x="13324" y="11251"/>
                    <a:pt x="13407" y="11251"/>
                  </a:cubicBezTo>
                  <a:lnTo>
                    <a:pt x="13479" y="11251"/>
                  </a:lnTo>
                  <a:lnTo>
                    <a:pt x="13479" y="11799"/>
                  </a:lnTo>
                  <a:lnTo>
                    <a:pt x="13407" y="11799"/>
                  </a:lnTo>
                  <a:cubicBezTo>
                    <a:pt x="13324" y="11799"/>
                    <a:pt x="13265" y="11859"/>
                    <a:pt x="13265" y="11942"/>
                  </a:cubicBezTo>
                  <a:cubicBezTo>
                    <a:pt x="13265" y="12013"/>
                    <a:pt x="13324" y="12085"/>
                    <a:pt x="13407" y="12085"/>
                  </a:cubicBezTo>
                  <a:lnTo>
                    <a:pt x="13479" y="12085"/>
                  </a:lnTo>
                  <a:lnTo>
                    <a:pt x="13479" y="12633"/>
                  </a:lnTo>
                  <a:lnTo>
                    <a:pt x="13407" y="12633"/>
                  </a:lnTo>
                  <a:cubicBezTo>
                    <a:pt x="13324" y="12633"/>
                    <a:pt x="13265" y="12692"/>
                    <a:pt x="13265" y="12775"/>
                  </a:cubicBezTo>
                  <a:cubicBezTo>
                    <a:pt x="13265" y="12847"/>
                    <a:pt x="13324" y="12918"/>
                    <a:pt x="13407" y="12918"/>
                  </a:cubicBezTo>
                  <a:lnTo>
                    <a:pt x="13479" y="12918"/>
                  </a:lnTo>
                  <a:lnTo>
                    <a:pt x="13479" y="13466"/>
                  </a:lnTo>
                  <a:lnTo>
                    <a:pt x="13407" y="13466"/>
                  </a:lnTo>
                  <a:cubicBezTo>
                    <a:pt x="13324" y="13466"/>
                    <a:pt x="13265" y="13526"/>
                    <a:pt x="13265" y="13609"/>
                  </a:cubicBezTo>
                  <a:cubicBezTo>
                    <a:pt x="13265" y="13680"/>
                    <a:pt x="13324" y="13752"/>
                    <a:pt x="13407" y="13752"/>
                  </a:cubicBezTo>
                  <a:lnTo>
                    <a:pt x="13479" y="13752"/>
                  </a:lnTo>
                  <a:lnTo>
                    <a:pt x="13479" y="14002"/>
                  </a:lnTo>
                  <a:lnTo>
                    <a:pt x="13753" y="14002"/>
                  </a:lnTo>
                  <a:lnTo>
                    <a:pt x="13753" y="14395"/>
                  </a:lnTo>
                  <a:lnTo>
                    <a:pt x="13574" y="14395"/>
                  </a:lnTo>
                  <a:cubicBezTo>
                    <a:pt x="13407" y="14395"/>
                    <a:pt x="13265" y="14526"/>
                    <a:pt x="13265" y="14704"/>
                  </a:cubicBezTo>
                  <a:cubicBezTo>
                    <a:pt x="13265" y="14871"/>
                    <a:pt x="13407" y="15014"/>
                    <a:pt x="13574" y="15014"/>
                  </a:cubicBezTo>
                  <a:lnTo>
                    <a:pt x="13753" y="15014"/>
                  </a:lnTo>
                  <a:lnTo>
                    <a:pt x="13753" y="16145"/>
                  </a:lnTo>
                  <a:cubicBezTo>
                    <a:pt x="13229" y="16264"/>
                    <a:pt x="12836" y="16728"/>
                    <a:pt x="12836" y="17288"/>
                  </a:cubicBezTo>
                  <a:lnTo>
                    <a:pt x="13312" y="17288"/>
                  </a:lnTo>
                  <a:cubicBezTo>
                    <a:pt x="13312" y="16895"/>
                    <a:pt x="13622" y="16585"/>
                    <a:pt x="14015" y="16585"/>
                  </a:cubicBezTo>
                  <a:cubicBezTo>
                    <a:pt x="14408" y="16585"/>
                    <a:pt x="14717" y="16895"/>
                    <a:pt x="14717" y="17288"/>
                  </a:cubicBezTo>
                  <a:lnTo>
                    <a:pt x="15193" y="17288"/>
                  </a:lnTo>
                  <a:cubicBezTo>
                    <a:pt x="15193" y="16728"/>
                    <a:pt x="14800" y="16264"/>
                    <a:pt x="14277" y="16145"/>
                  </a:cubicBezTo>
                  <a:lnTo>
                    <a:pt x="14277" y="15014"/>
                  </a:lnTo>
                  <a:lnTo>
                    <a:pt x="14455" y="15014"/>
                  </a:lnTo>
                  <a:cubicBezTo>
                    <a:pt x="14622" y="15014"/>
                    <a:pt x="14765" y="14871"/>
                    <a:pt x="14765" y="14704"/>
                  </a:cubicBezTo>
                  <a:cubicBezTo>
                    <a:pt x="14765" y="14526"/>
                    <a:pt x="14622" y="14395"/>
                    <a:pt x="14455" y="14395"/>
                  </a:cubicBezTo>
                  <a:lnTo>
                    <a:pt x="14277" y="14395"/>
                  </a:lnTo>
                  <a:lnTo>
                    <a:pt x="14277" y="14002"/>
                  </a:lnTo>
                  <a:lnTo>
                    <a:pt x="14538" y="14002"/>
                  </a:lnTo>
                  <a:lnTo>
                    <a:pt x="14538" y="13752"/>
                  </a:lnTo>
                  <a:lnTo>
                    <a:pt x="14622" y="13752"/>
                  </a:lnTo>
                  <a:cubicBezTo>
                    <a:pt x="14693" y="13752"/>
                    <a:pt x="14765" y="13680"/>
                    <a:pt x="14765" y="13609"/>
                  </a:cubicBezTo>
                  <a:cubicBezTo>
                    <a:pt x="14765" y="13526"/>
                    <a:pt x="14705" y="13466"/>
                    <a:pt x="14622" y="13466"/>
                  </a:cubicBezTo>
                  <a:lnTo>
                    <a:pt x="14538" y="13466"/>
                  </a:lnTo>
                  <a:lnTo>
                    <a:pt x="14538" y="12918"/>
                  </a:lnTo>
                  <a:lnTo>
                    <a:pt x="14622" y="12918"/>
                  </a:lnTo>
                  <a:cubicBezTo>
                    <a:pt x="14693" y="12918"/>
                    <a:pt x="14765" y="12847"/>
                    <a:pt x="14765" y="12775"/>
                  </a:cubicBezTo>
                  <a:cubicBezTo>
                    <a:pt x="14765" y="12692"/>
                    <a:pt x="14705" y="12633"/>
                    <a:pt x="14622" y="12633"/>
                  </a:cubicBezTo>
                  <a:lnTo>
                    <a:pt x="14538" y="12633"/>
                  </a:lnTo>
                  <a:lnTo>
                    <a:pt x="14538" y="12085"/>
                  </a:lnTo>
                  <a:lnTo>
                    <a:pt x="14622" y="12085"/>
                  </a:lnTo>
                  <a:cubicBezTo>
                    <a:pt x="14693" y="12085"/>
                    <a:pt x="14765" y="12013"/>
                    <a:pt x="14765" y="11942"/>
                  </a:cubicBezTo>
                  <a:cubicBezTo>
                    <a:pt x="14765" y="11859"/>
                    <a:pt x="14705" y="11799"/>
                    <a:pt x="14622" y="11799"/>
                  </a:cubicBezTo>
                  <a:lnTo>
                    <a:pt x="14538" y="11799"/>
                  </a:lnTo>
                  <a:lnTo>
                    <a:pt x="14538" y="11251"/>
                  </a:lnTo>
                  <a:lnTo>
                    <a:pt x="14622" y="11251"/>
                  </a:lnTo>
                  <a:cubicBezTo>
                    <a:pt x="14693" y="11251"/>
                    <a:pt x="14765" y="11180"/>
                    <a:pt x="14765" y="11109"/>
                  </a:cubicBezTo>
                  <a:cubicBezTo>
                    <a:pt x="14765" y="11025"/>
                    <a:pt x="14705" y="10966"/>
                    <a:pt x="14622" y="10966"/>
                  </a:cubicBezTo>
                  <a:lnTo>
                    <a:pt x="14538" y="10966"/>
                  </a:lnTo>
                  <a:lnTo>
                    <a:pt x="14538" y="10775"/>
                  </a:lnTo>
                  <a:cubicBezTo>
                    <a:pt x="14538" y="9751"/>
                    <a:pt x="13705" y="8930"/>
                    <a:pt x="12693" y="8930"/>
                  </a:cubicBezTo>
                  <a:lnTo>
                    <a:pt x="12026" y="8930"/>
                  </a:lnTo>
                  <a:cubicBezTo>
                    <a:pt x="12014" y="8918"/>
                    <a:pt x="12002" y="8906"/>
                    <a:pt x="11991" y="8894"/>
                  </a:cubicBezTo>
                  <a:lnTo>
                    <a:pt x="11991" y="8763"/>
                  </a:lnTo>
                  <a:cubicBezTo>
                    <a:pt x="11991" y="8692"/>
                    <a:pt x="11931" y="8632"/>
                    <a:pt x="11848" y="8632"/>
                  </a:cubicBezTo>
                  <a:cubicBezTo>
                    <a:pt x="11776" y="8632"/>
                    <a:pt x="11717" y="8692"/>
                    <a:pt x="11717" y="8763"/>
                  </a:cubicBezTo>
                  <a:lnTo>
                    <a:pt x="11717" y="8799"/>
                  </a:lnTo>
                  <a:lnTo>
                    <a:pt x="11526" y="8799"/>
                  </a:lnTo>
                  <a:lnTo>
                    <a:pt x="11526" y="8763"/>
                  </a:lnTo>
                  <a:cubicBezTo>
                    <a:pt x="11526" y="8692"/>
                    <a:pt x="11467" y="8632"/>
                    <a:pt x="11395" y="8632"/>
                  </a:cubicBezTo>
                  <a:cubicBezTo>
                    <a:pt x="11324" y="8632"/>
                    <a:pt x="11264" y="8692"/>
                    <a:pt x="11264" y="8763"/>
                  </a:cubicBezTo>
                  <a:lnTo>
                    <a:pt x="11264" y="8799"/>
                  </a:lnTo>
                  <a:lnTo>
                    <a:pt x="11050" y="8799"/>
                  </a:lnTo>
                  <a:lnTo>
                    <a:pt x="11050" y="8703"/>
                  </a:lnTo>
                  <a:cubicBezTo>
                    <a:pt x="11050" y="8489"/>
                    <a:pt x="10871" y="8311"/>
                    <a:pt x="10645" y="8311"/>
                  </a:cubicBezTo>
                  <a:lnTo>
                    <a:pt x="8573" y="8311"/>
                  </a:lnTo>
                  <a:lnTo>
                    <a:pt x="8573" y="8180"/>
                  </a:lnTo>
                  <a:cubicBezTo>
                    <a:pt x="8645" y="8180"/>
                    <a:pt x="8716" y="8120"/>
                    <a:pt x="8716" y="8037"/>
                  </a:cubicBezTo>
                  <a:cubicBezTo>
                    <a:pt x="8716" y="7965"/>
                    <a:pt x="8657" y="7906"/>
                    <a:pt x="8573" y="7906"/>
                  </a:cubicBezTo>
                  <a:lnTo>
                    <a:pt x="8573" y="7763"/>
                  </a:lnTo>
                  <a:cubicBezTo>
                    <a:pt x="8645" y="7751"/>
                    <a:pt x="8716" y="7691"/>
                    <a:pt x="8716" y="7620"/>
                  </a:cubicBezTo>
                  <a:cubicBezTo>
                    <a:pt x="8716" y="7549"/>
                    <a:pt x="8657" y="7489"/>
                    <a:pt x="8573" y="7477"/>
                  </a:cubicBezTo>
                  <a:lnTo>
                    <a:pt x="8573" y="7358"/>
                  </a:lnTo>
                  <a:lnTo>
                    <a:pt x="10371" y="7358"/>
                  </a:lnTo>
                  <a:cubicBezTo>
                    <a:pt x="10633" y="7358"/>
                    <a:pt x="10836" y="7156"/>
                    <a:pt x="10836" y="6906"/>
                  </a:cubicBezTo>
                  <a:lnTo>
                    <a:pt x="10836" y="4870"/>
                  </a:lnTo>
                  <a:cubicBezTo>
                    <a:pt x="10836" y="4953"/>
                    <a:pt x="10907" y="5013"/>
                    <a:pt x="10990" y="5013"/>
                  </a:cubicBezTo>
                  <a:cubicBezTo>
                    <a:pt x="11074" y="5013"/>
                    <a:pt x="11145" y="4953"/>
                    <a:pt x="11145" y="4870"/>
                  </a:cubicBezTo>
                  <a:lnTo>
                    <a:pt x="11145" y="4751"/>
                  </a:lnTo>
                  <a:cubicBezTo>
                    <a:pt x="11419" y="4632"/>
                    <a:pt x="11610" y="4358"/>
                    <a:pt x="11610" y="4036"/>
                  </a:cubicBezTo>
                  <a:cubicBezTo>
                    <a:pt x="11610" y="3715"/>
                    <a:pt x="11419" y="3441"/>
                    <a:pt x="11145" y="3322"/>
                  </a:cubicBezTo>
                  <a:lnTo>
                    <a:pt x="11145" y="3203"/>
                  </a:lnTo>
                  <a:cubicBezTo>
                    <a:pt x="11145" y="3119"/>
                    <a:pt x="11074" y="3048"/>
                    <a:pt x="10990" y="3048"/>
                  </a:cubicBezTo>
                  <a:cubicBezTo>
                    <a:pt x="10907" y="3048"/>
                    <a:pt x="10836" y="3119"/>
                    <a:pt x="10836" y="3203"/>
                  </a:cubicBezTo>
                  <a:lnTo>
                    <a:pt x="10836" y="1167"/>
                  </a:lnTo>
                  <a:cubicBezTo>
                    <a:pt x="10836" y="905"/>
                    <a:pt x="10633" y="703"/>
                    <a:pt x="10371" y="703"/>
                  </a:cubicBezTo>
                  <a:lnTo>
                    <a:pt x="8300" y="703"/>
                  </a:lnTo>
                  <a:cubicBezTo>
                    <a:pt x="8300" y="322"/>
                    <a:pt x="7978" y="0"/>
                    <a:pt x="759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64" name="Google Shape;2764;p47"/>
            <p:cNvGrpSpPr/>
            <p:nvPr/>
          </p:nvGrpSpPr>
          <p:grpSpPr>
            <a:xfrm>
              <a:off x="2225575" y="3305850"/>
              <a:ext cx="380125" cy="673625"/>
              <a:chOff x="2225575" y="2801950"/>
              <a:chExt cx="380125" cy="673625"/>
            </a:xfrm>
          </p:grpSpPr>
          <p:sp>
            <p:nvSpPr>
              <p:cNvPr id="2765" name="Google Shape;2765;p47"/>
              <p:cNvSpPr/>
              <p:nvPr/>
            </p:nvSpPr>
            <p:spPr>
              <a:xfrm>
                <a:off x="2356825" y="31978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1703"/>
                    </a:lnTo>
                    <a:cubicBezTo>
                      <a:pt x="1" y="1965"/>
                      <a:pt x="215" y="2179"/>
                      <a:pt x="465" y="2179"/>
                    </a:cubicBezTo>
                    <a:lnTo>
                      <a:pt x="513" y="2179"/>
                    </a:lnTo>
                    <a:cubicBezTo>
                      <a:pt x="763" y="2179"/>
                      <a:pt x="977" y="1965"/>
                      <a:pt x="977" y="1703"/>
                    </a:cubicBezTo>
                    <a:lnTo>
                      <a:pt x="977" y="465"/>
                    </a:lnTo>
                    <a:cubicBezTo>
                      <a:pt x="977" y="203"/>
                      <a:pt x="763" y="0"/>
                      <a:pt x="5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47"/>
              <p:cNvSpPr/>
              <p:nvPr/>
            </p:nvSpPr>
            <p:spPr>
              <a:xfrm>
                <a:off x="2356825" y="33612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1"/>
                    </a:moveTo>
                    <a:cubicBezTo>
                      <a:pt x="215" y="1"/>
                      <a:pt x="1" y="215"/>
                      <a:pt x="1" y="477"/>
                    </a:cubicBezTo>
                    <a:lnTo>
                      <a:pt x="1" y="1715"/>
                    </a:lnTo>
                    <a:cubicBezTo>
                      <a:pt x="1" y="1977"/>
                      <a:pt x="215" y="2180"/>
                      <a:pt x="465" y="2180"/>
                    </a:cubicBezTo>
                    <a:lnTo>
                      <a:pt x="513" y="2180"/>
                    </a:lnTo>
                    <a:cubicBezTo>
                      <a:pt x="763" y="2180"/>
                      <a:pt x="977" y="1977"/>
                      <a:pt x="977" y="1715"/>
                    </a:cubicBezTo>
                    <a:lnTo>
                      <a:pt x="977" y="477"/>
                    </a:lnTo>
                    <a:cubicBezTo>
                      <a:pt x="977" y="215"/>
                      <a:pt x="763" y="1"/>
                      <a:pt x="5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47"/>
              <p:cNvSpPr/>
              <p:nvPr/>
            </p:nvSpPr>
            <p:spPr>
              <a:xfrm>
                <a:off x="2341650" y="3229400"/>
                <a:ext cx="54800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5894" extrusionOk="0">
                    <a:moveTo>
                      <a:pt x="465" y="0"/>
                    </a:moveTo>
                    <a:cubicBezTo>
                      <a:pt x="203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03" y="5894"/>
                      <a:pt x="465" y="5894"/>
                    </a:cubicBezTo>
                    <a:lnTo>
                      <a:pt x="1727" y="5894"/>
                    </a:lnTo>
                    <a:cubicBezTo>
                      <a:pt x="1989" y="5894"/>
                      <a:pt x="2191" y="5692"/>
                      <a:pt x="2191" y="5430"/>
                    </a:cubicBezTo>
                    <a:lnTo>
                      <a:pt x="2191" y="477"/>
                    </a:lnTo>
                    <a:cubicBezTo>
                      <a:pt x="2191" y="215"/>
                      <a:pt x="198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47"/>
              <p:cNvSpPr/>
              <p:nvPr/>
            </p:nvSpPr>
            <p:spPr>
              <a:xfrm>
                <a:off x="2349100" y="3283275"/>
                <a:ext cx="39900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596" extrusionOk="0">
                    <a:moveTo>
                      <a:pt x="798" y="0"/>
                    </a:moveTo>
                    <a:cubicBezTo>
                      <a:pt x="357" y="0"/>
                      <a:pt x="0" y="358"/>
                      <a:pt x="0" y="798"/>
                    </a:cubicBezTo>
                    <a:cubicBezTo>
                      <a:pt x="0" y="1239"/>
                      <a:pt x="357" y="1596"/>
                      <a:pt x="798" y="1596"/>
                    </a:cubicBezTo>
                    <a:cubicBezTo>
                      <a:pt x="1238" y="1596"/>
                      <a:pt x="1596" y="1239"/>
                      <a:pt x="1596" y="798"/>
                    </a:cubicBezTo>
                    <a:cubicBezTo>
                      <a:pt x="1596" y="358"/>
                      <a:pt x="1238" y="0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47"/>
              <p:cNvSpPr/>
              <p:nvPr/>
            </p:nvSpPr>
            <p:spPr>
              <a:xfrm>
                <a:off x="2332125" y="32505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0" y="108"/>
                      <a:pt x="0" y="251"/>
                    </a:cubicBezTo>
                    <a:cubicBezTo>
                      <a:pt x="0" y="381"/>
                      <a:pt x="108" y="489"/>
                      <a:pt x="251" y="489"/>
                    </a:cubicBezTo>
                    <a:lnTo>
                      <a:pt x="2679" y="489"/>
                    </a:lnTo>
                    <a:cubicBezTo>
                      <a:pt x="2822" y="489"/>
                      <a:pt x="2929" y="381"/>
                      <a:pt x="2929" y="251"/>
                    </a:cubicBezTo>
                    <a:cubicBezTo>
                      <a:pt x="2929" y="108"/>
                      <a:pt x="2822" y="0"/>
                      <a:pt x="2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47"/>
              <p:cNvSpPr/>
              <p:nvPr/>
            </p:nvSpPr>
            <p:spPr>
              <a:xfrm>
                <a:off x="2332125" y="33422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82"/>
                      <a:pt x="108" y="501"/>
                      <a:pt x="251" y="501"/>
                    </a:cubicBezTo>
                    <a:lnTo>
                      <a:pt x="2679" y="501"/>
                    </a:lnTo>
                    <a:cubicBezTo>
                      <a:pt x="2822" y="501"/>
                      <a:pt x="2929" y="382"/>
                      <a:pt x="2929" y="251"/>
                    </a:cubicBezTo>
                    <a:cubicBezTo>
                      <a:pt x="2929" y="108"/>
                      <a:pt x="2822" y="1"/>
                      <a:pt x="26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47"/>
              <p:cNvSpPr/>
              <p:nvPr/>
            </p:nvSpPr>
            <p:spPr>
              <a:xfrm>
                <a:off x="2450000" y="31978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0"/>
                    </a:moveTo>
                    <a:cubicBezTo>
                      <a:pt x="215" y="0"/>
                      <a:pt x="0" y="203"/>
                      <a:pt x="0" y="465"/>
                    </a:cubicBezTo>
                    <a:lnTo>
                      <a:pt x="0" y="1703"/>
                    </a:lnTo>
                    <a:cubicBezTo>
                      <a:pt x="0" y="1965"/>
                      <a:pt x="215" y="2179"/>
                      <a:pt x="477" y="2179"/>
                    </a:cubicBezTo>
                    <a:lnTo>
                      <a:pt x="512" y="2179"/>
                    </a:lnTo>
                    <a:cubicBezTo>
                      <a:pt x="774" y="2179"/>
                      <a:pt x="989" y="1965"/>
                      <a:pt x="989" y="1703"/>
                    </a:cubicBezTo>
                    <a:lnTo>
                      <a:pt x="989" y="465"/>
                    </a:lnTo>
                    <a:cubicBezTo>
                      <a:pt x="989" y="203"/>
                      <a:pt x="774" y="0"/>
                      <a:pt x="5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47"/>
              <p:cNvSpPr/>
              <p:nvPr/>
            </p:nvSpPr>
            <p:spPr>
              <a:xfrm>
                <a:off x="2450000" y="33612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1"/>
                    </a:moveTo>
                    <a:cubicBezTo>
                      <a:pt x="215" y="1"/>
                      <a:pt x="0" y="215"/>
                      <a:pt x="0" y="477"/>
                    </a:cubicBezTo>
                    <a:lnTo>
                      <a:pt x="0" y="1715"/>
                    </a:lnTo>
                    <a:cubicBezTo>
                      <a:pt x="0" y="1977"/>
                      <a:pt x="215" y="2180"/>
                      <a:pt x="477" y="2180"/>
                    </a:cubicBezTo>
                    <a:lnTo>
                      <a:pt x="512" y="2180"/>
                    </a:lnTo>
                    <a:cubicBezTo>
                      <a:pt x="774" y="2180"/>
                      <a:pt x="989" y="1977"/>
                      <a:pt x="989" y="1715"/>
                    </a:cubicBezTo>
                    <a:lnTo>
                      <a:pt x="989" y="477"/>
                    </a:lnTo>
                    <a:cubicBezTo>
                      <a:pt x="989" y="215"/>
                      <a:pt x="774" y="1"/>
                      <a:pt x="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47"/>
              <p:cNvSpPr/>
              <p:nvPr/>
            </p:nvSpPr>
            <p:spPr>
              <a:xfrm>
                <a:off x="2434825" y="3229400"/>
                <a:ext cx="55075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5894" extrusionOk="0">
                    <a:moveTo>
                      <a:pt x="464" y="0"/>
                    </a:moveTo>
                    <a:cubicBezTo>
                      <a:pt x="214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14" y="5894"/>
                      <a:pt x="464" y="5894"/>
                    </a:cubicBezTo>
                    <a:lnTo>
                      <a:pt x="1727" y="5894"/>
                    </a:lnTo>
                    <a:cubicBezTo>
                      <a:pt x="1988" y="5894"/>
                      <a:pt x="2203" y="5692"/>
                      <a:pt x="2203" y="5430"/>
                    </a:cubicBezTo>
                    <a:lnTo>
                      <a:pt x="2203" y="477"/>
                    </a:lnTo>
                    <a:cubicBezTo>
                      <a:pt x="2203" y="215"/>
                      <a:pt x="1988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47"/>
              <p:cNvSpPr/>
              <p:nvPr/>
            </p:nvSpPr>
            <p:spPr>
              <a:xfrm>
                <a:off x="2442250" y="3283275"/>
                <a:ext cx="40225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596" extrusionOk="0">
                    <a:moveTo>
                      <a:pt x="799" y="0"/>
                    </a:moveTo>
                    <a:cubicBezTo>
                      <a:pt x="358" y="0"/>
                      <a:pt x="1" y="358"/>
                      <a:pt x="1" y="798"/>
                    </a:cubicBezTo>
                    <a:cubicBezTo>
                      <a:pt x="1" y="1239"/>
                      <a:pt x="358" y="1596"/>
                      <a:pt x="799" y="1596"/>
                    </a:cubicBezTo>
                    <a:cubicBezTo>
                      <a:pt x="1251" y="1596"/>
                      <a:pt x="1608" y="1239"/>
                      <a:pt x="1608" y="798"/>
                    </a:cubicBezTo>
                    <a:cubicBezTo>
                      <a:pt x="1608" y="358"/>
                      <a:pt x="1239" y="0"/>
                      <a:pt x="7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47"/>
              <p:cNvSpPr/>
              <p:nvPr/>
            </p:nvSpPr>
            <p:spPr>
              <a:xfrm>
                <a:off x="2426175" y="32511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1" y="108"/>
                      <a:pt x="1" y="251"/>
                    </a:cubicBezTo>
                    <a:cubicBezTo>
                      <a:pt x="1" y="381"/>
                      <a:pt x="108" y="489"/>
                      <a:pt x="251" y="489"/>
                    </a:cubicBezTo>
                    <a:lnTo>
                      <a:pt x="2680" y="489"/>
                    </a:lnTo>
                    <a:cubicBezTo>
                      <a:pt x="2811" y="489"/>
                      <a:pt x="2930" y="381"/>
                      <a:pt x="2930" y="251"/>
                    </a:cubicBezTo>
                    <a:cubicBezTo>
                      <a:pt x="2930" y="108"/>
                      <a:pt x="2811" y="0"/>
                      <a:pt x="26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47"/>
              <p:cNvSpPr/>
              <p:nvPr/>
            </p:nvSpPr>
            <p:spPr>
              <a:xfrm>
                <a:off x="2426175" y="33428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1" y="108"/>
                      <a:pt x="1" y="251"/>
                    </a:cubicBezTo>
                    <a:cubicBezTo>
                      <a:pt x="1" y="382"/>
                      <a:pt x="108" y="501"/>
                      <a:pt x="251" y="501"/>
                    </a:cubicBezTo>
                    <a:lnTo>
                      <a:pt x="2680" y="501"/>
                    </a:lnTo>
                    <a:cubicBezTo>
                      <a:pt x="2811" y="501"/>
                      <a:pt x="2930" y="382"/>
                      <a:pt x="2930" y="251"/>
                    </a:cubicBezTo>
                    <a:cubicBezTo>
                      <a:pt x="2930" y="108"/>
                      <a:pt x="2811" y="1"/>
                      <a:pt x="26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47"/>
              <p:cNvSpPr/>
              <p:nvPr/>
            </p:nvSpPr>
            <p:spPr>
              <a:xfrm>
                <a:off x="2340150" y="3415725"/>
                <a:ext cx="15095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6038" h="1096" extrusionOk="0">
                    <a:moveTo>
                      <a:pt x="1" y="1"/>
                    </a:moveTo>
                    <a:lnTo>
                      <a:pt x="1" y="691"/>
                    </a:lnTo>
                    <a:cubicBezTo>
                      <a:pt x="1" y="917"/>
                      <a:pt x="180" y="1096"/>
                      <a:pt x="394" y="1096"/>
                    </a:cubicBezTo>
                    <a:lnTo>
                      <a:pt x="5645" y="1096"/>
                    </a:lnTo>
                    <a:cubicBezTo>
                      <a:pt x="5859" y="1096"/>
                      <a:pt x="6037" y="917"/>
                      <a:pt x="6037" y="691"/>
                    </a:cubicBezTo>
                    <a:lnTo>
                      <a:pt x="60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47"/>
              <p:cNvSpPr/>
              <p:nvPr/>
            </p:nvSpPr>
            <p:spPr>
              <a:xfrm>
                <a:off x="2299675" y="3409475"/>
                <a:ext cx="231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9276" h="275" extrusionOk="0">
                    <a:moveTo>
                      <a:pt x="155" y="1"/>
                    </a:moveTo>
                    <a:cubicBezTo>
                      <a:pt x="72" y="1"/>
                      <a:pt x="1" y="60"/>
                      <a:pt x="1" y="143"/>
                    </a:cubicBezTo>
                    <a:cubicBezTo>
                      <a:pt x="1" y="215"/>
                      <a:pt x="72" y="274"/>
                      <a:pt x="155" y="274"/>
                    </a:cubicBezTo>
                    <a:lnTo>
                      <a:pt x="9121" y="274"/>
                    </a:lnTo>
                    <a:cubicBezTo>
                      <a:pt x="9204" y="274"/>
                      <a:pt x="9276" y="215"/>
                      <a:pt x="9276" y="143"/>
                    </a:cubicBezTo>
                    <a:cubicBezTo>
                      <a:pt x="9276" y="60"/>
                      <a:pt x="9204" y="1"/>
                      <a:pt x="9121" y="1"/>
                    </a:cubicBezTo>
                    <a:close/>
                  </a:path>
                </a:pathLst>
              </a:custGeom>
              <a:solidFill>
                <a:srgbClr val="B0B0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47"/>
              <p:cNvSpPr/>
              <p:nvPr/>
            </p:nvSpPr>
            <p:spPr>
              <a:xfrm>
                <a:off x="2345825" y="3169575"/>
                <a:ext cx="139925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1691" extrusionOk="0">
                    <a:moveTo>
                      <a:pt x="393" y="0"/>
                    </a:moveTo>
                    <a:cubicBezTo>
                      <a:pt x="179" y="0"/>
                      <a:pt x="0" y="179"/>
                      <a:pt x="0" y="393"/>
                    </a:cubicBezTo>
                    <a:lnTo>
                      <a:pt x="0" y="1286"/>
                    </a:lnTo>
                    <a:cubicBezTo>
                      <a:pt x="0" y="1512"/>
                      <a:pt x="179" y="1691"/>
                      <a:pt x="393" y="1691"/>
                    </a:cubicBezTo>
                    <a:lnTo>
                      <a:pt x="5191" y="1691"/>
                    </a:lnTo>
                    <a:cubicBezTo>
                      <a:pt x="5418" y="1691"/>
                      <a:pt x="5596" y="1512"/>
                      <a:pt x="5596" y="1286"/>
                    </a:cubicBezTo>
                    <a:lnTo>
                      <a:pt x="5596" y="393"/>
                    </a:lnTo>
                    <a:cubicBezTo>
                      <a:pt x="5596" y="179"/>
                      <a:pt x="5418" y="0"/>
                      <a:pt x="51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47"/>
              <p:cNvSpPr/>
              <p:nvPr/>
            </p:nvSpPr>
            <p:spPr>
              <a:xfrm>
                <a:off x="2248475" y="3133550"/>
                <a:ext cx="134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37" y="1441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47"/>
              <p:cNvSpPr/>
              <p:nvPr/>
            </p:nvSpPr>
            <p:spPr>
              <a:xfrm>
                <a:off x="2248475" y="3173425"/>
                <a:ext cx="134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37" y="1430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47"/>
              <p:cNvSpPr/>
              <p:nvPr/>
            </p:nvSpPr>
            <p:spPr>
              <a:xfrm>
                <a:off x="2225575" y="3204700"/>
                <a:ext cx="59250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79" extrusionOk="0">
                    <a:moveTo>
                      <a:pt x="1179" y="0"/>
                    </a:moveTo>
                    <a:cubicBezTo>
                      <a:pt x="536" y="0"/>
                      <a:pt x="0" y="524"/>
                      <a:pt x="0" y="1179"/>
                    </a:cubicBezTo>
                    <a:lnTo>
                      <a:pt x="476" y="1179"/>
                    </a:lnTo>
                    <a:cubicBezTo>
                      <a:pt x="476" y="786"/>
                      <a:pt x="798" y="476"/>
                      <a:pt x="1179" y="476"/>
                    </a:cubicBezTo>
                    <a:cubicBezTo>
                      <a:pt x="1572" y="476"/>
                      <a:pt x="1893" y="786"/>
                      <a:pt x="1893" y="1179"/>
                    </a:cubicBezTo>
                    <a:lnTo>
                      <a:pt x="2369" y="1179"/>
                    </a:lnTo>
                    <a:cubicBezTo>
                      <a:pt x="2369" y="524"/>
                      <a:pt x="1834" y="0"/>
                      <a:pt x="117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47"/>
              <p:cNvSpPr/>
              <p:nvPr/>
            </p:nvSpPr>
            <p:spPr>
              <a:xfrm>
                <a:off x="2236575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32" y="1"/>
                      <a:pt x="1" y="132"/>
                      <a:pt x="1" y="310"/>
                    </a:cubicBezTo>
                    <a:cubicBezTo>
                      <a:pt x="1" y="477"/>
                      <a:pt x="132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47"/>
              <p:cNvSpPr/>
              <p:nvPr/>
            </p:nvSpPr>
            <p:spPr>
              <a:xfrm>
                <a:off x="2241925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846" y="1"/>
                    </a:moveTo>
                    <a:cubicBezTo>
                      <a:pt x="834" y="1"/>
                      <a:pt x="1" y="834"/>
                      <a:pt x="1" y="1846"/>
                    </a:cubicBezTo>
                    <a:lnTo>
                      <a:pt x="1" y="5073"/>
                    </a:lnTo>
                    <a:lnTo>
                      <a:pt x="1061" y="5073"/>
                    </a:lnTo>
                    <a:lnTo>
                      <a:pt x="1061" y="1846"/>
                    </a:lnTo>
                    <a:cubicBezTo>
                      <a:pt x="1061" y="1418"/>
                      <a:pt x="1418" y="1060"/>
                      <a:pt x="1858" y="1060"/>
                    </a:cubicBezTo>
                    <a:lnTo>
                      <a:pt x="3620" y="1060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47"/>
              <p:cNvSpPr/>
              <p:nvPr/>
            </p:nvSpPr>
            <p:spPr>
              <a:xfrm>
                <a:off x="230235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4" y="1"/>
                    </a:moveTo>
                    <a:cubicBezTo>
                      <a:pt x="179" y="1"/>
                      <a:pt x="1" y="167"/>
                      <a:pt x="1" y="394"/>
                    </a:cubicBezTo>
                    <a:lnTo>
                      <a:pt x="1" y="905"/>
                    </a:lnTo>
                    <a:cubicBezTo>
                      <a:pt x="1" y="1120"/>
                      <a:pt x="179" y="1298"/>
                      <a:pt x="394" y="1298"/>
                    </a:cubicBezTo>
                    <a:lnTo>
                      <a:pt x="1263" y="1298"/>
                    </a:lnTo>
                    <a:cubicBezTo>
                      <a:pt x="1477" y="1298"/>
                      <a:pt x="1656" y="1120"/>
                      <a:pt x="1656" y="905"/>
                    </a:cubicBezTo>
                    <a:lnTo>
                      <a:pt x="1656" y="394"/>
                    </a:lnTo>
                    <a:cubicBezTo>
                      <a:pt x="1656" y="167"/>
                      <a:pt x="1477" y="1"/>
                      <a:pt x="12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47"/>
              <p:cNvSpPr/>
              <p:nvPr/>
            </p:nvSpPr>
            <p:spPr>
              <a:xfrm>
                <a:off x="2305925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03" y="1643"/>
                      <a:pt x="263" y="1584"/>
                      <a:pt x="263" y="1512"/>
                    </a:cubicBezTo>
                    <a:lnTo>
                      <a:pt x="263" y="143"/>
                    </a:lnTo>
                    <a:cubicBezTo>
                      <a:pt x="263" y="60"/>
                      <a:pt x="203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47"/>
              <p:cNvSpPr/>
              <p:nvPr/>
            </p:nvSpPr>
            <p:spPr>
              <a:xfrm>
                <a:off x="2317250" y="3016725"/>
                <a:ext cx="6850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644" extrusionOk="0">
                    <a:moveTo>
                      <a:pt x="143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43" y="1643"/>
                    </a:cubicBezTo>
                    <a:cubicBezTo>
                      <a:pt x="214" y="1643"/>
                      <a:pt x="274" y="1584"/>
                      <a:pt x="274" y="1512"/>
                    </a:cubicBezTo>
                    <a:lnTo>
                      <a:pt x="274" y="143"/>
                    </a:lnTo>
                    <a:cubicBezTo>
                      <a:pt x="274" y="60"/>
                      <a:pt x="214" y="0"/>
                      <a:pt x="1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47"/>
              <p:cNvSpPr/>
              <p:nvPr/>
            </p:nvSpPr>
            <p:spPr>
              <a:xfrm>
                <a:off x="2236275" y="30761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72"/>
                      <a:pt x="1" y="144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47"/>
              <p:cNvSpPr/>
              <p:nvPr/>
            </p:nvSpPr>
            <p:spPr>
              <a:xfrm>
                <a:off x="2236275" y="3117775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47"/>
              <p:cNvSpPr/>
              <p:nvPr/>
            </p:nvSpPr>
            <p:spPr>
              <a:xfrm>
                <a:off x="2236275" y="3096950"/>
                <a:ext cx="378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6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6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4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47"/>
              <p:cNvSpPr/>
              <p:nvPr/>
            </p:nvSpPr>
            <p:spPr>
              <a:xfrm>
                <a:off x="2236275" y="31386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60"/>
                      <a:pt x="1" y="144"/>
                    </a:cubicBezTo>
                    <a:cubicBezTo>
                      <a:pt x="1" y="227"/>
                      <a:pt x="72" y="287"/>
                      <a:pt x="144" y="287"/>
                    </a:cubicBezTo>
                    <a:lnTo>
                      <a:pt x="1370" y="287"/>
                    </a:lnTo>
                    <a:cubicBezTo>
                      <a:pt x="1441" y="287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47"/>
              <p:cNvSpPr/>
              <p:nvPr/>
            </p:nvSpPr>
            <p:spPr>
              <a:xfrm>
                <a:off x="2569650" y="3133550"/>
                <a:ext cx="131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25" y="1441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47"/>
              <p:cNvSpPr/>
              <p:nvPr/>
            </p:nvSpPr>
            <p:spPr>
              <a:xfrm>
                <a:off x="2569650" y="3173425"/>
                <a:ext cx="13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25" y="1430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47"/>
              <p:cNvSpPr/>
              <p:nvPr/>
            </p:nvSpPr>
            <p:spPr>
              <a:xfrm>
                <a:off x="2546725" y="3204700"/>
                <a:ext cx="58975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179" extrusionOk="0">
                    <a:moveTo>
                      <a:pt x="1180" y="0"/>
                    </a:moveTo>
                    <a:cubicBezTo>
                      <a:pt x="525" y="0"/>
                      <a:pt x="1" y="524"/>
                      <a:pt x="1" y="1179"/>
                    </a:cubicBezTo>
                    <a:lnTo>
                      <a:pt x="477" y="1179"/>
                    </a:lnTo>
                    <a:cubicBezTo>
                      <a:pt x="477" y="786"/>
                      <a:pt x="787" y="476"/>
                      <a:pt x="1180" y="476"/>
                    </a:cubicBezTo>
                    <a:cubicBezTo>
                      <a:pt x="1573" y="476"/>
                      <a:pt x="1882" y="786"/>
                      <a:pt x="1882" y="1179"/>
                    </a:cubicBezTo>
                    <a:lnTo>
                      <a:pt x="2358" y="1179"/>
                    </a:lnTo>
                    <a:cubicBezTo>
                      <a:pt x="2358" y="524"/>
                      <a:pt x="1834" y="0"/>
                      <a:pt x="11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47"/>
              <p:cNvSpPr/>
              <p:nvPr/>
            </p:nvSpPr>
            <p:spPr>
              <a:xfrm>
                <a:off x="2557438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43" y="1"/>
                      <a:pt x="1" y="132"/>
                      <a:pt x="1" y="310"/>
                    </a:cubicBezTo>
                    <a:cubicBezTo>
                      <a:pt x="1" y="477"/>
                      <a:pt x="143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47"/>
              <p:cNvSpPr/>
              <p:nvPr/>
            </p:nvSpPr>
            <p:spPr>
              <a:xfrm>
                <a:off x="2498800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" y="1"/>
                    </a:moveTo>
                    <a:lnTo>
                      <a:pt x="1" y="1060"/>
                    </a:lnTo>
                    <a:lnTo>
                      <a:pt x="1775" y="1060"/>
                    </a:lnTo>
                    <a:cubicBezTo>
                      <a:pt x="2216" y="1060"/>
                      <a:pt x="2573" y="1418"/>
                      <a:pt x="2573" y="1846"/>
                    </a:cubicBezTo>
                    <a:lnTo>
                      <a:pt x="2573" y="5073"/>
                    </a:lnTo>
                    <a:lnTo>
                      <a:pt x="3620" y="5073"/>
                    </a:lnTo>
                    <a:lnTo>
                      <a:pt x="3620" y="1846"/>
                    </a:lnTo>
                    <a:cubicBezTo>
                      <a:pt x="3620" y="834"/>
                      <a:pt x="2799" y="1"/>
                      <a:pt x="17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47"/>
              <p:cNvSpPr/>
              <p:nvPr/>
            </p:nvSpPr>
            <p:spPr>
              <a:xfrm>
                <a:off x="248780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3" y="1"/>
                    </a:moveTo>
                    <a:cubicBezTo>
                      <a:pt x="167" y="1"/>
                      <a:pt x="0" y="167"/>
                      <a:pt x="0" y="394"/>
                    </a:cubicBezTo>
                    <a:lnTo>
                      <a:pt x="0" y="905"/>
                    </a:lnTo>
                    <a:cubicBezTo>
                      <a:pt x="0" y="1120"/>
                      <a:pt x="179" y="1298"/>
                      <a:pt x="393" y="1298"/>
                    </a:cubicBezTo>
                    <a:lnTo>
                      <a:pt x="1251" y="1298"/>
                    </a:lnTo>
                    <a:cubicBezTo>
                      <a:pt x="1477" y="1298"/>
                      <a:pt x="1655" y="1120"/>
                      <a:pt x="1655" y="905"/>
                    </a:cubicBezTo>
                    <a:lnTo>
                      <a:pt x="1655" y="394"/>
                    </a:lnTo>
                    <a:cubicBezTo>
                      <a:pt x="1655" y="167"/>
                      <a:pt x="1477" y="1"/>
                      <a:pt x="1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47"/>
              <p:cNvSpPr/>
              <p:nvPr/>
            </p:nvSpPr>
            <p:spPr>
              <a:xfrm>
                <a:off x="2518750" y="3016725"/>
                <a:ext cx="68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15" y="1643"/>
                      <a:pt x="275" y="1584"/>
                      <a:pt x="275" y="1512"/>
                    </a:cubicBezTo>
                    <a:lnTo>
                      <a:pt x="275" y="143"/>
                    </a:lnTo>
                    <a:cubicBezTo>
                      <a:pt x="275" y="60"/>
                      <a:pt x="215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47"/>
              <p:cNvSpPr/>
              <p:nvPr/>
            </p:nvSpPr>
            <p:spPr>
              <a:xfrm>
                <a:off x="2507450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1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31" y="1643"/>
                    </a:cubicBezTo>
                    <a:cubicBezTo>
                      <a:pt x="203" y="1643"/>
                      <a:pt x="262" y="1584"/>
                      <a:pt x="262" y="1512"/>
                    </a:cubicBezTo>
                    <a:lnTo>
                      <a:pt x="262" y="143"/>
                    </a:lnTo>
                    <a:cubicBezTo>
                      <a:pt x="262" y="60"/>
                      <a:pt x="203" y="0"/>
                      <a:pt x="1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47"/>
              <p:cNvSpPr/>
              <p:nvPr/>
            </p:nvSpPr>
            <p:spPr>
              <a:xfrm>
                <a:off x="2557450" y="30761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4"/>
                    </a:cubicBezTo>
                    <a:cubicBezTo>
                      <a:pt x="1501" y="72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47"/>
              <p:cNvSpPr/>
              <p:nvPr/>
            </p:nvSpPr>
            <p:spPr>
              <a:xfrm>
                <a:off x="2557450" y="3117775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47"/>
              <p:cNvSpPr/>
              <p:nvPr/>
            </p:nvSpPr>
            <p:spPr>
              <a:xfrm>
                <a:off x="2557450" y="3096950"/>
                <a:ext cx="375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6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4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6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47"/>
              <p:cNvSpPr/>
              <p:nvPr/>
            </p:nvSpPr>
            <p:spPr>
              <a:xfrm>
                <a:off x="2557450" y="31386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7"/>
                      <a:pt x="143" y="287"/>
                    </a:cubicBezTo>
                    <a:lnTo>
                      <a:pt x="1358" y="287"/>
                    </a:lnTo>
                    <a:cubicBezTo>
                      <a:pt x="1441" y="287"/>
                      <a:pt x="1501" y="227"/>
                      <a:pt x="1501" y="144"/>
                    </a:cubicBezTo>
                    <a:cubicBezTo>
                      <a:pt x="1501" y="60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47"/>
              <p:cNvSpPr/>
              <p:nvPr/>
            </p:nvSpPr>
            <p:spPr>
              <a:xfrm>
                <a:off x="2391050" y="2983525"/>
                <a:ext cx="49150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216" extrusionOk="0">
                    <a:moveTo>
                      <a:pt x="1" y="1"/>
                    </a:moveTo>
                    <a:lnTo>
                      <a:pt x="1" y="1215"/>
                    </a:lnTo>
                    <a:lnTo>
                      <a:pt x="1965" y="1215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47"/>
              <p:cNvSpPr/>
              <p:nvPr/>
            </p:nvSpPr>
            <p:spPr>
              <a:xfrm>
                <a:off x="2398200" y="2801950"/>
                <a:ext cx="351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406" extrusionOk="0">
                    <a:moveTo>
                      <a:pt x="703" y="1"/>
                    </a:moveTo>
                    <a:cubicBezTo>
                      <a:pt x="310" y="1"/>
                      <a:pt x="1" y="322"/>
                      <a:pt x="1" y="703"/>
                    </a:cubicBezTo>
                    <a:cubicBezTo>
                      <a:pt x="1" y="1096"/>
                      <a:pt x="310" y="1406"/>
                      <a:pt x="703" y="1406"/>
                    </a:cubicBezTo>
                    <a:cubicBezTo>
                      <a:pt x="1084" y="1406"/>
                      <a:pt x="1406" y="1096"/>
                      <a:pt x="1406" y="703"/>
                    </a:cubicBezTo>
                    <a:cubicBezTo>
                      <a:pt x="1406" y="322"/>
                      <a:pt x="1084" y="1"/>
                      <a:pt x="7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47"/>
              <p:cNvSpPr/>
              <p:nvPr/>
            </p:nvSpPr>
            <p:spPr>
              <a:xfrm>
                <a:off x="231515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47"/>
              <p:cNvSpPr/>
              <p:nvPr/>
            </p:nvSpPr>
            <p:spPr>
              <a:xfrm>
                <a:off x="2477075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58" y="0"/>
                      <a:pt x="1" y="346"/>
                      <a:pt x="1" y="774"/>
                    </a:cubicBezTo>
                    <a:cubicBezTo>
                      <a:pt x="1" y="1203"/>
                      <a:pt x="358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47"/>
              <p:cNvSpPr/>
              <p:nvPr/>
            </p:nvSpPr>
            <p:spPr>
              <a:xfrm>
                <a:off x="2334800" y="2819525"/>
                <a:ext cx="161950" cy="166700"/>
              </a:xfrm>
              <a:custGeom>
                <a:avLst/>
                <a:gdLst/>
                <a:ahLst/>
                <a:cxnLst/>
                <a:rect l="l" t="t" r="r" b="b"/>
                <a:pathLst>
                  <a:path w="6478" h="6668" extrusionOk="0">
                    <a:moveTo>
                      <a:pt x="453" y="0"/>
                    </a:moveTo>
                    <a:cubicBezTo>
                      <a:pt x="203" y="0"/>
                      <a:pt x="1" y="215"/>
                      <a:pt x="1" y="465"/>
                    </a:cubicBezTo>
                    <a:lnTo>
                      <a:pt x="1" y="6204"/>
                    </a:lnTo>
                    <a:cubicBezTo>
                      <a:pt x="1" y="6454"/>
                      <a:pt x="203" y="6668"/>
                      <a:pt x="453" y="6668"/>
                    </a:cubicBezTo>
                    <a:lnTo>
                      <a:pt x="6013" y="6668"/>
                    </a:lnTo>
                    <a:cubicBezTo>
                      <a:pt x="6275" y="6668"/>
                      <a:pt x="6478" y="6454"/>
                      <a:pt x="6478" y="6204"/>
                    </a:cubicBezTo>
                    <a:lnTo>
                      <a:pt x="6478" y="465"/>
                    </a:lnTo>
                    <a:cubicBezTo>
                      <a:pt x="6478" y="215"/>
                      <a:pt x="6275" y="0"/>
                      <a:pt x="60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47"/>
              <p:cNvSpPr/>
              <p:nvPr/>
            </p:nvSpPr>
            <p:spPr>
              <a:xfrm>
                <a:off x="2327075" y="2878150"/>
                <a:ext cx="7750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978" extrusionOk="0">
                    <a:moveTo>
                      <a:pt x="155" y="1"/>
                    </a:moveTo>
                    <a:cubicBezTo>
                      <a:pt x="60" y="1"/>
                      <a:pt x="0" y="72"/>
                      <a:pt x="0" y="156"/>
                    </a:cubicBezTo>
                    <a:lnTo>
                      <a:pt x="0" y="1823"/>
                    </a:lnTo>
                    <a:cubicBezTo>
                      <a:pt x="0" y="1906"/>
                      <a:pt x="60" y="1977"/>
                      <a:pt x="155" y="1977"/>
                    </a:cubicBezTo>
                    <a:cubicBezTo>
                      <a:pt x="238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8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47"/>
              <p:cNvSpPr/>
              <p:nvPr/>
            </p:nvSpPr>
            <p:spPr>
              <a:xfrm>
                <a:off x="2496725" y="2878150"/>
                <a:ext cx="7775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978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1823"/>
                    </a:lnTo>
                    <a:cubicBezTo>
                      <a:pt x="1" y="1906"/>
                      <a:pt x="72" y="1977"/>
                      <a:pt x="155" y="1977"/>
                    </a:cubicBezTo>
                    <a:cubicBezTo>
                      <a:pt x="239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9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47"/>
              <p:cNvSpPr/>
              <p:nvPr/>
            </p:nvSpPr>
            <p:spPr>
              <a:xfrm>
                <a:off x="2355350" y="2937400"/>
                <a:ext cx="1208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1406" extrusionOk="0">
                    <a:moveTo>
                      <a:pt x="465" y="0"/>
                    </a:moveTo>
                    <a:cubicBezTo>
                      <a:pt x="203" y="0"/>
                      <a:pt x="0" y="203"/>
                      <a:pt x="0" y="465"/>
                    </a:cubicBezTo>
                    <a:lnTo>
                      <a:pt x="0" y="953"/>
                    </a:lnTo>
                    <a:cubicBezTo>
                      <a:pt x="0" y="1203"/>
                      <a:pt x="203" y="1405"/>
                      <a:pt x="465" y="1405"/>
                    </a:cubicBezTo>
                    <a:lnTo>
                      <a:pt x="4370" y="1405"/>
                    </a:lnTo>
                    <a:cubicBezTo>
                      <a:pt x="4620" y="1405"/>
                      <a:pt x="4834" y="1203"/>
                      <a:pt x="4834" y="953"/>
                    </a:cubicBezTo>
                    <a:lnTo>
                      <a:pt x="4834" y="465"/>
                    </a:lnTo>
                    <a:cubicBezTo>
                      <a:pt x="4834" y="203"/>
                      <a:pt x="4620" y="0"/>
                      <a:pt x="43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47"/>
              <p:cNvSpPr/>
              <p:nvPr/>
            </p:nvSpPr>
            <p:spPr>
              <a:xfrm>
                <a:off x="2351475" y="2933825"/>
                <a:ext cx="128300" cy="42600"/>
              </a:xfrm>
              <a:custGeom>
                <a:avLst/>
                <a:gdLst/>
                <a:ahLst/>
                <a:cxnLst/>
                <a:rect l="l" t="t" r="r" b="b"/>
                <a:pathLst>
                  <a:path w="5132" h="1704" extrusionOk="0">
                    <a:moveTo>
                      <a:pt x="4525" y="298"/>
                    </a:moveTo>
                    <a:cubicBezTo>
                      <a:pt x="4691" y="298"/>
                      <a:pt x="4834" y="429"/>
                      <a:pt x="4834" y="608"/>
                    </a:cubicBezTo>
                    <a:lnTo>
                      <a:pt x="4834" y="1096"/>
                    </a:lnTo>
                    <a:cubicBezTo>
                      <a:pt x="4834" y="1263"/>
                      <a:pt x="4691" y="1405"/>
                      <a:pt x="4525" y="1405"/>
                    </a:cubicBezTo>
                    <a:lnTo>
                      <a:pt x="620" y="1405"/>
                    </a:lnTo>
                    <a:cubicBezTo>
                      <a:pt x="441" y="1405"/>
                      <a:pt x="298" y="1263"/>
                      <a:pt x="298" y="1096"/>
                    </a:cubicBezTo>
                    <a:lnTo>
                      <a:pt x="298" y="608"/>
                    </a:lnTo>
                    <a:cubicBezTo>
                      <a:pt x="298" y="429"/>
                      <a:pt x="441" y="298"/>
                      <a:pt x="620" y="298"/>
                    </a:cubicBezTo>
                    <a:close/>
                    <a:moveTo>
                      <a:pt x="620" y="0"/>
                    </a:moveTo>
                    <a:cubicBezTo>
                      <a:pt x="274" y="0"/>
                      <a:pt x="0" y="274"/>
                      <a:pt x="0" y="608"/>
                    </a:cubicBezTo>
                    <a:lnTo>
                      <a:pt x="0" y="1096"/>
                    </a:lnTo>
                    <a:cubicBezTo>
                      <a:pt x="0" y="1429"/>
                      <a:pt x="274" y="1703"/>
                      <a:pt x="620" y="1703"/>
                    </a:cubicBezTo>
                    <a:lnTo>
                      <a:pt x="4525" y="1703"/>
                    </a:lnTo>
                    <a:cubicBezTo>
                      <a:pt x="4858" y="1703"/>
                      <a:pt x="5132" y="1429"/>
                      <a:pt x="5132" y="1096"/>
                    </a:cubicBezTo>
                    <a:lnTo>
                      <a:pt x="5132" y="608"/>
                    </a:lnTo>
                    <a:cubicBezTo>
                      <a:pt x="5132" y="274"/>
                      <a:pt x="4858" y="0"/>
                      <a:pt x="4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47"/>
              <p:cNvSpPr/>
              <p:nvPr/>
            </p:nvSpPr>
            <p:spPr>
              <a:xfrm>
                <a:off x="2356525" y="2883525"/>
                <a:ext cx="387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549" extrusionOk="0">
                    <a:moveTo>
                      <a:pt x="775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75" y="1548"/>
                    </a:cubicBezTo>
                    <a:cubicBezTo>
                      <a:pt x="1203" y="1548"/>
                      <a:pt x="1549" y="1203"/>
                      <a:pt x="1549" y="774"/>
                    </a:cubicBezTo>
                    <a:cubicBezTo>
                      <a:pt x="1549" y="346"/>
                      <a:pt x="1203" y="0"/>
                      <a:pt x="7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47"/>
              <p:cNvSpPr/>
              <p:nvPr/>
            </p:nvSpPr>
            <p:spPr>
              <a:xfrm>
                <a:off x="2352675" y="2879650"/>
                <a:ext cx="46450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58" extrusionOk="0">
                    <a:moveTo>
                      <a:pt x="929" y="298"/>
                    </a:moveTo>
                    <a:cubicBezTo>
                      <a:pt x="1274" y="298"/>
                      <a:pt x="1560" y="584"/>
                      <a:pt x="1560" y="929"/>
                    </a:cubicBezTo>
                    <a:cubicBezTo>
                      <a:pt x="1560" y="1274"/>
                      <a:pt x="1274" y="1560"/>
                      <a:pt x="929" y="1560"/>
                    </a:cubicBezTo>
                    <a:cubicBezTo>
                      <a:pt x="583" y="1560"/>
                      <a:pt x="298" y="1274"/>
                      <a:pt x="298" y="929"/>
                    </a:cubicBezTo>
                    <a:cubicBezTo>
                      <a:pt x="298" y="584"/>
                      <a:pt x="583" y="298"/>
                      <a:pt x="929" y="298"/>
                    </a:cubicBezTo>
                    <a:close/>
                    <a:moveTo>
                      <a:pt x="929" y="1"/>
                    </a:moveTo>
                    <a:cubicBezTo>
                      <a:pt x="417" y="1"/>
                      <a:pt x="0" y="417"/>
                      <a:pt x="0" y="929"/>
                    </a:cubicBezTo>
                    <a:cubicBezTo>
                      <a:pt x="0" y="1441"/>
                      <a:pt x="417" y="1858"/>
                      <a:pt x="929" y="1858"/>
                    </a:cubicBezTo>
                    <a:cubicBezTo>
                      <a:pt x="1441" y="1858"/>
                      <a:pt x="1857" y="1441"/>
                      <a:pt x="1857" y="929"/>
                    </a:cubicBezTo>
                    <a:cubicBezTo>
                      <a:pt x="1857" y="417"/>
                      <a:pt x="1441" y="1"/>
                      <a:pt x="9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47"/>
              <p:cNvSpPr/>
              <p:nvPr/>
            </p:nvSpPr>
            <p:spPr>
              <a:xfrm>
                <a:off x="243600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0" y="1203"/>
                      <a:pt x="1560" y="774"/>
                    </a:cubicBezTo>
                    <a:cubicBezTo>
                      <a:pt x="1560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47"/>
              <p:cNvSpPr/>
              <p:nvPr/>
            </p:nvSpPr>
            <p:spPr>
              <a:xfrm>
                <a:off x="2432425" y="2879650"/>
                <a:ext cx="46175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47" h="1858" extrusionOk="0">
                    <a:moveTo>
                      <a:pt x="930" y="298"/>
                    </a:moveTo>
                    <a:cubicBezTo>
                      <a:pt x="1275" y="298"/>
                      <a:pt x="1549" y="584"/>
                      <a:pt x="1549" y="929"/>
                    </a:cubicBezTo>
                    <a:cubicBezTo>
                      <a:pt x="1549" y="1274"/>
                      <a:pt x="1275" y="1560"/>
                      <a:pt x="930" y="1560"/>
                    </a:cubicBezTo>
                    <a:cubicBezTo>
                      <a:pt x="572" y="1560"/>
                      <a:pt x="299" y="1274"/>
                      <a:pt x="299" y="929"/>
                    </a:cubicBezTo>
                    <a:cubicBezTo>
                      <a:pt x="299" y="584"/>
                      <a:pt x="572" y="298"/>
                      <a:pt x="930" y="298"/>
                    </a:cubicBezTo>
                    <a:close/>
                    <a:moveTo>
                      <a:pt x="930" y="1"/>
                    </a:moveTo>
                    <a:cubicBezTo>
                      <a:pt x="418" y="1"/>
                      <a:pt x="1" y="417"/>
                      <a:pt x="1" y="929"/>
                    </a:cubicBezTo>
                    <a:cubicBezTo>
                      <a:pt x="1" y="1441"/>
                      <a:pt x="418" y="1858"/>
                      <a:pt x="930" y="1858"/>
                    </a:cubicBezTo>
                    <a:cubicBezTo>
                      <a:pt x="1430" y="1858"/>
                      <a:pt x="1846" y="1441"/>
                      <a:pt x="1846" y="929"/>
                    </a:cubicBezTo>
                    <a:cubicBezTo>
                      <a:pt x="1846" y="417"/>
                      <a:pt x="1442" y="1"/>
                      <a:pt x="9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47"/>
              <p:cNvSpPr/>
              <p:nvPr/>
            </p:nvSpPr>
            <p:spPr>
              <a:xfrm>
                <a:off x="2377975" y="2890375"/>
                <a:ext cx="805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55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55" y="322"/>
                    </a:cubicBezTo>
                    <a:cubicBezTo>
                      <a:pt x="250" y="322"/>
                      <a:pt x="322" y="250"/>
                      <a:pt x="322" y="155"/>
                    </a:cubicBezTo>
                    <a:cubicBezTo>
                      <a:pt x="322" y="72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47"/>
              <p:cNvSpPr/>
              <p:nvPr/>
            </p:nvSpPr>
            <p:spPr>
              <a:xfrm>
                <a:off x="2458025" y="2890375"/>
                <a:ext cx="80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22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56" y="322"/>
                    </a:cubicBezTo>
                    <a:cubicBezTo>
                      <a:pt x="251" y="322"/>
                      <a:pt x="322" y="250"/>
                      <a:pt x="322" y="155"/>
                    </a:cubicBezTo>
                    <a:cubicBezTo>
                      <a:pt x="322" y="72"/>
                      <a:pt x="251" y="0"/>
                      <a:pt x="1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47"/>
              <p:cNvSpPr/>
              <p:nvPr/>
            </p:nvSpPr>
            <p:spPr>
              <a:xfrm>
                <a:off x="2329450" y="3009725"/>
                <a:ext cx="172650" cy="17207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6883" extrusionOk="0">
                    <a:moveTo>
                      <a:pt x="393" y="1"/>
                    </a:moveTo>
                    <a:cubicBezTo>
                      <a:pt x="179" y="1"/>
                      <a:pt x="0" y="179"/>
                      <a:pt x="0" y="393"/>
                    </a:cubicBezTo>
                    <a:lnTo>
                      <a:pt x="0" y="6478"/>
                    </a:lnTo>
                    <a:cubicBezTo>
                      <a:pt x="0" y="6704"/>
                      <a:pt x="179" y="6882"/>
                      <a:pt x="393" y="6882"/>
                    </a:cubicBezTo>
                    <a:lnTo>
                      <a:pt x="6501" y="6882"/>
                    </a:lnTo>
                    <a:cubicBezTo>
                      <a:pt x="6727" y="6882"/>
                      <a:pt x="6906" y="6704"/>
                      <a:pt x="6906" y="6478"/>
                    </a:cubicBezTo>
                    <a:lnTo>
                      <a:pt x="6906" y="393"/>
                    </a:lnTo>
                    <a:cubicBezTo>
                      <a:pt x="6906" y="179"/>
                      <a:pt x="6727" y="1"/>
                      <a:pt x="65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47"/>
              <p:cNvSpPr/>
              <p:nvPr/>
            </p:nvSpPr>
            <p:spPr>
              <a:xfrm>
                <a:off x="2387788" y="2988900"/>
                <a:ext cx="56000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86" extrusionOk="0">
                    <a:moveTo>
                      <a:pt x="144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26"/>
                      <a:pt x="60" y="286"/>
                      <a:pt x="144" y="286"/>
                    </a:cubicBezTo>
                    <a:lnTo>
                      <a:pt x="2096" y="286"/>
                    </a:lnTo>
                    <a:cubicBezTo>
                      <a:pt x="2168" y="286"/>
                      <a:pt x="2239" y="226"/>
                      <a:pt x="2239" y="143"/>
                    </a:cubicBezTo>
                    <a:cubicBezTo>
                      <a:pt x="2239" y="72"/>
                      <a:pt x="2168" y="0"/>
                      <a:pt x="20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47"/>
              <p:cNvSpPr/>
              <p:nvPr/>
            </p:nvSpPr>
            <p:spPr>
              <a:xfrm>
                <a:off x="2387788" y="2999600"/>
                <a:ext cx="560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75" extrusionOk="0">
                    <a:moveTo>
                      <a:pt x="144" y="1"/>
                    </a:moveTo>
                    <a:cubicBezTo>
                      <a:pt x="60" y="1"/>
                      <a:pt x="1" y="60"/>
                      <a:pt x="1" y="132"/>
                    </a:cubicBezTo>
                    <a:cubicBezTo>
                      <a:pt x="1" y="215"/>
                      <a:pt x="60" y="275"/>
                      <a:pt x="144" y="275"/>
                    </a:cubicBezTo>
                    <a:lnTo>
                      <a:pt x="2096" y="275"/>
                    </a:lnTo>
                    <a:cubicBezTo>
                      <a:pt x="2168" y="275"/>
                      <a:pt x="2239" y="215"/>
                      <a:pt x="2239" y="132"/>
                    </a:cubicBezTo>
                    <a:cubicBezTo>
                      <a:pt x="2239" y="60"/>
                      <a:pt x="2168" y="1"/>
                      <a:pt x="20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47"/>
              <p:cNvSpPr/>
              <p:nvPr/>
            </p:nvSpPr>
            <p:spPr>
              <a:xfrm>
                <a:off x="2329450" y="3032350"/>
                <a:ext cx="1726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89" extrusionOk="0">
                    <a:moveTo>
                      <a:pt x="0" y="0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47"/>
              <p:cNvSpPr/>
              <p:nvPr/>
            </p:nvSpPr>
            <p:spPr>
              <a:xfrm>
                <a:off x="2329450" y="3151100"/>
                <a:ext cx="17265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90" extrusionOk="0">
                    <a:moveTo>
                      <a:pt x="0" y="1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47"/>
              <p:cNvSpPr/>
              <p:nvPr/>
            </p:nvSpPr>
            <p:spPr>
              <a:xfrm>
                <a:off x="2384225" y="3064200"/>
                <a:ext cx="62825" cy="6282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2513" extrusionOk="0">
                    <a:moveTo>
                      <a:pt x="1262" y="0"/>
                    </a:moveTo>
                    <a:cubicBezTo>
                      <a:pt x="560" y="0"/>
                      <a:pt x="0" y="572"/>
                      <a:pt x="0" y="1262"/>
                    </a:cubicBezTo>
                    <a:cubicBezTo>
                      <a:pt x="0" y="1953"/>
                      <a:pt x="560" y="2513"/>
                      <a:pt x="1262" y="2513"/>
                    </a:cubicBezTo>
                    <a:cubicBezTo>
                      <a:pt x="1953" y="2513"/>
                      <a:pt x="2512" y="1953"/>
                      <a:pt x="2512" y="1262"/>
                    </a:cubicBezTo>
                    <a:cubicBezTo>
                      <a:pt x="2512" y="572"/>
                      <a:pt x="1953" y="0"/>
                      <a:pt x="1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47"/>
              <p:cNvSpPr/>
              <p:nvPr/>
            </p:nvSpPr>
            <p:spPr>
              <a:xfrm>
                <a:off x="2380650" y="3060625"/>
                <a:ext cx="7027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811" extrusionOk="0">
                    <a:moveTo>
                      <a:pt x="1405" y="298"/>
                    </a:moveTo>
                    <a:cubicBezTo>
                      <a:pt x="2012" y="298"/>
                      <a:pt x="2512" y="798"/>
                      <a:pt x="2512" y="1405"/>
                    </a:cubicBezTo>
                    <a:cubicBezTo>
                      <a:pt x="2512" y="2013"/>
                      <a:pt x="2012" y="2513"/>
                      <a:pt x="1405" y="2513"/>
                    </a:cubicBezTo>
                    <a:cubicBezTo>
                      <a:pt x="786" y="2513"/>
                      <a:pt x="298" y="2013"/>
                      <a:pt x="298" y="1405"/>
                    </a:cubicBezTo>
                    <a:cubicBezTo>
                      <a:pt x="298" y="798"/>
                      <a:pt x="786" y="298"/>
                      <a:pt x="1405" y="298"/>
                    </a:cubicBezTo>
                    <a:close/>
                    <a:moveTo>
                      <a:pt x="1405" y="1"/>
                    </a:moveTo>
                    <a:cubicBezTo>
                      <a:pt x="631" y="1"/>
                      <a:pt x="0" y="632"/>
                      <a:pt x="0" y="1405"/>
                    </a:cubicBezTo>
                    <a:cubicBezTo>
                      <a:pt x="0" y="2179"/>
                      <a:pt x="631" y="2810"/>
                      <a:pt x="1405" y="2810"/>
                    </a:cubicBezTo>
                    <a:cubicBezTo>
                      <a:pt x="2179" y="2810"/>
                      <a:pt x="2810" y="2179"/>
                      <a:pt x="2810" y="1405"/>
                    </a:cubicBezTo>
                    <a:cubicBezTo>
                      <a:pt x="2810" y="632"/>
                      <a:pt x="2179" y="1"/>
                      <a:pt x="14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47"/>
              <p:cNvSpPr/>
              <p:nvPr/>
            </p:nvSpPr>
            <p:spPr>
              <a:xfrm>
                <a:off x="2327650" y="3404725"/>
                <a:ext cx="1762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7050" h="667" extrusionOk="0">
                    <a:moveTo>
                      <a:pt x="334" y="0"/>
                    </a:moveTo>
                    <a:cubicBezTo>
                      <a:pt x="144" y="0"/>
                      <a:pt x="1" y="143"/>
                      <a:pt x="1" y="333"/>
                    </a:cubicBezTo>
                    <a:cubicBezTo>
                      <a:pt x="1" y="512"/>
                      <a:pt x="144" y="667"/>
                      <a:pt x="334" y="667"/>
                    </a:cubicBezTo>
                    <a:lnTo>
                      <a:pt x="6716" y="667"/>
                    </a:lnTo>
                    <a:cubicBezTo>
                      <a:pt x="6895" y="667"/>
                      <a:pt x="7049" y="512"/>
                      <a:pt x="7049" y="333"/>
                    </a:cubicBezTo>
                    <a:cubicBezTo>
                      <a:pt x="7049" y="143"/>
                      <a:pt x="6895" y="0"/>
                      <a:pt x="6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47"/>
              <p:cNvSpPr/>
              <p:nvPr/>
            </p:nvSpPr>
            <p:spPr>
              <a:xfrm>
                <a:off x="2254425" y="3320775"/>
                <a:ext cx="554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6192" extrusionOk="0">
                    <a:moveTo>
                      <a:pt x="489" y="1"/>
                    </a:moveTo>
                    <a:cubicBezTo>
                      <a:pt x="215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15" y="6192"/>
                      <a:pt x="489" y="6192"/>
                    </a:cubicBezTo>
                    <a:lnTo>
                      <a:pt x="1727" y="6192"/>
                    </a:lnTo>
                    <a:cubicBezTo>
                      <a:pt x="2001" y="6192"/>
                      <a:pt x="2216" y="5966"/>
                      <a:pt x="2216" y="5704"/>
                    </a:cubicBezTo>
                    <a:lnTo>
                      <a:pt x="2216" y="489"/>
                    </a:lnTo>
                    <a:cubicBezTo>
                      <a:pt x="2216" y="227"/>
                      <a:pt x="2001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47"/>
              <p:cNvSpPr/>
              <p:nvPr/>
            </p:nvSpPr>
            <p:spPr>
              <a:xfrm>
                <a:off x="2254425" y="3444600"/>
                <a:ext cx="55400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1239" extrusionOk="0">
                    <a:moveTo>
                      <a:pt x="1" y="1"/>
                    </a:moveTo>
                    <a:lnTo>
                      <a:pt x="1" y="751"/>
                    </a:lnTo>
                    <a:cubicBezTo>
                      <a:pt x="1" y="1013"/>
                      <a:pt x="215" y="1239"/>
                      <a:pt x="489" y="1239"/>
                    </a:cubicBezTo>
                    <a:lnTo>
                      <a:pt x="1727" y="1239"/>
                    </a:lnTo>
                    <a:cubicBezTo>
                      <a:pt x="2001" y="1239"/>
                      <a:pt x="2216" y="1013"/>
                      <a:pt x="2216" y="751"/>
                    </a:cubicBezTo>
                    <a:lnTo>
                      <a:pt x="2216" y="1"/>
                    </a:lnTo>
                    <a:cubicBezTo>
                      <a:pt x="2216" y="262"/>
                      <a:pt x="2001" y="489"/>
                      <a:pt x="1727" y="489"/>
                    </a:cubicBezTo>
                    <a:lnTo>
                      <a:pt x="489" y="489"/>
                    </a:lnTo>
                    <a:cubicBezTo>
                      <a:pt x="215" y="489"/>
                      <a:pt x="1" y="262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47"/>
              <p:cNvSpPr/>
              <p:nvPr/>
            </p:nvSpPr>
            <p:spPr>
              <a:xfrm>
                <a:off x="2246400" y="3306200"/>
                <a:ext cx="714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3108" extrusionOk="0">
                    <a:moveTo>
                      <a:pt x="489" y="0"/>
                    </a:moveTo>
                    <a:cubicBezTo>
                      <a:pt x="215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15" y="3108"/>
                      <a:pt x="489" y="3108"/>
                    </a:cubicBezTo>
                    <a:lnTo>
                      <a:pt x="2370" y="3108"/>
                    </a:lnTo>
                    <a:cubicBezTo>
                      <a:pt x="2644" y="3108"/>
                      <a:pt x="2858" y="2881"/>
                      <a:pt x="2858" y="2608"/>
                    </a:cubicBezTo>
                    <a:lnTo>
                      <a:pt x="2858" y="488"/>
                    </a:lnTo>
                    <a:cubicBezTo>
                      <a:pt x="2858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47"/>
              <p:cNvSpPr/>
              <p:nvPr/>
            </p:nvSpPr>
            <p:spPr>
              <a:xfrm>
                <a:off x="2246400" y="3339825"/>
                <a:ext cx="71450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1763" extrusionOk="0"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15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1"/>
                    </a:lnTo>
                    <a:cubicBezTo>
                      <a:pt x="2858" y="274"/>
                      <a:pt x="2644" y="489"/>
                      <a:pt x="2370" y="489"/>
                    </a:cubicBezTo>
                    <a:lnTo>
                      <a:pt x="489" y="489"/>
                    </a:lnTo>
                    <a:cubicBezTo>
                      <a:pt x="215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47"/>
              <p:cNvSpPr/>
              <p:nvPr/>
            </p:nvSpPr>
            <p:spPr>
              <a:xfrm>
                <a:off x="2260400" y="3398750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1"/>
                    </a:moveTo>
                    <a:cubicBezTo>
                      <a:pt x="48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48" y="2930"/>
                      <a:pt x="107" y="2930"/>
                    </a:cubicBezTo>
                    <a:cubicBezTo>
                      <a:pt x="167" y="2930"/>
                      <a:pt x="226" y="2882"/>
                      <a:pt x="226" y="2811"/>
                    </a:cubicBezTo>
                    <a:lnTo>
                      <a:pt x="226" y="120"/>
                    </a:lnTo>
                    <a:cubicBezTo>
                      <a:pt x="226" y="49"/>
                      <a:pt x="167" y="1"/>
                      <a:pt x="1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47"/>
              <p:cNvSpPr/>
              <p:nvPr/>
            </p:nvSpPr>
            <p:spPr>
              <a:xfrm>
                <a:off x="22729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19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19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47"/>
              <p:cNvSpPr/>
              <p:nvPr/>
            </p:nvSpPr>
            <p:spPr>
              <a:xfrm>
                <a:off x="22857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07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47"/>
              <p:cNvSpPr/>
              <p:nvPr/>
            </p:nvSpPr>
            <p:spPr>
              <a:xfrm>
                <a:off x="2298200" y="3398750"/>
                <a:ext cx="59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930" extrusionOk="0">
                    <a:moveTo>
                      <a:pt x="119" y="1"/>
                    </a:moveTo>
                    <a:cubicBezTo>
                      <a:pt x="60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60" y="2930"/>
                      <a:pt x="119" y="2930"/>
                    </a:cubicBezTo>
                    <a:cubicBezTo>
                      <a:pt x="179" y="2930"/>
                      <a:pt x="238" y="2882"/>
                      <a:pt x="238" y="2811"/>
                    </a:cubicBezTo>
                    <a:lnTo>
                      <a:pt x="238" y="120"/>
                    </a:lnTo>
                    <a:cubicBezTo>
                      <a:pt x="238" y="49"/>
                      <a:pt x="179" y="1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47"/>
              <p:cNvSpPr/>
              <p:nvPr/>
            </p:nvSpPr>
            <p:spPr>
              <a:xfrm>
                <a:off x="2521425" y="3320775"/>
                <a:ext cx="557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6192" extrusionOk="0">
                    <a:moveTo>
                      <a:pt x="489" y="1"/>
                    </a:moveTo>
                    <a:cubicBezTo>
                      <a:pt x="227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27" y="6192"/>
                      <a:pt x="489" y="6192"/>
                    </a:cubicBezTo>
                    <a:lnTo>
                      <a:pt x="1739" y="6192"/>
                    </a:lnTo>
                    <a:cubicBezTo>
                      <a:pt x="2001" y="6192"/>
                      <a:pt x="2227" y="5966"/>
                      <a:pt x="2227" y="5704"/>
                    </a:cubicBezTo>
                    <a:lnTo>
                      <a:pt x="2227" y="489"/>
                    </a:lnTo>
                    <a:cubicBezTo>
                      <a:pt x="2227" y="227"/>
                      <a:pt x="2001" y="1"/>
                      <a:pt x="17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47"/>
              <p:cNvSpPr/>
              <p:nvPr/>
            </p:nvSpPr>
            <p:spPr>
              <a:xfrm>
                <a:off x="2513400" y="3306200"/>
                <a:ext cx="717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3108" extrusionOk="0">
                    <a:moveTo>
                      <a:pt x="500" y="0"/>
                    </a:moveTo>
                    <a:cubicBezTo>
                      <a:pt x="227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27" y="3108"/>
                      <a:pt x="500" y="3108"/>
                    </a:cubicBezTo>
                    <a:lnTo>
                      <a:pt x="2370" y="3108"/>
                    </a:lnTo>
                    <a:cubicBezTo>
                      <a:pt x="2644" y="3108"/>
                      <a:pt x="2870" y="2881"/>
                      <a:pt x="2870" y="2608"/>
                    </a:cubicBezTo>
                    <a:lnTo>
                      <a:pt x="2870" y="488"/>
                    </a:lnTo>
                    <a:cubicBezTo>
                      <a:pt x="2870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47"/>
              <p:cNvSpPr/>
              <p:nvPr/>
            </p:nvSpPr>
            <p:spPr>
              <a:xfrm>
                <a:off x="2513400" y="3339825"/>
                <a:ext cx="71475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9" h="1763" extrusionOk="0">
                    <a:moveTo>
                      <a:pt x="2858" y="1"/>
                    </a:move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58" y="28"/>
                      <a:pt x="2858" y="14"/>
                      <a:pt x="2858" y="1"/>
                    </a:cubicBezTo>
                    <a:close/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27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47" y="296"/>
                      <a:pt x="2630" y="489"/>
                      <a:pt x="2370" y="489"/>
                    </a:cubicBezTo>
                    <a:lnTo>
                      <a:pt x="489" y="489"/>
                    </a:lnTo>
                    <a:cubicBezTo>
                      <a:pt x="227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47"/>
              <p:cNvSpPr/>
              <p:nvPr/>
            </p:nvSpPr>
            <p:spPr>
              <a:xfrm>
                <a:off x="2521425" y="3391325"/>
                <a:ext cx="55700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3370" extrusionOk="0">
                    <a:moveTo>
                      <a:pt x="858" y="0"/>
                    </a:moveTo>
                    <a:cubicBezTo>
                      <a:pt x="799" y="0"/>
                      <a:pt x="739" y="60"/>
                      <a:pt x="739" y="119"/>
                    </a:cubicBezTo>
                    <a:lnTo>
                      <a:pt x="739" y="2620"/>
                    </a:lnTo>
                    <a:lnTo>
                      <a:pt x="489" y="2620"/>
                    </a:lnTo>
                    <a:cubicBezTo>
                      <a:pt x="477" y="2620"/>
                      <a:pt x="477" y="2608"/>
                      <a:pt x="465" y="2608"/>
                    </a:cubicBezTo>
                    <a:lnTo>
                      <a:pt x="465" y="417"/>
                    </a:lnTo>
                    <a:cubicBezTo>
                      <a:pt x="465" y="346"/>
                      <a:pt x="418" y="298"/>
                      <a:pt x="358" y="298"/>
                    </a:cubicBezTo>
                    <a:cubicBezTo>
                      <a:pt x="287" y="298"/>
                      <a:pt x="239" y="346"/>
                      <a:pt x="239" y="417"/>
                    </a:cubicBezTo>
                    <a:lnTo>
                      <a:pt x="239" y="2548"/>
                    </a:lnTo>
                    <a:cubicBezTo>
                      <a:pt x="96" y="2453"/>
                      <a:pt x="1" y="2298"/>
                      <a:pt x="1" y="2132"/>
                    </a:cubicBezTo>
                    <a:lnTo>
                      <a:pt x="1" y="2882"/>
                    </a:lnTo>
                    <a:cubicBezTo>
                      <a:pt x="1" y="3144"/>
                      <a:pt x="215" y="3370"/>
                      <a:pt x="489" y="3370"/>
                    </a:cubicBezTo>
                    <a:lnTo>
                      <a:pt x="1739" y="3370"/>
                    </a:lnTo>
                    <a:cubicBezTo>
                      <a:pt x="2001" y="3370"/>
                      <a:pt x="2227" y="3144"/>
                      <a:pt x="2227" y="2882"/>
                    </a:cubicBezTo>
                    <a:lnTo>
                      <a:pt x="2227" y="2132"/>
                    </a:lnTo>
                    <a:cubicBezTo>
                      <a:pt x="2227" y="2298"/>
                      <a:pt x="2132" y="2453"/>
                      <a:pt x="1989" y="2548"/>
                    </a:cubicBezTo>
                    <a:lnTo>
                      <a:pt x="1989" y="417"/>
                    </a:lnTo>
                    <a:cubicBezTo>
                      <a:pt x="1989" y="346"/>
                      <a:pt x="1930" y="298"/>
                      <a:pt x="1870" y="298"/>
                    </a:cubicBezTo>
                    <a:cubicBezTo>
                      <a:pt x="1811" y="298"/>
                      <a:pt x="1763" y="346"/>
                      <a:pt x="1763" y="417"/>
                    </a:cubicBezTo>
                    <a:lnTo>
                      <a:pt x="1763" y="2608"/>
                    </a:lnTo>
                    <a:cubicBezTo>
                      <a:pt x="1751" y="2608"/>
                      <a:pt x="1739" y="2620"/>
                      <a:pt x="1739" y="2620"/>
                    </a:cubicBezTo>
                    <a:lnTo>
                      <a:pt x="1477" y="2620"/>
                    </a:lnTo>
                    <a:lnTo>
                      <a:pt x="1477" y="119"/>
                    </a:lnTo>
                    <a:cubicBezTo>
                      <a:pt x="1477" y="60"/>
                      <a:pt x="1430" y="0"/>
                      <a:pt x="1370" y="0"/>
                    </a:cubicBezTo>
                    <a:cubicBezTo>
                      <a:pt x="1299" y="0"/>
                      <a:pt x="1251" y="60"/>
                      <a:pt x="1251" y="119"/>
                    </a:cubicBezTo>
                    <a:lnTo>
                      <a:pt x="1251" y="2620"/>
                    </a:lnTo>
                    <a:lnTo>
                      <a:pt x="977" y="2620"/>
                    </a:lnTo>
                    <a:lnTo>
                      <a:pt x="977" y="119"/>
                    </a:lnTo>
                    <a:cubicBezTo>
                      <a:pt x="977" y="60"/>
                      <a:pt x="918" y="0"/>
                      <a:pt x="8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47"/>
              <p:cNvSpPr/>
              <p:nvPr/>
            </p:nvSpPr>
            <p:spPr>
              <a:xfrm>
                <a:off x="2367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47"/>
              <p:cNvSpPr/>
              <p:nvPr/>
            </p:nvSpPr>
            <p:spPr>
              <a:xfrm>
                <a:off x="2389575" y="2937400"/>
                <a:ext cx="74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47"/>
              <p:cNvSpPr/>
              <p:nvPr/>
            </p:nvSpPr>
            <p:spPr>
              <a:xfrm>
                <a:off x="241190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47"/>
              <p:cNvSpPr/>
              <p:nvPr/>
            </p:nvSpPr>
            <p:spPr>
              <a:xfrm>
                <a:off x="2434225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47"/>
              <p:cNvSpPr/>
              <p:nvPr/>
            </p:nvSpPr>
            <p:spPr>
              <a:xfrm>
                <a:off x="2456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2846" name="Google Shape;2846;p47"/>
          <p:cNvCxnSpPr>
            <a:cxnSpLocks/>
            <a:stCxn id="2749" idx="1"/>
          </p:cNvCxnSpPr>
          <p:nvPr/>
        </p:nvCxnSpPr>
        <p:spPr>
          <a:xfrm flipH="1">
            <a:off x="2319350" y="3146700"/>
            <a:ext cx="1547100" cy="2991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53" name="Google Shape;2853;p47"/>
          <p:cNvSpPr txBox="1"/>
          <p:nvPr/>
        </p:nvSpPr>
        <p:spPr>
          <a:xfrm>
            <a:off x="6822731" y="1623525"/>
            <a:ext cx="1609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855" name="Google Shape;2855;p47"/>
          <p:cNvCxnSpPr>
            <a:cxnSpLocks/>
            <a:endCxn id="2853" idx="1"/>
          </p:cNvCxnSpPr>
          <p:nvPr/>
        </p:nvCxnSpPr>
        <p:spPr>
          <a:xfrm rot="10800000" flipH="1">
            <a:off x="4677731" y="1887375"/>
            <a:ext cx="2145000" cy="899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22A1459-C401-5E55-F053-9DCECBB0192D}"/>
              </a:ext>
            </a:extLst>
          </p:cNvPr>
          <p:cNvSpPr txBox="1"/>
          <p:nvPr/>
        </p:nvSpPr>
        <p:spPr>
          <a:xfrm>
            <a:off x="6765651" y="172562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Main Body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FCF680-3247-8649-F1D4-50C372373779}"/>
              </a:ext>
            </a:extLst>
          </p:cNvPr>
          <p:cNvSpPr txBox="1"/>
          <p:nvPr/>
        </p:nvSpPr>
        <p:spPr>
          <a:xfrm>
            <a:off x="5935784" y="3566236"/>
            <a:ext cx="5668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lang="en-IN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Gear Motors (wheels)</a:t>
            </a:r>
            <a:endParaRPr lang="en-IN" sz="14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2368F-B2E0-C772-59F4-CF37E8054E2D}"/>
              </a:ext>
            </a:extLst>
          </p:cNvPr>
          <p:cNvSpPr txBox="1"/>
          <p:nvPr/>
        </p:nvSpPr>
        <p:spPr>
          <a:xfrm>
            <a:off x="483431" y="3286517"/>
            <a:ext cx="580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Hand (servo motor)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A40B44-C294-7A32-8A5D-E0BD96763560}"/>
              </a:ext>
            </a:extLst>
          </p:cNvPr>
          <p:cNvSpPr txBox="1"/>
          <p:nvPr/>
        </p:nvSpPr>
        <p:spPr>
          <a:xfrm>
            <a:off x="388435" y="2007185"/>
            <a:ext cx="580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Animated Eye and AQI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6E1FFD-57D5-DB51-47A6-E9286F923B89}"/>
              </a:ext>
            </a:extLst>
          </p:cNvPr>
          <p:cNvSpPr txBox="1"/>
          <p:nvPr/>
        </p:nvSpPr>
        <p:spPr>
          <a:xfrm>
            <a:off x="2934050" y="162891"/>
            <a:ext cx="5802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5"/>
          <p:cNvSpPr txBox="1">
            <a:spLocks noGrp="1"/>
          </p:cNvSpPr>
          <p:nvPr>
            <p:ph type="title"/>
          </p:nvPr>
        </p:nvSpPr>
        <p:spPr>
          <a:xfrm>
            <a:off x="4463675" y="1158788"/>
            <a:ext cx="37410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Project</a:t>
            </a:r>
            <a:endParaRPr dirty="0"/>
          </a:p>
        </p:txBody>
      </p:sp>
      <p:sp>
        <p:nvSpPr>
          <p:cNvPr id="908" name="Google Shape;908;p35"/>
          <p:cNvSpPr txBox="1">
            <a:spLocks noGrp="1"/>
          </p:cNvSpPr>
          <p:nvPr>
            <p:ph type="subTitle" idx="1"/>
          </p:nvPr>
        </p:nvSpPr>
        <p:spPr>
          <a:xfrm>
            <a:off x="4495528" y="2007045"/>
            <a:ext cx="3741000" cy="2182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err="1"/>
              <a:t>GuardianX</a:t>
            </a:r>
            <a:r>
              <a:rPr lang="en-US" dirty="0"/>
              <a:t> is a smart home monitoring robot that protects your home using real-time sensors, AI control, and remote web access. It detects danger, controls appliances, and keeps your family safe.</a:t>
            </a:r>
            <a:endParaRPr dirty="0"/>
          </a:p>
        </p:txBody>
      </p:sp>
      <p:grpSp>
        <p:nvGrpSpPr>
          <p:cNvPr id="909" name="Google Shape;909;p35"/>
          <p:cNvGrpSpPr/>
          <p:nvPr/>
        </p:nvGrpSpPr>
        <p:grpSpPr>
          <a:xfrm>
            <a:off x="6476166" y="4187937"/>
            <a:ext cx="744312" cy="221985"/>
            <a:chOff x="8652775" y="883650"/>
            <a:chExt cx="120875" cy="36050"/>
          </a:xfrm>
        </p:grpSpPr>
        <p:sp>
          <p:nvSpPr>
            <p:cNvPr id="910" name="Google Shape;910;p3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35"/>
          <p:cNvSpPr/>
          <p:nvPr/>
        </p:nvSpPr>
        <p:spPr>
          <a:xfrm>
            <a:off x="4650693" y="700682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35"/>
          <p:cNvGrpSpPr/>
          <p:nvPr/>
        </p:nvGrpSpPr>
        <p:grpSpPr>
          <a:xfrm>
            <a:off x="4194441" y="630088"/>
            <a:ext cx="234762" cy="218290"/>
            <a:chOff x="8652775" y="883650"/>
            <a:chExt cx="38125" cy="35450"/>
          </a:xfrm>
        </p:grpSpPr>
        <p:sp>
          <p:nvSpPr>
            <p:cNvPr id="918" name="Google Shape;918;p3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" name="Google Shape;921;p35"/>
          <p:cNvGrpSpPr/>
          <p:nvPr/>
        </p:nvGrpSpPr>
        <p:grpSpPr>
          <a:xfrm>
            <a:off x="8150166" y="940513"/>
            <a:ext cx="234762" cy="218290"/>
            <a:chOff x="8652775" y="883650"/>
            <a:chExt cx="38125" cy="35450"/>
          </a:xfrm>
        </p:grpSpPr>
        <p:sp>
          <p:nvSpPr>
            <p:cNvPr id="922" name="Google Shape;922;p3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35"/>
          <p:cNvGrpSpPr/>
          <p:nvPr/>
        </p:nvGrpSpPr>
        <p:grpSpPr>
          <a:xfrm rot="866130">
            <a:off x="895765" y="3507969"/>
            <a:ext cx="1498719" cy="2192273"/>
            <a:chOff x="1463275" y="2373500"/>
            <a:chExt cx="484900" cy="711125"/>
          </a:xfrm>
        </p:grpSpPr>
        <p:sp>
          <p:nvSpPr>
            <p:cNvPr id="927" name="Google Shape;927;p35"/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8" name="Google Shape;928;p35"/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929" name="Google Shape;929;p35"/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5"/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5"/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35"/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35"/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5"/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5"/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5"/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5"/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5"/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5"/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5"/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5"/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5"/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5"/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5"/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35"/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5"/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5"/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5"/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5"/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5"/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5"/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5"/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5"/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5"/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5"/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5"/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5"/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5"/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5"/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5"/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5"/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5"/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5"/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5"/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5"/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5"/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5"/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5"/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5"/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5"/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5"/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5"/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5"/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5"/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5"/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5"/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5"/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5"/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5"/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80" name="Google Shape;980;p35"/>
          <p:cNvGrpSpPr/>
          <p:nvPr/>
        </p:nvGrpSpPr>
        <p:grpSpPr>
          <a:xfrm rot="-451423">
            <a:off x="2200954" y="1301624"/>
            <a:ext cx="1898993" cy="2257482"/>
            <a:chOff x="2184900" y="2377950"/>
            <a:chExt cx="614400" cy="732275"/>
          </a:xfrm>
        </p:grpSpPr>
        <p:sp>
          <p:nvSpPr>
            <p:cNvPr id="981" name="Google Shape;981;p35"/>
            <p:cNvSpPr/>
            <p:nvPr/>
          </p:nvSpPr>
          <p:spPr>
            <a:xfrm>
              <a:off x="2204125" y="2377950"/>
              <a:ext cx="576300" cy="732275"/>
            </a:xfrm>
            <a:custGeom>
              <a:avLst/>
              <a:gdLst/>
              <a:ahLst/>
              <a:cxnLst/>
              <a:rect l="l" t="t" r="r" b="b"/>
              <a:pathLst>
                <a:path w="23052" h="29291" extrusionOk="0">
                  <a:moveTo>
                    <a:pt x="11526" y="608"/>
                  </a:moveTo>
                  <a:cubicBezTo>
                    <a:pt x="11919" y="608"/>
                    <a:pt x="12229" y="929"/>
                    <a:pt x="12229" y="1322"/>
                  </a:cubicBezTo>
                  <a:cubicBezTo>
                    <a:pt x="12229" y="1715"/>
                    <a:pt x="11919" y="2025"/>
                    <a:pt x="11526" y="2025"/>
                  </a:cubicBezTo>
                  <a:cubicBezTo>
                    <a:pt x="11133" y="2025"/>
                    <a:pt x="10812" y="1715"/>
                    <a:pt x="10812" y="1322"/>
                  </a:cubicBezTo>
                  <a:cubicBezTo>
                    <a:pt x="10812" y="929"/>
                    <a:pt x="11133" y="608"/>
                    <a:pt x="11526" y="608"/>
                  </a:cubicBezTo>
                  <a:close/>
                  <a:moveTo>
                    <a:pt x="12300" y="23587"/>
                  </a:moveTo>
                  <a:cubicBezTo>
                    <a:pt x="12407" y="23742"/>
                    <a:pt x="12526" y="23861"/>
                    <a:pt x="12681" y="23956"/>
                  </a:cubicBezTo>
                  <a:lnTo>
                    <a:pt x="12681" y="24813"/>
                  </a:lnTo>
                  <a:lnTo>
                    <a:pt x="12681" y="25802"/>
                  </a:lnTo>
                  <a:lnTo>
                    <a:pt x="12681" y="26671"/>
                  </a:lnTo>
                  <a:lnTo>
                    <a:pt x="12681" y="27040"/>
                  </a:lnTo>
                  <a:cubicBezTo>
                    <a:pt x="12193" y="27183"/>
                    <a:pt x="11776" y="27468"/>
                    <a:pt x="11478" y="27861"/>
                  </a:cubicBezTo>
                  <a:cubicBezTo>
                    <a:pt x="11169" y="27468"/>
                    <a:pt x="10728" y="27171"/>
                    <a:pt x="10228" y="27040"/>
                  </a:cubicBezTo>
                  <a:lnTo>
                    <a:pt x="10228" y="26766"/>
                  </a:lnTo>
                  <a:lnTo>
                    <a:pt x="10228" y="25897"/>
                  </a:lnTo>
                  <a:lnTo>
                    <a:pt x="10228" y="24897"/>
                  </a:lnTo>
                  <a:lnTo>
                    <a:pt x="10228" y="24039"/>
                  </a:lnTo>
                  <a:lnTo>
                    <a:pt x="10228" y="23980"/>
                  </a:lnTo>
                  <a:cubicBezTo>
                    <a:pt x="10395" y="23885"/>
                    <a:pt x="10538" y="23754"/>
                    <a:pt x="10645" y="23587"/>
                  </a:cubicBezTo>
                  <a:cubicBezTo>
                    <a:pt x="10907" y="23611"/>
                    <a:pt x="11181" y="23623"/>
                    <a:pt x="11455" y="23623"/>
                  </a:cubicBezTo>
                  <a:cubicBezTo>
                    <a:pt x="11740" y="23623"/>
                    <a:pt x="12026" y="23611"/>
                    <a:pt x="12300" y="23587"/>
                  </a:cubicBezTo>
                  <a:close/>
                  <a:moveTo>
                    <a:pt x="11526" y="1"/>
                  </a:moveTo>
                  <a:cubicBezTo>
                    <a:pt x="10788" y="1"/>
                    <a:pt x="10204" y="584"/>
                    <a:pt x="10204" y="1322"/>
                  </a:cubicBezTo>
                  <a:cubicBezTo>
                    <a:pt x="10204" y="1906"/>
                    <a:pt x="10574" y="2394"/>
                    <a:pt x="11097" y="2573"/>
                  </a:cubicBezTo>
                  <a:lnTo>
                    <a:pt x="11097" y="3608"/>
                  </a:lnTo>
                  <a:cubicBezTo>
                    <a:pt x="8299" y="3739"/>
                    <a:pt x="5835" y="5168"/>
                    <a:pt x="4287" y="7287"/>
                  </a:cubicBezTo>
                  <a:cubicBezTo>
                    <a:pt x="4085" y="7573"/>
                    <a:pt x="3906" y="7859"/>
                    <a:pt x="3727" y="8157"/>
                  </a:cubicBezTo>
                  <a:lnTo>
                    <a:pt x="3346" y="8157"/>
                  </a:lnTo>
                  <a:cubicBezTo>
                    <a:pt x="2596" y="9490"/>
                    <a:pt x="2180" y="11038"/>
                    <a:pt x="2180" y="12669"/>
                  </a:cubicBezTo>
                  <a:cubicBezTo>
                    <a:pt x="2180" y="12848"/>
                    <a:pt x="2180" y="13014"/>
                    <a:pt x="2192" y="13193"/>
                  </a:cubicBezTo>
                  <a:lnTo>
                    <a:pt x="2608" y="13193"/>
                  </a:lnTo>
                  <a:cubicBezTo>
                    <a:pt x="2620" y="13383"/>
                    <a:pt x="2644" y="13574"/>
                    <a:pt x="2668" y="13752"/>
                  </a:cubicBezTo>
                  <a:cubicBezTo>
                    <a:pt x="263" y="15943"/>
                    <a:pt x="1" y="20527"/>
                    <a:pt x="2025" y="23194"/>
                  </a:cubicBezTo>
                  <a:lnTo>
                    <a:pt x="1120" y="24087"/>
                  </a:lnTo>
                  <a:lnTo>
                    <a:pt x="1953" y="24920"/>
                  </a:lnTo>
                  <a:lnTo>
                    <a:pt x="4061" y="22813"/>
                  </a:lnTo>
                  <a:lnTo>
                    <a:pt x="3227" y="21980"/>
                  </a:lnTo>
                  <a:lnTo>
                    <a:pt x="2656" y="22551"/>
                  </a:lnTo>
                  <a:cubicBezTo>
                    <a:pt x="1084" y="20420"/>
                    <a:pt x="1180" y="16812"/>
                    <a:pt x="2882" y="14824"/>
                  </a:cubicBezTo>
                  <a:cubicBezTo>
                    <a:pt x="3489" y="17134"/>
                    <a:pt x="5001" y="19086"/>
                    <a:pt x="7014" y="20265"/>
                  </a:cubicBezTo>
                  <a:cubicBezTo>
                    <a:pt x="6716" y="20444"/>
                    <a:pt x="6549" y="20658"/>
                    <a:pt x="6549" y="20872"/>
                  </a:cubicBezTo>
                  <a:cubicBezTo>
                    <a:pt x="6549" y="21027"/>
                    <a:pt x="6621" y="21182"/>
                    <a:pt x="6764" y="21325"/>
                  </a:cubicBezTo>
                  <a:cubicBezTo>
                    <a:pt x="6585" y="21480"/>
                    <a:pt x="6490" y="21646"/>
                    <a:pt x="6490" y="21813"/>
                  </a:cubicBezTo>
                  <a:cubicBezTo>
                    <a:pt x="6490" y="22301"/>
                    <a:pt x="7287" y="22849"/>
                    <a:pt x="8514" y="23218"/>
                  </a:cubicBezTo>
                  <a:cubicBezTo>
                    <a:pt x="8585" y="23516"/>
                    <a:pt x="8764" y="23777"/>
                    <a:pt x="9014" y="23944"/>
                  </a:cubicBezTo>
                  <a:lnTo>
                    <a:pt x="9014" y="24039"/>
                  </a:lnTo>
                  <a:lnTo>
                    <a:pt x="9014" y="24909"/>
                  </a:lnTo>
                  <a:lnTo>
                    <a:pt x="9014" y="25897"/>
                  </a:lnTo>
                  <a:lnTo>
                    <a:pt x="9014" y="26766"/>
                  </a:lnTo>
                  <a:lnTo>
                    <a:pt x="9014" y="27040"/>
                  </a:lnTo>
                  <a:cubicBezTo>
                    <a:pt x="8014" y="27302"/>
                    <a:pt x="7287" y="28207"/>
                    <a:pt x="7287" y="29290"/>
                  </a:cubicBezTo>
                  <a:lnTo>
                    <a:pt x="15658" y="29290"/>
                  </a:lnTo>
                  <a:cubicBezTo>
                    <a:pt x="15658" y="28195"/>
                    <a:pt x="14907" y="27278"/>
                    <a:pt x="13883" y="27028"/>
                  </a:cubicBezTo>
                  <a:lnTo>
                    <a:pt x="13883" y="26671"/>
                  </a:lnTo>
                  <a:lnTo>
                    <a:pt x="13883" y="25802"/>
                  </a:lnTo>
                  <a:lnTo>
                    <a:pt x="13883" y="24813"/>
                  </a:lnTo>
                  <a:lnTo>
                    <a:pt x="13883" y="23968"/>
                  </a:lnTo>
                  <a:cubicBezTo>
                    <a:pt x="14157" y="23801"/>
                    <a:pt x="14360" y="23527"/>
                    <a:pt x="14419" y="23206"/>
                  </a:cubicBezTo>
                  <a:cubicBezTo>
                    <a:pt x="15634" y="22849"/>
                    <a:pt x="16420" y="22289"/>
                    <a:pt x="16420" y="21813"/>
                  </a:cubicBezTo>
                  <a:cubicBezTo>
                    <a:pt x="16420" y="21670"/>
                    <a:pt x="16348" y="21527"/>
                    <a:pt x="16217" y="21396"/>
                  </a:cubicBezTo>
                  <a:cubicBezTo>
                    <a:pt x="16384" y="21218"/>
                    <a:pt x="16491" y="21051"/>
                    <a:pt x="16491" y="20872"/>
                  </a:cubicBezTo>
                  <a:cubicBezTo>
                    <a:pt x="16491" y="20658"/>
                    <a:pt x="16324" y="20444"/>
                    <a:pt x="16027" y="20265"/>
                  </a:cubicBezTo>
                  <a:cubicBezTo>
                    <a:pt x="18039" y="19086"/>
                    <a:pt x="19551" y="17134"/>
                    <a:pt x="20158" y="14824"/>
                  </a:cubicBezTo>
                  <a:cubicBezTo>
                    <a:pt x="21908" y="16860"/>
                    <a:pt x="21956" y="20622"/>
                    <a:pt x="20253" y="22730"/>
                  </a:cubicBezTo>
                  <a:lnTo>
                    <a:pt x="19503" y="21980"/>
                  </a:lnTo>
                  <a:lnTo>
                    <a:pt x="18670" y="22813"/>
                  </a:lnTo>
                  <a:lnTo>
                    <a:pt x="20777" y="24920"/>
                  </a:lnTo>
                  <a:lnTo>
                    <a:pt x="21611" y="24087"/>
                  </a:lnTo>
                  <a:lnTo>
                    <a:pt x="20884" y="23361"/>
                  </a:lnTo>
                  <a:cubicBezTo>
                    <a:pt x="23051" y="20718"/>
                    <a:pt x="22825" y="15991"/>
                    <a:pt x="20372" y="13752"/>
                  </a:cubicBezTo>
                  <a:cubicBezTo>
                    <a:pt x="20396" y="13574"/>
                    <a:pt x="20420" y="13383"/>
                    <a:pt x="20432" y="13193"/>
                  </a:cubicBezTo>
                  <a:lnTo>
                    <a:pt x="20849" y="13193"/>
                  </a:lnTo>
                  <a:cubicBezTo>
                    <a:pt x="20861" y="13014"/>
                    <a:pt x="20861" y="12848"/>
                    <a:pt x="20861" y="12669"/>
                  </a:cubicBezTo>
                  <a:cubicBezTo>
                    <a:pt x="20861" y="11038"/>
                    <a:pt x="20444" y="9490"/>
                    <a:pt x="19694" y="8157"/>
                  </a:cubicBezTo>
                  <a:lnTo>
                    <a:pt x="19313" y="8157"/>
                  </a:lnTo>
                  <a:cubicBezTo>
                    <a:pt x="19146" y="7859"/>
                    <a:pt x="18956" y="7573"/>
                    <a:pt x="18753" y="7287"/>
                  </a:cubicBezTo>
                  <a:cubicBezTo>
                    <a:pt x="17205" y="5156"/>
                    <a:pt x="14741" y="3739"/>
                    <a:pt x="11943" y="3608"/>
                  </a:cubicBezTo>
                  <a:lnTo>
                    <a:pt x="11943" y="2573"/>
                  </a:lnTo>
                  <a:cubicBezTo>
                    <a:pt x="12467" y="2394"/>
                    <a:pt x="12836" y="1906"/>
                    <a:pt x="12836" y="1322"/>
                  </a:cubicBezTo>
                  <a:cubicBezTo>
                    <a:pt x="12836" y="584"/>
                    <a:pt x="12252" y="1"/>
                    <a:pt x="11526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2" name="Google Shape;982;p35"/>
            <p:cNvGrpSpPr/>
            <p:nvPr/>
          </p:nvGrpSpPr>
          <p:grpSpPr>
            <a:xfrm>
              <a:off x="2184900" y="2377963"/>
              <a:ext cx="614400" cy="732250"/>
              <a:chOff x="2184900" y="1025550"/>
              <a:chExt cx="614400" cy="732250"/>
            </a:xfrm>
          </p:grpSpPr>
          <p:sp>
            <p:nvSpPr>
              <p:cNvPr id="983" name="Google Shape;983;p35"/>
              <p:cNvSpPr/>
              <p:nvPr/>
            </p:nvSpPr>
            <p:spPr>
              <a:xfrm>
                <a:off x="2612525" y="1338875"/>
                <a:ext cx="186775" cy="277075"/>
              </a:xfrm>
              <a:custGeom>
                <a:avLst/>
                <a:gdLst/>
                <a:ahLst/>
                <a:cxnLst/>
                <a:rect l="l" t="t" r="r" b="b"/>
                <a:pathLst>
                  <a:path w="7471" h="11083" extrusionOk="0">
                    <a:moveTo>
                      <a:pt x="798" y="0"/>
                    </a:moveTo>
                    <a:cubicBezTo>
                      <a:pt x="724" y="0"/>
                      <a:pt x="648" y="2"/>
                      <a:pt x="572" y="5"/>
                    </a:cubicBezTo>
                    <a:cubicBezTo>
                      <a:pt x="8" y="28"/>
                      <a:pt x="0" y="898"/>
                      <a:pt x="549" y="898"/>
                    </a:cubicBezTo>
                    <a:cubicBezTo>
                      <a:pt x="557" y="898"/>
                      <a:pt x="564" y="898"/>
                      <a:pt x="572" y="898"/>
                    </a:cubicBezTo>
                    <a:cubicBezTo>
                      <a:pt x="634" y="895"/>
                      <a:pt x="695" y="894"/>
                      <a:pt x="756" y="894"/>
                    </a:cubicBezTo>
                    <a:cubicBezTo>
                      <a:pt x="5281" y="894"/>
                      <a:pt x="6372" y="7367"/>
                      <a:pt x="3834" y="10304"/>
                    </a:cubicBezTo>
                    <a:cubicBezTo>
                      <a:pt x="3543" y="10631"/>
                      <a:pt x="3842" y="11083"/>
                      <a:pt x="4169" y="11083"/>
                    </a:cubicBezTo>
                    <a:cubicBezTo>
                      <a:pt x="4270" y="11083"/>
                      <a:pt x="4375" y="11039"/>
                      <a:pt x="4465" y="10935"/>
                    </a:cubicBezTo>
                    <a:cubicBezTo>
                      <a:pt x="7471" y="7448"/>
                      <a:pt x="6123" y="0"/>
                      <a:pt x="7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5"/>
              <p:cNvSpPr/>
              <p:nvPr/>
            </p:nvSpPr>
            <p:spPr>
              <a:xfrm>
                <a:off x="2184900" y="1338875"/>
                <a:ext cx="187125" cy="277075"/>
              </a:xfrm>
              <a:custGeom>
                <a:avLst/>
                <a:gdLst/>
                <a:ahLst/>
                <a:cxnLst/>
                <a:rect l="l" t="t" r="r" b="b"/>
                <a:pathLst>
                  <a:path w="7485" h="11083" extrusionOk="0">
                    <a:moveTo>
                      <a:pt x="6699" y="1"/>
                    </a:moveTo>
                    <a:cubicBezTo>
                      <a:pt x="1364" y="1"/>
                      <a:pt x="0" y="7445"/>
                      <a:pt x="3020" y="10935"/>
                    </a:cubicBezTo>
                    <a:cubicBezTo>
                      <a:pt x="3110" y="11039"/>
                      <a:pt x="3215" y="11083"/>
                      <a:pt x="3316" y="11083"/>
                    </a:cubicBezTo>
                    <a:cubicBezTo>
                      <a:pt x="3643" y="11083"/>
                      <a:pt x="3942" y="10631"/>
                      <a:pt x="3651" y="10304"/>
                    </a:cubicBezTo>
                    <a:cubicBezTo>
                      <a:pt x="1102" y="7367"/>
                      <a:pt x="2204" y="894"/>
                      <a:pt x="6729" y="894"/>
                    </a:cubicBezTo>
                    <a:cubicBezTo>
                      <a:pt x="6790" y="894"/>
                      <a:pt x="6851" y="895"/>
                      <a:pt x="6913" y="898"/>
                    </a:cubicBezTo>
                    <a:cubicBezTo>
                      <a:pt x="6921" y="898"/>
                      <a:pt x="6928" y="898"/>
                      <a:pt x="6936" y="898"/>
                    </a:cubicBezTo>
                    <a:cubicBezTo>
                      <a:pt x="7485" y="898"/>
                      <a:pt x="7477" y="28"/>
                      <a:pt x="6913" y="5"/>
                    </a:cubicBezTo>
                    <a:cubicBezTo>
                      <a:pt x="6841" y="2"/>
                      <a:pt x="6770" y="1"/>
                      <a:pt x="66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5"/>
              <p:cNvSpPr/>
              <p:nvPr/>
            </p:nvSpPr>
            <p:spPr>
              <a:xfrm>
                <a:off x="2429750" y="1565500"/>
                <a:ext cx="30100" cy="153925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6157" extrusionOk="0">
                    <a:moveTo>
                      <a:pt x="1" y="1"/>
                    </a:moveTo>
                    <a:lnTo>
                      <a:pt x="1" y="6156"/>
                    </a:lnTo>
                    <a:lnTo>
                      <a:pt x="1203" y="6156"/>
                    </a:lnTo>
                    <a:lnTo>
                      <a:pt x="12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5"/>
              <p:cNvSpPr/>
              <p:nvPr/>
            </p:nvSpPr>
            <p:spPr>
              <a:xfrm>
                <a:off x="2429750" y="1694675"/>
                <a:ext cx="30100" cy="247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990" extrusionOk="0">
                    <a:moveTo>
                      <a:pt x="1" y="1"/>
                    </a:moveTo>
                    <a:lnTo>
                      <a:pt x="1" y="989"/>
                    </a:lnTo>
                    <a:lnTo>
                      <a:pt x="1203" y="989"/>
                    </a:lnTo>
                    <a:lnTo>
                      <a:pt x="12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5"/>
              <p:cNvSpPr/>
              <p:nvPr/>
            </p:nvSpPr>
            <p:spPr>
              <a:xfrm>
                <a:off x="2429750" y="1647950"/>
                <a:ext cx="30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203" y="1001"/>
                    </a:lnTo>
                    <a:lnTo>
                      <a:pt x="12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5"/>
              <p:cNvSpPr/>
              <p:nvPr/>
            </p:nvSpPr>
            <p:spPr>
              <a:xfrm>
                <a:off x="2429750" y="1601525"/>
                <a:ext cx="30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1001" extrusionOk="0">
                    <a:moveTo>
                      <a:pt x="1" y="0"/>
                    </a:moveTo>
                    <a:lnTo>
                      <a:pt x="1" y="1000"/>
                    </a:lnTo>
                    <a:lnTo>
                      <a:pt x="1203" y="1000"/>
                    </a:lnTo>
                    <a:lnTo>
                      <a:pt x="1203" y="0"/>
                    </a:lnTo>
                    <a:close/>
                  </a:path>
                </a:pathLst>
              </a:custGeom>
              <a:solidFill>
                <a:srgbClr val="CCC17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5"/>
              <p:cNvSpPr/>
              <p:nvPr/>
            </p:nvSpPr>
            <p:spPr>
              <a:xfrm>
                <a:off x="2521125" y="1563425"/>
                <a:ext cx="30400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6144" extrusionOk="0">
                    <a:moveTo>
                      <a:pt x="1" y="0"/>
                    </a:moveTo>
                    <a:lnTo>
                      <a:pt x="1" y="6144"/>
                    </a:lnTo>
                    <a:lnTo>
                      <a:pt x="1215" y="6144"/>
                    </a:lnTo>
                    <a:lnTo>
                      <a:pt x="12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5"/>
              <p:cNvSpPr/>
              <p:nvPr/>
            </p:nvSpPr>
            <p:spPr>
              <a:xfrm>
                <a:off x="2521125" y="1692300"/>
                <a:ext cx="3040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989" extrusionOk="0">
                    <a:moveTo>
                      <a:pt x="1" y="1"/>
                    </a:moveTo>
                    <a:lnTo>
                      <a:pt x="1" y="989"/>
                    </a:lnTo>
                    <a:lnTo>
                      <a:pt x="1215" y="989"/>
                    </a:lnTo>
                    <a:lnTo>
                      <a:pt x="121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35"/>
              <p:cNvSpPr/>
              <p:nvPr/>
            </p:nvSpPr>
            <p:spPr>
              <a:xfrm>
                <a:off x="2521125" y="1645875"/>
                <a:ext cx="3040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989" extrusionOk="0">
                    <a:moveTo>
                      <a:pt x="1" y="0"/>
                    </a:moveTo>
                    <a:lnTo>
                      <a:pt x="1" y="988"/>
                    </a:lnTo>
                    <a:lnTo>
                      <a:pt x="1215" y="988"/>
                    </a:lnTo>
                    <a:lnTo>
                      <a:pt x="121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35"/>
              <p:cNvSpPr/>
              <p:nvPr/>
            </p:nvSpPr>
            <p:spPr>
              <a:xfrm>
                <a:off x="2521125" y="1599425"/>
                <a:ext cx="30400" cy="247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990" extrusionOk="0">
                    <a:moveTo>
                      <a:pt x="1" y="1"/>
                    </a:moveTo>
                    <a:lnTo>
                      <a:pt x="1" y="989"/>
                    </a:lnTo>
                    <a:lnTo>
                      <a:pt x="1215" y="989"/>
                    </a:lnTo>
                    <a:lnTo>
                      <a:pt x="1215" y="1"/>
                    </a:lnTo>
                    <a:close/>
                  </a:path>
                </a:pathLst>
              </a:custGeom>
              <a:solidFill>
                <a:srgbClr val="CCC17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5"/>
              <p:cNvSpPr/>
              <p:nvPr/>
            </p:nvSpPr>
            <p:spPr>
              <a:xfrm>
                <a:off x="2416350" y="1570550"/>
                <a:ext cx="58375" cy="58375"/>
              </a:xfrm>
              <a:custGeom>
                <a:avLst/>
                <a:gdLst/>
                <a:ahLst/>
                <a:cxnLst/>
                <a:rect l="l" t="t" r="r" b="b"/>
                <a:pathLst>
                  <a:path w="2335" h="2335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8"/>
                    </a:cubicBezTo>
                    <a:cubicBezTo>
                      <a:pt x="1" y="1811"/>
                      <a:pt x="525" y="2335"/>
                      <a:pt x="1168" y="2335"/>
                    </a:cubicBezTo>
                    <a:cubicBezTo>
                      <a:pt x="1811" y="2335"/>
                      <a:pt x="2335" y="1811"/>
                      <a:pt x="2335" y="1168"/>
                    </a:cubicBezTo>
                    <a:cubicBezTo>
                      <a:pt x="2335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5"/>
              <p:cNvSpPr/>
              <p:nvPr/>
            </p:nvSpPr>
            <p:spPr>
              <a:xfrm>
                <a:off x="2507150" y="1570550"/>
                <a:ext cx="58350" cy="58375"/>
              </a:xfrm>
              <a:custGeom>
                <a:avLst/>
                <a:gdLst/>
                <a:ahLst/>
                <a:cxnLst/>
                <a:rect l="l" t="t" r="r" b="b"/>
                <a:pathLst>
                  <a:path w="2334" h="2335" extrusionOk="0">
                    <a:moveTo>
                      <a:pt x="1167" y="1"/>
                    </a:moveTo>
                    <a:cubicBezTo>
                      <a:pt x="524" y="1"/>
                      <a:pt x="0" y="525"/>
                      <a:pt x="0" y="1168"/>
                    </a:cubicBezTo>
                    <a:cubicBezTo>
                      <a:pt x="0" y="1811"/>
                      <a:pt x="524" y="2335"/>
                      <a:pt x="1167" y="2335"/>
                    </a:cubicBezTo>
                    <a:cubicBezTo>
                      <a:pt x="1810" y="2335"/>
                      <a:pt x="2334" y="1811"/>
                      <a:pt x="2334" y="1168"/>
                    </a:cubicBezTo>
                    <a:cubicBezTo>
                      <a:pt x="2334" y="525"/>
                      <a:pt x="1810" y="1"/>
                      <a:pt x="11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5"/>
              <p:cNvSpPr/>
              <p:nvPr/>
            </p:nvSpPr>
            <p:spPr>
              <a:xfrm>
                <a:off x="2366350" y="1533950"/>
                <a:ext cx="2482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9931" h="3287" extrusionOk="0">
                    <a:moveTo>
                      <a:pt x="4966" y="0"/>
                    </a:moveTo>
                    <a:cubicBezTo>
                      <a:pt x="2227" y="0"/>
                      <a:pt x="1" y="667"/>
                      <a:pt x="1" y="1477"/>
                    </a:cubicBezTo>
                    <a:cubicBezTo>
                      <a:pt x="1" y="2286"/>
                      <a:pt x="2227" y="3287"/>
                      <a:pt x="4966" y="3287"/>
                    </a:cubicBezTo>
                    <a:cubicBezTo>
                      <a:pt x="7704" y="3287"/>
                      <a:pt x="9931" y="2286"/>
                      <a:pt x="9931" y="1477"/>
                    </a:cubicBezTo>
                    <a:cubicBezTo>
                      <a:pt x="9931" y="667"/>
                      <a:pt x="7704" y="0"/>
                      <a:pt x="49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5"/>
              <p:cNvSpPr/>
              <p:nvPr/>
            </p:nvSpPr>
            <p:spPr>
              <a:xfrm>
                <a:off x="2368150" y="1510725"/>
                <a:ext cx="2482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9930" h="3287" extrusionOk="0">
                    <a:moveTo>
                      <a:pt x="4965" y="1"/>
                    </a:moveTo>
                    <a:cubicBezTo>
                      <a:pt x="2215" y="1"/>
                      <a:pt x="0" y="656"/>
                      <a:pt x="0" y="1477"/>
                    </a:cubicBezTo>
                    <a:cubicBezTo>
                      <a:pt x="0" y="2287"/>
                      <a:pt x="2215" y="3287"/>
                      <a:pt x="4965" y="3287"/>
                    </a:cubicBezTo>
                    <a:cubicBezTo>
                      <a:pt x="7703" y="3287"/>
                      <a:pt x="9930" y="2287"/>
                      <a:pt x="9930" y="1477"/>
                    </a:cubicBezTo>
                    <a:cubicBezTo>
                      <a:pt x="9930" y="656"/>
                      <a:pt x="7703" y="1"/>
                      <a:pt x="4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5"/>
              <p:cNvSpPr/>
              <p:nvPr/>
            </p:nvSpPr>
            <p:spPr>
              <a:xfrm>
                <a:off x="2481850" y="1080325"/>
                <a:ext cx="20850" cy="940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3763" extrusionOk="0">
                    <a:moveTo>
                      <a:pt x="0" y="0"/>
                    </a:moveTo>
                    <a:lnTo>
                      <a:pt x="0" y="3763"/>
                    </a:lnTo>
                    <a:lnTo>
                      <a:pt x="834" y="3763"/>
                    </a:ln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5"/>
              <p:cNvSpPr/>
              <p:nvPr/>
            </p:nvSpPr>
            <p:spPr>
              <a:xfrm>
                <a:off x="2269025" y="1351475"/>
                <a:ext cx="446500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930" extrusionOk="0">
                    <a:moveTo>
                      <a:pt x="0" y="1"/>
                    </a:moveTo>
                    <a:cubicBezTo>
                      <a:pt x="12" y="311"/>
                      <a:pt x="48" y="620"/>
                      <a:pt x="96" y="930"/>
                    </a:cubicBezTo>
                    <a:lnTo>
                      <a:pt x="17753" y="930"/>
                    </a:lnTo>
                    <a:cubicBezTo>
                      <a:pt x="17800" y="620"/>
                      <a:pt x="17836" y="311"/>
                      <a:pt x="178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5"/>
              <p:cNvSpPr/>
              <p:nvPr/>
            </p:nvSpPr>
            <p:spPr>
              <a:xfrm>
                <a:off x="2271700" y="1374700"/>
                <a:ext cx="441150" cy="187850"/>
              </a:xfrm>
              <a:custGeom>
                <a:avLst/>
                <a:gdLst/>
                <a:ahLst/>
                <a:cxnLst/>
                <a:rect l="l" t="t" r="r" b="b"/>
                <a:pathLst>
                  <a:path w="17646" h="7514" extrusionOk="0">
                    <a:moveTo>
                      <a:pt x="1" y="1"/>
                    </a:moveTo>
                    <a:cubicBezTo>
                      <a:pt x="679" y="4263"/>
                      <a:pt x="4370" y="7513"/>
                      <a:pt x="8823" y="7513"/>
                    </a:cubicBezTo>
                    <a:cubicBezTo>
                      <a:pt x="13276" y="7513"/>
                      <a:pt x="16967" y="4263"/>
                      <a:pt x="17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35"/>
              <p:cNvSpPr/>
              <p:nvPr/>
            </p:nvSpPr>
            <p:spPr>
              <a:xfrm>
                <a:off x="2311300" y="1115450"/>
                <a:ext cx="361675" cy="92300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3692" extrusionOk="0">
                    <a:moveTo>
                      <a:pt x="7239" y="0"/>
                    </a:moveTo>
                    <a:cubicBezTo>
                      <a:pt x="4262" y="0"/>
                      <a:pt x="1631" y="1465"/>
                      <a:pt x="0" y="3691"/>
                    </a:cubicBezTo>
                    <a:lnTo>
                      <a:pt x="14466" y="3691"/>
                    </a:lnTo>
                    <a:cubicBezTo>
                      <a:pt x="12847" y="1465"/>
                      <a:pt x="10216" y="0"/>
                      <a:pt x="7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35"/>
              <p:cNvSpPr/>
              <p:nvPr/>
            </p:nvSpPr>
            <p:spPr>
              <a:xfrm>
                <a:off x="2296700" y="1207725"/>
                <a:ext cx="391150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929" extrusionOk="0">
                    <a:moveTo>
                      <a:pt x="584" y="0"/>
                    </a:moveTo>
                    <a:cubicBezTo>
                      <a:pt x="370" y="298"/>
                      <a:pt x="179" y="607"/>
                      <a:pt x="1" y="929"/>
                    </a:cubicBezTo>
                    <a:lnTo>
                      <a:pt x="15645" y="929"/>
                    </a:lnTo>
                    <a:cubicBezTo>
                      <a:pt x="15467" y="607"/>
                      <a:pt x="15276" y="298"/>
                      <a:pt x="150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5"/>
              <p:cNvSpPr/>
              <p:nvPr/>
            </p:nvSpPr>
            <p:spPr>
              <a:xfrm>
                <a:off x="2258600" y="1229450"/>
                <a:ext cx="467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18682" h="5037" extrusionOk="0">
                    <a:moveTo>
                      <a:pt x="1167" y="0"/>
                    </a:moveTo>
                    <a:cubicBezTo>
                      <a:pt x="429" y="1334"/>
                      <a:pt x="1" y="2882"/>
                      <a:pt x="1" y="4513"/>
                    </a:cubicBezTo>
                    <a:cubicBezTo>
                      <a:pt x="1" y="4691"/>
                      <a:pt x="13" y="4858"/>
                      <a:pt x="24" y="5037"/>
                    </a:cubicBezTo>
                    <a:lnTo>
                      <a:pt x="18670" y="5037"/>
                    </a:lnTo>
                    <a:cubicBezTo>
                      <a:pt x="18682" y="4858"/>
                      <a:pt x="18682" y="4691"/>
                      <a:pt x="18682" y="4513"/>
                    </a:cubicBezTo>
                    <a:cubicBezTo>
                      <a:pt x="18682" y="2882"/>
                      <a:pt x="18265" y="1334"/>
                      <a:pt x="175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5"/>
              <p:cNvSpPr/>
              <p:nvPr/>
            </p:nvSpPr>
            <p:spPr>
              <a:xfrm>
                <a:off x="2459225" y="1025550"/>
                <a:ext cx="66100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644" extrusionOk="0">
                    <a:moveTo>
                      <a:pt x="1322" y="608"/>
                    </a:moveTo>
                    <a:cubicBezTo>
                      <a:pt x="1715" y="608"/>
                      <a:pt x="2036" y="929"/>
                      <a:pt x="2036" y="1322"/>
                    </a:cubicBezTo>
                    <a:cubicBezTo>
                      <a:pt x="2036" y="1715"/>
                      <a:pt x="1715" y="2037"/>
                      <a:pt x="1322" y="2037"/>
                    </a:cubicBezTo>
                    <a:cubicBezTo>
                      <a:pt x="929" y="2037"/>
                      <a:pt x="608" y="1715"/>
                      <a:pt x="608" y="1322"/>
                    </a:cubicBezTo>
                    <a:cubicBezTo>
                      <a:pt x="608" y="929"/>
                      <a:pt x="929" y="608"/>
                      <a:pt x="1322" y="608"/>
                    </a:cubicBezTo>
                    <a:close/>
                    <a:moveTo>
                      <a:pt x="1322" y="1"/>
                    </a:moveTo>
                    <a:cubicBezTo>
                      <a:pt x="596" y="1"/>
                      <a:pt x="0" y="596"/>
                      <a:pt x="0" y="1322"/>
                    </a:cubicBezTo>
                    <a:cubicBezTo>
                      <a:pt x="0" y="2049"/>
                      <a:pt x="596" y="2644"/>
                      <a:pt x="1322" y="2644"/>
                    </a:cubicBezTo>
                    <a:cubicBezTo>
                      <a:pt x="2048" y="2644"/>
                      <a:pt x="2644" y="2049"/>
                      <a:pt x="2644" y="1322"/>
                    </a:cubicBezTo>
                    <a:cubicBezTo>
                      <a:pt x="2644" y="596"/>
                      <a:pt x="2048" y="1"/>
                      <a:pt x="13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5"/>
              <p:cNvSpPr/>
              <p:nvPr/>
            </p:nvSpPr>
            <p:spPr>
              <a:xfrm>
                <a:off x="2578575" y="1286600"/>
                <a:ext cx="44375" cy="6877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2751" extrusionOk="0">
                    <a:moveTo>
                      <a:pt x="1656" y="0"/>
                    </a:moveTo>
                    <a:lnTo>
                      <a:pt x="1" y="2751"/>
                    </a:lnTo>
                    <a:lnTo>
                      <a:pt x="1775" y="2751"/>
                    </a:lnTo>
                    <a:lnTo>
                      <a:pt x="1775" y="631"/>
                    </a:lnTo>
                    <a:cubicBezTo>
                      <a:pt x="1775" y="417"/>
                      <a:pt x="1739" y="203"/>
                      <a:pt x="16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5"/>
              <p:cNvSpPr/>
              <p:nvPr/>
            </p:nvSpPr>
            <p:spPr>
              <a:xfrm>
                <a:off x="2479175" y="1259225"/>
                <a:ext cx="99425" cy="96150"/>
              </a:xfrm>
              <a:custGeom>
                <a:avLst/>
                <a:gdLst/>
                <a:ahLst/>
                <a:cxnLst/>
                <a:rect l="l" t="t" r="r" b="b"/>
                <a:pathLst>
                  <a:path w="3977" h="3846" extrusionOk="0">
                    <a:moveTo>
                      <a:pt x="2322" y="0"/>
                    </a:moveTo>
                    <a:lnTo>
                      <a:pt x="0" y="3846"/>
                    </a:lnTo>
                    <a:lnTo>
                      <a:pt x="1655" y="3846"/>
                    </a:lnTo>
                    <a:lnTo>
                      <a:pt x="39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5"/>
              <p:cNvSpPr/>
              <p:nvPr/>
            </p:nvSpPr>
            <p:spPr>
              <a:xfrm>
                <a:off x="2361300" y="1259225"/>
                <a:ext cx="175925" cy="96150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3846" extrusionOk="0">
                    <a:moveTo>
                      <a:pt x="1739" y="0"/>
                    </a:moveTo>
                    <a:cubicBezTo>
                      <a:pt x="786" y="0"/>
                      <a:pt x="0" y="774"/>
                      <a:pt x="0" y="1726"/>
                    </a:cubicBezTo>
                    <a:lnTo>
                      <a:pt x="0" y="3846"/>
                    </a:lnTo>
                    <a:lnTo>
                      <a:pt x="4715" y="3846"/>
                    </a:lnTo>
                    <a:lnTo>
                      <a:pt x="70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5"/>
              <p:cNvSpPr/>
              <p:nvPr/>
            </p:nvSpPr>
            <p:spPr>
              <a:xfrm>
                <a:off x="2561925" y="1273200"/>
                <a:ext cx="580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2322" h="3287" extrusionOk="0">
                    <a:moveTo>
                      <a:pt x="1977" y="1"/>
                    </a:moveTo>
                    <a:lnTo>
                      <a:pt x="0" y="3287"/>
                    </a:lnTo>
                    <a:lnTo>
                      <a:pt x="667" y="3287"/>
                    </a:lnTo>
                    <a:lnTo>
                      <a:pt x="2322" y="536"/>
                    </a:lnTo>
                    <a:cubicBezTo>
                      <a:pt x="2238" y="334"/>
                      <a:pt x="2131" y="155"/>
                      <a:pt x="19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5"/>
              <p:cNvSpPr/>
              <p:nvPr/>
            </p:nvSpPr>
            <p:spPr>
              <a:xfrm>
                <a:off x="2520550" y="1259225"/>
                <a:ext cx="90800" cy="96150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846" extrusionOk="0">
                    <a:moveTo>
                      <a:pt x="2322" y="0"/>
                    </a:moveTo>
                    <a:lnTo>
                      <a:pt x="0" y="3846"/>
                    </a:lnTo>
                    <a:lnTo>
                      <a:pt x="1655" y="3846"/>
                    </a:lnTo>
                    <a:lnTo>
                      <a:pt x="3632" y="560"/>
                    </a:lnTo>
                    <a:cubicBezTo>
                      <a:pt x="3322" y="214"/>
                      <a:pt x="2870" y="0"/>
                      <a:pt x="23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5"/>
              <p:cNvSpPr/>
              <p:nvPr/>
            </p:nvSpPr>
            <p:spPr>
              <a:xfrm>
                <a:off x="2348500" y="14098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03" y="1"/>
                    </a:moveTo>
                    <a:cubicBezTo>
                      <a:pt x="310" y="1"/>
                      <a:pt x="0" y="310"/>
                      <a:pt x="0" y="691"/>
                    </a:cubicBezTo>
                    <a:cubicBezTo>
                      <a:pt x="0" y="1072"/>
                      <a:pt x="310" y="1382"/>
                      <a:pt x="703" y="1382"/>
                    </a:cubicBezTo>
                    <a:cubicBezTo>
                      <a:pt x="1084" y="1382"/>
                      <a:pt x="1393" y="1072"/>
                      <a:pt x="1393" y="691"/>
                    </a:cubicBezTo>
                    <a:cubicBezTo>
                      <a:pt x="1393" y="310"/>
                      <a:pt x="1084" y="1"/>
                      <a:pt x="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5"/>
              <p:cNvSpPr/>
              <p:nvPr/>
            </p:nvSpPr>
            <p:spPr>
              <a:xfrm>
                <a:off x="2399100" y="14098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1"/>
                    </a:moveTo>
                    <a:cubicBezTo>
                      <a:pt x="310" y="1"/>
                      <a:pt x="0" y="310"/>
                      <a:pt x="0" y="691"/>
                    </a:cubicBezTo>
                    <a:cubicBezTo>
                      <a:pt x="0" y="1072"/>
                      <a:pt x="310" y="1382"/>
                      <a:pt x="691" y="1382"/>
                    </a:cubicBezTo>
                    <a:cubicBezTo>
                      <a:pt x="1072" y="1382"/>
                      <a:pt x="1382" y="1072"/>
                      <a:pt x="1382" y="691"/>
                    </a:cubicBezTo>
                    <a:cubicBezTo>
                      <a:pt x="1382" y="310"/>
                      <a:pt x="1072" y="1"/>
                      <a:pt x="6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35"/>
              <p:cNvSpPr/>
              <p:nvPr/>
            </p:nvSpPr>
            <p:spPr>
              <a:xfrm>
                <a:off x="2449700" y="14098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1"/>
                    </a:moveTo>
                    <a:cubicBezTo>
                      <a:pt x="310" y="1"/>
                      <a:pt x="0" y="310"/>
                      <a:pt x="0" y="691"/>
                    </a:cubicBezTo>
                    <a:cubicBezTo>
                      <a:pt x="0" y="1072"/>
                      <a:pt x="310" y="1382"/>
                      <a:pt x="691" y="1382"/>
                    </a:cubicBezTo>
                    <a:cubicBezTo>
                      <a:pt x="1072" y="1382"/>
                      <a:pt x="1382" y="1072"/>
                      <a:pt x="1382" y="691"/>
                    </a:cubicBezTo>
                    <a:cubicBezTo>
                      <a:pt x="1382" y="310"/>
                      <a:pt x="1072" y="1"/>
                      <a:pt x="6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5"/>
              <p:cNvSpPr/>
              <p:nvPr/>
            </p:nvSpPr>
            <p:spPr>
              <a:xfrm>
                <a:off x="2500300" y="14098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1"/>
                    </a:moveTo>
                    <a:cubicBezTo>
                      <a:pt x="310" y="1"/>
                      <a:pt x="1" y="310"/>
                      <a:pt x="1" y="691"/>
                    </a:cubicBezTo>
                    <a:cubicBezTo>
                      <a:pt x="1" y="1072"/>
                      <a:pt x="310" y="1382"/>
                      <a:pt x="691" y="1382"/>
                    </a:cubicBezTo>
                    <a:cubicBezTo>
                      <a:pt x="1072" y="1382"/>
                      <a:pt x="1382" y="1072"/>
                      <a:pt x="1382" y="691"/>
                    </a:cubicBezTo>
                    <a:cubicBezTo>
                      <a:pt x="1382" y="310"/>
                      <a:pt x="1072" y="1"/>
                      <a:pt x="6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35"/>
              <p:cNvSpPr/>
              <p:nvPr/>
            </p:nvSpPr>
            <p:spPr>
              <a:xfrm>
                <a:off x="2550600" y="14098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691" y="1"/>
                    </a:moveTo>
                    <a:cubicBezTo>
                      <a:pt x="310" y="1"/>
                      <a:pt x="1" y="310"/>
                      <a:pt x="1" y="691"/>
                    </a:cubicBezTo>
                    <a:cubicBezTo>
                      <a:pt x="1" y="1072"/>
                      <a:pt x="310" y="1382"/>
                      <a:pt x="691" y="1382"/>
                    </a:cubicBezTo>
                    <a:cubicBezTo>
                      <a:pt x="1084" y="1382"/>
                      <a:pt x="1394" y="1072"/>
                      <a:pt x="1394" y="691"/>
                    </a:cubicBezTo>
                    <a:cubicBezTo>
                      <a:pt x="1394" y="310"/>
                      <a:pt x="1084" y="1"/>
                      <a:pt x="6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5"/>
              <p:cNvSpPr/>
              <p:nvPr/>
            </p:nvSpPr>
            <p:spPr>
              <a:xfrm>
                <a:off x="2601200" y="14098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1"/>
                    </a:moveTo>
                    <a:cubicBezTo>
                      <a:pt x="310" y="1"/>
                      <a:pt x="1" y="310"/>
                      <a:pt x="1" y="691"/>
                    </a:cubicBezTo>
                    <a:cubicBezTo>
                      <a:pt x="1" y="1072"/>
                      <a:pt x="310" y="1382"/>
                      <a:pt x="691" y="1382"/>
                    </a:cubicBezTo>
                    <a:cubicBezTo>
                      <a:pt x="1072" y="1382"/>
                      <a:pt x="1382" y="1072"/>
                      <a:pt x="1382" y="691"/>
                    </a:cubicBezTo>
                    <a:cubicBezTo>
                      <a:pt x="1382" y="310"/>
                      <a:pt x="1072" y="1"/>
                      <a:pt x="6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5"/>
              <p:cNvSpPr/>
              <p:nvPr/>
            </p:nvSpPr>
            <p:spPr>
              <a:xfrm>
                <a:off x="2392850" y="1468775"/>
                <a:ext cx="198850" cy="11325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53" extrusionOk="0">
                    <a:moveTo>
                      <a:pt x="0" y="0"/>
                    </a:moveTo>
                    <a:lnTo>
                      <a:pt x="0" y="452"/>
                    </a:lnTo>
                    <a:lnTo>
                      <a:pt x="7954" y="452"/>
                    </a:lnTo>
                    <a:lnTo>
                      <a:pt x="79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5"/>
              <p:cNvSpPr/>
              <p:nvPr/>
            </p:nvSpPr>
            <p:spPr>
              <a:xfrm>
                <a:off x="2392850" y="1494950"/>
                <a:ext cx="1988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54" extrusionOk="0">
                    <a:moveTo>
                      <a:pt x="0" y="1"/>
                    </a:moveTo>
                    <a:lnTo>
                      <a:pt x="0" y="453"/>
                    </a:lnTo>
                    <a:lnTo>
                      <a:pt x="7954" y="453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35"/>
              <p:cNvSpPr/>
              <p:nvPr/>
            </p:nvSpPr>
            <p:spPr>
              <a:xfrm>
                <a:off x="2386300" y="1699450"/>
                <a:ext cx="117000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2334" extrusionOk="0">
                    <a:moveTo>
                      <a:pt x="2334" y="0"/>
                    </a:moveTo>
                    <a:cubicBezTo>
                      <a:pt x="1048" y="0"/>
                      <a:pt x="0" y="1048"/>
                      <a:pt x="0" y="2334"/>
                    </a:cubicBezTo>
                    <a:lnTo>
                      <a:pt x="4680" y="2334"/>
                    </a:lnTo>
                    <a:cubicBezTo>
                      <a:pt x="4680" y="1048"/>
                      <a:pt x="3632" y="0"/>
                      <a:pt x="23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5"/>
              <p:cNvSpPr/>
              <p:nvPr/>
            </p:nvSpPr>
            <p:spPr>
              <a:xfrm>
                <a:off x="2478575" y="1699450"/>
                <a:ext cx="117000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2334" extrusionOk="0">
                    <a:moveTo>
                      <a:pt x="2346" y="0"/>
                    </a:moveTo>
                    <a:cubicBezTo>
                      <a:pt x="1048" y="0"/>
                      <a:pt x="0" y="1048"/>
                      <a:pt x="0" y="2334"/>
                    </a:cubicBezTo>
                    <a:lnTo>
                      <a:pt x="4680" y="2334"/>
                    </a:lnTo>
                    <a:cubicBezTo>
                      <a:pt x="4680" y="1048"/>
                      <a:pt x="3632" y="0"/>
                      <a:pt x="234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5"/>
              <p:cNvSpPr/>
              <p:nvPr/>
            </p:nvSpPr>
            <p:spPr>
              <a:xfrm>
                <a:off x="2232100" y="1575025"/>
                <a:ext cx="7385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2942" extrusionOk="0">
                    <a:moveTo>
                      <a:pt x="2120" y="1"/>
                    </a:moveTo>
                    <a:lnTo>
                      <a:pt x="1" y="2108"/>
                    </a:lnTo>
                    <a:lnTo>
                      <a:pt x="834" y="2941"/>
                    </a:lnTo>
                    <a:lnTo>
                      <a:pt x="2954" y="834"/>
                    </a:lnTo>
                    <a:lnTo>
                      <a:pt x="21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35"/>
              <p:cNvSpPr/>
              <p:nvPr/>
            </p:nvSpPr>
            <p:spPr>
              <a:xfrm>
                <a:off x="2670850" y="1575025"/>
                <a:ext cx="7355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942" extrusionOk="0">
                    <a:moveTo>
                      <a:pt x="834" y="1"/>
                    </a:moveTo>
                    <a:lnTo>
                      <a:pt x="1" y="834"/>
                    </a:lnTo>
                    <a:lnTo>
                      <a:pt x="2108" y="2941"/>
                    </a:lnTo>
                    <a:lnTo>
                      <a:pt x="2942" y="2108"/>
                    </a:lnTo>
                    <a:lnTo>
                      <a:pt x="83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1" name="Google Shape;1021;p35"/>
          <p:cNvGrpSpPr/>
          <p:nvPr/>
        </p:nvGrpSpPr>
        <p:grpSpPr>
          <a:xfrm rot="-463991">
            <a:off x="104197" y="-565633"/>
            <a:ext cx="1747157" cy="2313435"/>
            <a:chOff x="3079550" y="2361275"/>
            <a:chExt cx="565275" cy="750425"/>
          </a:xfrm>
        </p:grpSpPr>
        <p:sp>
          <p:nvSpPr>
            <p:cNvPr id="1022" name="Google Shape;1022;p35"/>
            <p:cNvSpPr/>
            <p:nvPr/>
          </p:nvSpPr>
          <p:spPr>
            <a:xfrm>
              <a:off x="3079550" y="2361288"/>
              <a:ext cx="565275" cy="750400"/>
            </a:xfrm>
            <a:custGeom>
              <a:avLst/>
              <a:gdLst/>
              <a:ahLst/>
              <a:cxnLst/>
              <a:rect l="l" t="t" r="r" b="b"/>
              <a:pathLst>
                <a:path w="22611" h="30016" extrusionOk="0">
                  <a:moveTo>
                    <a:pt x="11061" y="0"/>
                  </a:moveTo>
                  <a:cubicBezTo>
                    <a:pt x="10692" y="0"/>
                    <a:pt x="10382" y="298"/>
                    <a:pt x="10382" y="679"/>
                  </a:cubicBezTo>
                  <a:cubicBezTo>
                    <a:pt x="10382" y="964"/>
                    <a:pt x="10573" y="1214"/>
                    <a:pt x="10835" y="1310"/>
                  </a:cubicBezTo>
                  <a:lnTo>
                    <a:pt x="10835" y="2917"/>
                  </a:lnTo>
                  <a:lnTo>
                    <a:pt x="9108" y="2917"/>
                  </a:lnTo>
                  <a:lnTo>
                    <a:pt x="9108" y="4596"/>
                  </a:lnTo>
                  <a:lnTo>
                    <a:pt x="7299" y="4596"/>
                  </a:lnTo>
                  <a:lnTo>
                    <a:pt x="7299" y="5417"/>
                  </a:lnTo>
                  <a:lnTo>
                    <a:pt x="6001" y="5417"/>
                  </a:lnTo>
                  <a:lnTo>
                    <a:pt x="6001" y="12823"/>
                  </a:lnTo>
                  <a:lnTo>
                    <a:pt x="4834" y="12823"/>
                  </a:lnTo>
                  <a:lnTo>
                    <a:pt x="4834" y="14859"/>
                  </a:lnTo>
                  <a:lnTo>
                    <a:pt x="4834" y="14907"/>
                  </a:lnTo>
                  <a:lnTo>
                    <a:pt x="4834" y="16883"/>
                  </a:lnTo>
                  <a:lnTo>
                    <a:pt x="4834" y="16943"/>
                  </a:lnTo>
                  <a:lnTo>
                    <a:pt x="4834" y="18919"/>
                  </a:lnTo>
                  <a:lnTo>
                    <a:pt x="4834" y="18979"/>
                  </a:lnTo>
                  <a:lnTo>
                    <a:pt x="4834" y="19705"/>
                  </a:lnTo>
                  <a:cubicBezTo>
                    <a:pt x="2798" y="21515"/>
                    <a:pt x="1512" y="24158"/>
                    <a:pt x="1512" y="27099"/>
                  </a:cubicBezTo>
                  <a:lnTo>
                    <a:pt x="1512" y="28087"/>
                  </a:lnTo>
                  <a:lnTo>
                    <a:pt x="0" y="28087"/>
                  </a:lnTo>
                  <a:lnTo>
                    <a:pt x="0" y="30016"/>
                  </a:lnTo>
                  <a:lnTo>
                    <a:pt x="4012" y="30016"/>
                  </a:lnTo>
                  <a:lnTo>
                    <a:pt x="4012" y="28087"/>
                  </a:lnTo>
                  <a:lnTo>
                    <a:pt x="2477" y="28087"/>
                  </a:lnTo>
                  <a:lnTo>
                    <a:pt x="2477" y="27099"/>
                  </a:lnTo>
                  <a:cubicBezTo>
                    <a:pt x="2477" y="24765"/>
                    <a:pt x="3370" y="22646"/>
                    <a:pt x="4834" y="21050"/>
                  </a:cubicBezTo>
                  <a:lnTo>
                    <a:pt x="4834" y="22991"/>
                  </a:lnTo>
                  <a:lnTo>
                    <a:pt x="4834" y="23039"/>
                  </a:lnTo>
                  <a:lnTo>
                    <a:pt x="4834" y="25075"/>
                  </a:lnTo>
                  <a:lnTo>
                    <a:pt x="6560" y="25075"/>
                  </a:lnTo>
                  <a:cubicBezTo>
                    <a:pt x="6549" y="25217"/>
                    <a:pt x="6549" y="25360"/>
                    <a:pt x="6549" y="25491"/>
                  </a:cubicBezTo>
                  <a:cubicBezTo>
                    <a:pt x="6549" y="27992"/>
                    <a:pt x="8573" y="30016"/>
                    <a:pt x="11061" y="30016"/>
                  </a:cubicBezTo>
                  <a:cubicBezTo>
                    <a:pt x="13561" y="30016"/>
                    <a:pt x="15585" y="27992"/>
                    <a:pt x="15585" y="25491"/>
                  </a:cubicBezTo>
                  <a:cubicBezTo>
                    <a:pt x="15585" y="25360"/>
                    <a:pt x="15573" y="25217"/>
                    <a:pt x="15562" y="25075"/>
                  </a:cubicBezTo>
                  <a:lnTo>
                    <a:pt x="17264" y="25075"/>
                  </a:lnTo>
                  <a:lnTo>
                    <a:pt x="17264" y="23039"/>
                  </a:lnTo>
                  <a:lnTo>
                    <a:pt x="17264" y="22991"/>
                  </a:lnTo>
                  <a:lnTo>
                    <a:pt x="17264" y="21015"/>
                  </a:lnTo>
                  <a:lnTo>
                    <a:pt x="17264" y="20955"/>
                  </a:lnTo>
                  <a:lnTo>
                    <a:pt x="17264" y="20562"/>
                  </a:lnTo>
                  <a:cubicBezTo>
                    <a:pt x="19014" y="22181"/>
                    <a:pt x="20122" y="24515"/>
                    <a:pt x="20122" y="27099"/>
                  </a:cubicBezTo>
                  <a:lnTo>
                    <a:pt x="20122" y="28087"/>
                  </a:lnTo>
                  <a:lnTo>
                    <a:pt x="18598" y="28087"/>
                  </a:lnTo>
                  <a:lnTo>
                    <a:pt x="18598" y="30016"/>
                  </a:lnTo>
                  <a:lnTo>
                    <a:pt x="22610" y="30016"/>
                  </a:lnTo>
                  <a:lnTo>
                    <a:pt x="22610" y="28087"/>
                  </a:lnTo>
                  <a:lnTo>
                    <a:pt x="21086" y="28087"/>
                  </a:lnTo>
                  <a:lnTo>
                    <a:pt x="21086" y="27099"/>
                  </a:lnTo>
                  <a:cubicBezTo>
                    <a:pt x="21086" y="23920"/>
                    <a:pt x="19586" y="21098"/>
                    <a:pt x="17264" y="19300"/>
                  </a:cubicBezTo>
                  <a:lnTo>
                    <a:pt x="17264" y="18979"/>
                  </a:lnTo>
                  <a:lnTo>
                    <a:pt x="17264" y="18919"/>
                  </a:lnTo>
                  <a:lnTo>
                    <a:pt x="17264" y="16943"/>
                  </a:lnTo>
                  <a:lnTo>
                    <a:pt x="17264" y="16883"/>
                  </a:lnTo>
                  <a:lnTo>
                    <a:pt x="17264" y="14907"/>
                  </a:lnTo>
                  <a:lnTo>
                    <a:pt x="17264" y="14859"/>
                  </a:lnTo>
                  <a:lnTo>
                    <a:pt x="17264" y="12823"/>
                  </a:lnTo>
                  <a:lnTo>
                    <a:pt x="16121" y="12823"/>
                  </a:lnTo>
                  <a:lnTo>
                    <a:pt x="16121" y="5417"/>
                  </a:lnTo>
                  <a:lnTo>
                    <a:pt x="14823" y="5417"/>
                  </a:lnTo>
                  <a:lnTo>
                    <a:pt x="14823" y="4596"/>
                  </a:lnTo>
                  <a:lnTo>
                    <a:pt x="13014" y="4596"/>
                  </a:lnTo>
                  <a:lnTo>
                    <a:pt x="13014" y="2917"/>
                  </a:lnTo>
                  <a:lnTo>
                    <a:pt x="11287" y="2917"/>
                  </a:lnTo>
                  <a:lnTo>
                    <a:pt x="11287" y="1310"/>
                  </a:lnTo>
                  <a:cubicBezTo>
                    <a:pt x="11549" y="1214"/>
                    <a:pt x="11740" y="964"/>
                    <a:pt x="11740" y="679"/>
                  </a:cubicBezTo>
                  <a:cubicBezTo>
                    <a:pt x="11740" y="310"/>
                    <a:pt x="11430" y="0"/>
                    <a:pt x="11061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3" name="Google Shape;1023;p35"/>
            <p:cNvGrpSpPr/>
            <p:nvPr/>
          </p:nvGrpSpPr>
          <p:grpSpPr>
            <a:xfrm>
              <a:off x="3079550" y="2361275"/>
              <a:ext cx="565275" cy="750425"/>
              <a:chOff x="3079550" y="1008875"/>
              <a:chExt cx="565275" cy="750425"/>
            </a:xfrm>
          </p:grpSpPr>
          <p:sp>
            <p:nvSpPr>
              <p:cNvPr id="1024" name="Google Shape;1024;p35"/>
              <p:cNvSpPr/>
              <p:nvPr/>
            </p:nvSpPr>
            <p:spPr>
              <a:xfrm>
                <a:off x="3350400" y="1025850"/>
                <a:ext cx="11350" cy="8725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3490" extrusionOk="0">
                    <a:moveTo>
                      <a:pt x="1" y="1"/>
                    </a:moveTo>
                    <a:lnTo>
                      <a:pt x="1" y="3489"/>
                    </a:lnTo>
                    <a:lnTo>
                      <a:pt x="453" y="3489"/>
                    </a:lnTo>
                    <a:lnTo>
                      <a:pt x="4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35"/>
              <p:cNvSpPr/>
              <p:nvPr/>
            </p:nvSpPr>
            <p:spPr>
              <a:xfrm>
                <a:off x="3339100" y="1008875"/>
                <a:ext cx="33950" cy="33975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1359" extrusionOk="0">
                    <a:moveTo>
                      <a:pt x="679" y="1"/>
                    </a:moveTo>
                    <a:cubicBezTo>
                      <a:pt x="298" y="1"/>
                      <a:pt x="0" y="310"/>
                      <a:pt x="0" y="680"/>
                    </a:cubicBezTo>
                    <a:cubicBezTo>
                      <a:pt x="0" y="1061"/>
                      <a:pt x="310" y="1358"/>
                      <a:pt x="679" y="1358"/>
                    </a:cubicBezTo>
                    <a:cubicBezTo>
                      <a:pt x="1048" y="1358"/>
                      <a:pt x="1358" y="1049"/>
                      <a:pt x="1358" y="680"/>
                    </a:cubicBezTo>
                    <a:cubicBezTo>
                      <a:pt x="1358" y="310"/>
                      <a:pt x="1048" y="1"/>
                      <a:pt x="67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35"/>
              <p:cNvSpPr/>
              <p:nvPr/>
            </p:nvSpPr>
            <p:spPr>
              <a:xfrm>
                <a:off x="3229550" y="1144325"/>
                <a:ext cx="253050" cy="347375"/>
              </a:xfrm>
              <a:custGeom>
                <a:avLst/>
                <a:gdLst/>
                <a:ahLst/>
                <a:cxnLst/>
                <a:rect l="l" t="t" r="r" b="b"/>
                <a:pathLst>
                  <a:path w="10122" h="13895" extrusionOk="0">
                    <a:moveTo>
                      <a:pt x="1" y="0"/>
                    </a:moveTo>
                    <a:lnTo>
                      <a:pt x="1" y="8835"/>
                    </a:lnTo>
                    <a:cubicBezTo>
                      <a:pt x="1" y="11633"/>
                      <a:pt x="2263" y="13895"/>
                      <a:pt x="5061" y="13895"/>
                    </a:cubicBezTo>
                    <a:cubicBezTo>
                      <a:pt x="7859" y="13895"/>
                      <a:pt x="10121" y="11633"/>
                      <a:pt x="10121" y="8835"/>
                    </a:cubicBezTo>
                    <a:lnTo>
                      <a:pt x="1012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35"/>
              <p:cNvSpPr/>
              <p:nvPr/>
            </p:nvSpPr>
            <p:spPr>
              <a:xfrm>
                <a:off x="3242950" y="1533350"/>
                <a:ext cx="226250" cy="225950"/>
              </a:xfrm>
              <a:custGeom>
                <a:avLst/>
                <a:gdLst/>
                <a:ahLst/>
                <a:cxnLst/>
                <a:rect l="l" t="t" r="r" b="b"/>
                <a:pathLst>
                  <a:path w="9050" h="9038" extrusionOk="0">
                    <a:moveTo>
                      <a:pt x="4525" y="1"/>
                    </a:moveTo>
                    <a:cubicBezTo>
                      <a:pt x="2025" y="1"/>
                      <a:pt x="1" y="2025"/>
                      <a:pt x="1" y="4513"/>
                    </a:cubicBezTo>
                    <a:cubicBezTo>
                      <a:pt x="1" y="7013"/>
                      <a:pt x="2037" y="9037"/>
                      <a:pt x="4525" y="9037"/>
                    </a:cubicBezTo>
                    <a:cubicBezTo>
                      <a:pt x="7025" y="9037"/>
                      <a:pt x="9049" y="7013"/>
                      <a:pt x="9049" y="4513"/>
                    </a:cubicBezTo>
                    <a:cubicBezTo>
                      <a:pt x="9049" y="2025"/>
                      <a:pt x="7025" y="1"/>
                      <a:pt x="45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5"/>
              <p:cNvSpPr/>
              <p:nvPr/>
            </p:nvSpPr>
            <p:spPr>
              <a:xfrm>
                <a:off x="3312300" y="1602700"/>
                <a:ext cx="87550" cy="87250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3490" extrusionOk="0">
                    <a:moveTo>
                      <a:pt x="1751" y="1"/>
                    </a:moveTo>
                    <a:cubicBezTo>
                      <a:pt x="787" y="1"/>
                      <a:pt x="1" y="775"/>
                      <a:pt x="1" y="1739"/>
                    </a:cubicBezTo>
                    <a:cubicBezTo>
                      <a:pt x="1" y="2715"/>
                      <a:pt x="787" y="3489"/>
                      <a:pt x="1751" y="3489"/>
                    </a:cubicBezTo>
                    <a:cubicBezTo>
                      <a:pt x="2715" y="3489"/>
                      <a:pt x="3501" y="2715"/>
                      <a:pt x="3501" y="1739"/>
                    </a:cubicBezTo>
                    <a:cubicBezTo>
                      <a:pt x="3501" y="775"/>
                      <a:pt x="2715" y="1"/>
                      <a:pt x="17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5"/>
              <p:cNvSpPr/>
              <p:nvPr/>
            </p:nvSpPr>
            <p:spPr>
              <a:xfrm>
                <a:off x="3272125" y="1262200"/>
                <a:ext cx="167900" cy="103600"/>
              </a:xfrm>
              <a:custGeom>
                <a:avLst/>
                <a:gdLst/>
                <a:ahLst/>
                <a:cxnLst/>
                <a:rect l="l" t="t" r="r" b="b"/>
                <a:pathLst>
                  <a:path w="6716" h="4144" extrusionOk="0">
                    <a:moveTo>
                      <a:pt x="0" y="0"/>
                    </a:moveTo>
                    <a:lnTo>
                      <a:pt x="0" y="4143"/>
                    </a:lnTo>
                    <a:lnTo>
                      <a:pt x="6716" y="4143"/>
                    </a:lnTo>
                    <a:lnTo>
                      <a:pt x="67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5"/>
              <p:cNvSpPr/>
              <p:nvPr/>
            </p:nvSpPr>
            <p:spPr>
              <a:xfrm>
                <a:off x="3117350" y="1440200"/>
                <a:ext cx="489375" cy="286050"/>
              </a:xfrm>
              <a:custGeom>
                <a:avLst/>
                <a:gdLst/>
                <a:ahLst/>
                <a:cxnLst/>
                <a:rect l="l" t="t" r="r" b="b"/>
                <a:pathLst>
                  <a:path w="19575" h="11442" extrusionOk="0">
                    <a:moveTo>
                      <a:pt x="9775" y="0"/>
                    </a:moveTo>
                    <a:cubicBezTo>
                      <a:pt x="4382" y="0"/>
                      <a:pt x="0" y="4417"/>
                      <a:pt x="0" y="9846"/>
                    </a:cubicBezTo>
                    <a:lnTo>
                      <a:pt x="0" y="11442"/>
                    </a:lnTo>
                    <a:lnTo>
                      <a:pt x="965" y="11442"/>
                    </a:lnTo>
                    <a:lnTo>
                      <a:pt x="965" y="9846"/>
                    </a:lnTo>
                    <a:cubicBezTo>
                      <a:pt x="965" y="4941"/>
                      <a:pt x="4917" y="964"/>
                      <a:pt x="9775" y="964"/>
                    </a:cubicBezTo>
                    <a:lnTo>
                      <a:pt x="9799" y="964"/>
                    </a:lnTo>
                    <a:cubicBezTo>
                      <a:pt x="14657" y="964"/>
                      <a:pt x="18610" y="4941"/>
                      <a:pt x="18610" y="9846"/>
                    </a:cubicBezTo>
                    <a:lnTo>
                      <a:pt x="18610" y="11442"/>
                    </a:lnTo>
                    <a:lnTo>
                      <a:pt x="19574" y="11442"/>
                    </a:lnTo>
                    <a:lnTo>
                      <a:pt x="19574" y="9846"/>
                    </a:lnTo>
                    <a:cubicBezTo>
                      <a:pt x="19574" y="4417"/>
                      <a:pt x="15181" y="0"/>
                      <a:pt x="97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5"/>
              <p:cNvSpPr/>
              <p:nvPr/>
            </p:nvSpPr>
            <p:spPr>
              <a:xfrm>
                <a:off x="3200400" y="15836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5"/>
              <p:cNvSpPr/>
              <p:nvPr/>
            </p:nvSpPr>
            <p:spPr>
              <a:xfrm>
                <a:off x="3252175" y="15836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5"/>
              <p:cNvSpPr/>
              <p:nvPr/>
            </p:nvSpPr>
            <p:spPr>
              <a:xfrm>
                <a:off x="3303975" y="15836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5"/>
              <p:cNvSpPr/>
              <p:nvPr/>
            </p:nvSpPr>
            <p:spPr>
              <a:xfrm>
                <a:off x="3355475" y="15836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5"/>
              <p:cNvSpPr/>
              <p:nvPr/>
            </p:nvSpPr>
            <p:spPr>
              <a:xfrm>
                <a:off x="3407250" y="15836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5"/>
              <p:cNvSpPr/>
              <p:nvPr/>
            </p:nvSpPr>
            <p:spPr>
              <a:xfrm>
                <a:off x="3459050" y="15836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5"/>
              <p:cNvSpPr/>
              <p:nvPr/>
            </p:nvSpPr>
            <p:spPr>
              <a:xfrm>
                <a:off x="3200400" y="15327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5"/>
              <p:cNvSpPr/>
              <p:nvPr/>
            </p:nvSpPr>
            <p:spPr>
              <a:xfrm>
                <a:off x="3252175" y="15327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5"/>
              <p:cNvSpPr/>
              <p:nvPr/>
            </p:nvSpPr>
            <p:spPr>
              <a:xfrm>
                <a:off x="3303975" y="15327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5"/>
              <p:cNvSpPr/>
              <p:nvPr/>
            </p:nvSpPr>
            <p:spPr>
              <a:xfrm>
                <a:off x="3355475" y="15327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5"/>
              <p:cNvSpPr/>
              <p:nvPr/>
            </p:nvSpPr>
            <p:spPr>
              <a:xfrm>
                <a:off x="3407250" y="15327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5"/>
              <p:cNvSpPr/>
              <p:nvPr/>
            </p:nvSpPr>
            <p:spPr>
              <a:xfrm>
                <a:off x="3459050" y="15327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5"/>
              <p:cNvSpPr/>
              <p:nvPr/>
            </p:nvSpPr>
            <p:spPr>
              <a:xfrm>
                <a:off x="3200400" y="1481850"/>
                <a:ext cx="52100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97" extrusionOk="0">
                    <a:moveTo>
                      <a:pt x="0" y="1"/>
                    </a:moveTo>
                    <a:lnTo>
                      <a:pt x="0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5"/>
              <p:cNvSpPr/>
              <p:nvPr/>
            </p:nvSpPr>
            <p:spPr>
              <a:xfrm>
                <a:off x="3252175" y="1481850"/>
                <a:ext cx="52125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97" extrusionOk="0">
                    <a:moveTo>
                      <a:pt x="1" y="1"/>
                    </a:moveTo>
                    <a:lnTo>
                      <a:pt x="1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5"/>
              <p:cNvSpPr/>
              <p:nvPr/>
            </p:nvSpPr>
            <p:spPr>
              <a:xfrm>
                <a:off x="3303975" y="1481850"/>
                <a:ext cx="52100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97" extrusionOk="0">
                    <a:moveTo>
                      <a:pt x="0" y="1"/>
                    </a:moveTo>
                    <a:lnTo>
                      <a:pt x="0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5"/>
              <p:cNvSpPr/>
              <p:nvPr/>
            </p:nvSpPr>
            <p:spPr>
              <a:xfrm>
                <a:off x="3355475" y="1481850"/>
                <a:ext cx="52100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97" extrusionOk="0">
                    <a:moveTo>
                      <a:pt x="0" y="1"/>
                    </a:moveTo>
                    <a:lnTo>
                      <a:pt x="0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5"/>
              <p:cNvSpPr/>
              <p:nvPr/>
            </p:nvSpPr>
            <p:spPr>
              <a:xfrm>
                <a:off x="3407250" y="1481850"/>
                <a:ext cx="52125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97" extrusionOk="0">
                    <a:moveTo>
                      <a:pt x="1" y="1"/>
                    </a:moveTo>
                    <a:lnTo>
                      <a:pt x="1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5"/>
              <p:cNvSpPr/>
              <p:nvPr/>
            </p:nvSpPr>
            <p:spPr>
              <a:xfrm>
                <a:off x="3459050" y="1481850"/>
                <a:ext cx="52125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97" extrusionOk="0">
                    <a:moveTo>
                      <a:pt x="1" y="1"/>
                    </a:moveTo>
                    <a:lnTo>
                      <a:pt x="1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5"/>
              <p:cNvSpPr/>
              <p:nvPr/>
            </p:nvSpPr>
            <p:spPr>
              <a:xfrm>
                <a:off x="3200400" y="14312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5"/>
              <p:cNvSpPr/>
              <p:nvPr/>
            </p:nvSpPr>
            <p:spPr>
              <a:xfrm>
                <a:off x="3252175" y="14312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5"/>
              <p:cNvSpPr/>
              <p:nvPr/>
            </p:nvSpPr>
            <p:spPr>
              <a:xfrm>
                <a:off x="3303975" y="14312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5"/>
              <p:cNvSpPr/>
              <p:nvPr/>
            </p:nvSpPr>
            <p:spPr>
              <a:xfrm>
                <a:off x="3355475" y="14312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5"/>
              <p:cNvSpPr/>
              <p:nvPr/>
            </p:nvSpPr>
            <p:spPr>
              <a:xfrm>
                <a:off x="3407250" y="14312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5"/>
              <p:cNvSpPr/>
              <p:nvPr/>
            </p:nvSpPr>
            <p:spPr>
              <a:xfrm>
                <a:off x="3459050" y="14312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5"/>
              <p:cNvSpPr/>
              <p:nvPr/>
            </p:nvSpPr>
            <p:spPr>
              <a:xfrm>
                <a:off x="3200400" y="13803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5"/>
              <p:cNvSpPr/>
              <p:nvPr/>
            </p:nvSpPr>
            <p:spPr>
              <a:xfrm>
                <a:off x="3252175" y="13803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5"/>
              <p:cNvSpPr/>
              <p:nvPr/>
            </p:nvSpPr>
            <p:spPr>
              <a:xfrm>
                <a:off x="3303975" y="13803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5"/>
              <p:cNvSpPr/>
              <p:nvPr/>
            </p:nvSpPr>
            <p:spPr>
              <a:xfrm>
                <a:off x="3355475" y="13803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5"/>
              <p:cNvSpPr/>
              <p:nvPr/>
            </p:nvSpPr>
            <p:spPr>
              <a:xfrm>
                <a:off x="3407250" y="13803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5"/>
              <p:cNvSpPr/>
              <p:nvPr/>
            </p:nvSpPr>
            <p:spPr>
              <a:xfrm>
                <a:off x="3459050" y="13803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5"/>
              <p:cNvSpPr/>
              <p:nvPr/>
            </p:nvSpPr>
            <p:spPr>
              <a:xfrm>
                <a:off x="3200400" y="13294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5"/>
              <p:cNvSpPr/>
              <p:nvPr/>
            </p:nvSpPr>
            <p:spPr>
              <a:xfrm>
                <a:off x="3252175" y="13294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5"/>
              <p:cNvSpPr/>
              <p:nvPr/>
            </p:nvSpPr>
            <p:spPr>
              <a:xfrm>
                <a:off x="3303975" y="13294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5"/>
              <p:cNvSpPr/>
              <p:nvPr/>
            </p:nvSpPr>
            <p:spPr>
              <a:xfrm>
                <a:off x="3355475" y="13294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5"/>
              <p:cNvSpPr/>
              <p:nvPr/>
            </p:nvSpPr>
            <p:spPr>
              <a:xfrm>
                <a:off x="3407250" y="13294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5"/>
              <p:cNvSpPr/>
              <p:nvPr/>
            </p:nvSpPr>
            <p:spPr>
              <a:xfrm>
                <a:off x="3459050" y="13294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5"/>
              <p:cNvSpPr/>
              <p:nvPr/>
            </p:nvSpPr>
            <p:spPr>
              <a:xfrm>
                <a:off x="3079550" y="1711050"/>
                <a:ext cx="100325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1930" extrusionOk="0">
                    <a:moveTo>
                      <a:pt x="0" y="1"/>
                    </a:moveTo>
                    <a:lnTo>
                      <a:pt x="0" y="1929"/>
                    </a:lnTo>
                    <a:lnTo>
                      <a:pt x="4012" y="1929"/>
                    </a:lnTo>
                    <a:lnTo>
                      <a:pt x="401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5"/>
              <p:cNvSpPr/>
              <p:nvPr/>
            </p:nvSpPr>
            <p:spPr>
              <a:xfrm>
                <a:off x="3544475" y="1711050"/>
                <a:ext cx="10035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4014" h="1930" extrusionOk="0">
                    <a:moveTo>
                      <a:pt x="1" y="1"/>
                    </a:moveTo>
                    <a:lnTo>
                      <a:pt x="1" y="1929"/>
                    </a:lnTo>
                    <a:lnTo>
                      <a:pt x="4013" y="1929"/>
                    </a:lnTo>
                    <a:lnTo>
                      <a:pt x="401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5"/>
              <p:cNvSpPr/>
              <p:nvPr/>
            </p:nvSpPr>
            <p:spPr>
              <a:xfrm>
                <a:off x="3272125" y="1200875"/>
                <a:ext cx="232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1465" extrusionOk="0">
                    <a:moveTo>
                      <a:pt x="0" y="0"/>
                    </a:moveTo>
                    <a:lnTo>
                      <a:pt x="0" y="1465"/>
                    </a:lnTo>
                    <a:lnTo>
                      <a:pt x="929" y="1465"/>
                    </a:lnTo>
                    <a:lnTo>
                      <a:pt x="92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5"/>
              <p:cNvSpPr/>
              <p:nvPr/>
            </p:nvSpPr>
            <p:spPr>
              <a:xfrm>
                <a:off x="3344450" y="1200875"/>
                <a:ext cx="232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1465" extrusionOk="0">
                    <a:moveTo>
                      <a:pt x="1" y="0"/>
                    </a:moveTo>
                    <a:lnTo>
                      <a:pt x="1" y="1465"/>
                    </a:lnTo>
                    <a:lnTo>
                      <a:pt x="929" y="1465"/>
                    </a:lnTo>
                    <a:lnTo>
                      <a:pt x="9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5"/>
              <p:cNvSpPr/>
              <p:nvPr/>
            </p:nvSpPr>
            <p:spPr>
              <a:xfrm>
                <a:off x="3344450" y="1200875"/>
                <a:ext cx="232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1465" extrusionOk="0">
                    <a:moveTo>
                      <a:pt x="1" y="0"/>
                    </a:moveTo>
                    <a:lnTo>
                      <a:pt x="1" y="1465"/>
                    </a:lnTo>
                    <a:lnTo>
                      <a:pt x="929" y="1465"/>
                    </a:lnTo>
                    <a:lnTo>
                      <a:pt x="92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5"/>
              <p:cNvSpPr/>
              <p:nvPr/>
            </p:nvSpPr>
            <p:spPr>
              <a:xfrm>
                <a:off x="3417075" y="1200875"/>
                <a:ext cx="229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465" extrusionOk="0">
                    <a:moveTo>
                      <a:pt x="1" y="0"/>
                    </a:moveTo>
                    <a:lnTo>
                      <a:pt x="1" y="1465"/>
                    </a:lnTo>
                    <a:lnTo>
                      <a:pt x="918" y="1465"/>
                    </a:lnTo>
                    <a:lnTo>
                      <a:pt x="9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5"/>
              <p:cNvSpPr/>
              <p:nvPr/>
            </p:nvSpPr>
            <p:spPr>
              <a:xfrm>
                <a:off x="3262000" y="1123775"/>
                <a:ext cx="18815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7526" h="823" extrusionOk="0">
                    <a:moveTo>
                      <a:pt x="1" y="1"/>
                    </a:moveTo>
                    <a:lnTo>
                      <a:pt x="1" y="822"/>
                    </a:lnTo>
                    <a:lnTo>
                      <a:pt x="7525" y="822"/>
                    </a:lnTo>
                    <a:lnTo>
                      <a:pt x="752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5"/>
              <p:cNvSpPr/>
              <p:nvPr/>
            </p:nvSpPr>
            <p:spPr>
              <a:xfrm>
                <a:off x="3307250" y="1081800"/>
                <a:ext cx="97350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3894" h="1680" extrusionOk="0">
                    <a:moveTo>
                      <a:pt x="0" y="1"/>
                    </a:moveTo>
                    <a:lnTo>
                      <a:pt x="0" y="1680"/>
                    </a:lnTo>
                    <a:lnTo>
                      <a:pt x="3894" y="1680"/>
                    </a:lnTo>
                    <a:lnTo>
                      <a:pt x="389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75" name="Google Shape;1075;p35"/>
          <p:cNvGrpSpPr/>
          <p:nvPr/>
        </p:nvGrpSpPr>
        <p:grpSpPr>
          <a:xfrm rot="533447">
            <a:off x="-107717" y="2625234"/>
            <a:ext cx="1642226" cy="759018"/>
            <a:chOff x="583400" y="1583225"/>
            <a:chExt cx="508125" cy="237250"/>
          </a:xfrm>
        </p:grpSpPr>
        <p:sp>
          <p:nvSpPr>
            <p:cNvPr id="1076" name="Google Shape;1076;p35"/>
            <p:cNvSpPr/>
            <p:nvPr/>
          </p:nvSpPr>
          <p:spPr>
            <a:xfrm>
              <a:off x="583400" y="1583363"/>
              <a:ext cx="508125" cy="236975"/>
            </a:xfrm>
            <a:custGeom>
              <a:avLst/>
              <a:gdLst/>
              <a:ahLst/>
              <a:cxnLst/>
              <a:rect l="l" t="t" r="r" b="b"/>
              <a:pathLst>
                <a:path w="20325" h="9479" extrusionOk="0">
                  <a:moveTo>
                    <a:pt x="5644" y="1"/>
                  </a:moveTo>
                  <a:cubicBezTo>
                    <a:pt x="5037" y="1"/>
                    <a:pt x="4560" y="489"/>
                    <a:pt x="4560" y="1084"/>
                  </a:cubicBezTo>
                  <a:lnTo>
                    <a:pt x="4560" y="3001"/>
                  </a:lnTo>
                  <a:cubicBezTo>
                    <a:pt x="4310" y="3013"/>
                    <a:pt x="4120" y="3215"/>
                    <a:pt x="4120" y="3465"/>
                  </a:cubicBezTo>
                  <a:lnTo>
                    <a:pt x="4120" y="3954"/>
                  </a:lnTo>
                  <a:lnTo>
                    <a:pt x="3632" y="3954"/>
                  </a:lnTo>
                  <a:lnTo>
                    <a:pt x="3632" y="4287"/>
                  </a:lnTo>
                  <a:lnTo>
                    <a:pt x="2179" y="4287"/>
                  </a:lnTo>
                  <a:cubicBezTo>
                    <a:pt x="2036" y="3835"/>
                    <a:pt x="1620" y="3501"/>
                    <a:pt x="1108" y="3501"/>
                  </a:cubicBezTo>
                  <a:cubicBezTo>
                    <a:pt x="500" y="3501"/>
                    <a:pt x="0" y="4001"/>
                    <a:pt x="0" y="4608"/>
                  </a:cubicBezTo>
                  <a:cubicBezTo>
                    <a:pt x="0" y="5228"/>
                    <a:pt x="500" y="5728"/>
                    <a:pt x="1108" y="5728"/>
                  </a:cubicBezTo>
                  <a:cubicBezTo>
                    <a:pt x="1608" y="5728"/>
                    <a:pt x="2024" y="5406"/>
                    <a:pt x="2167" y="4954"/>
                  </a:cubicBezTo>
                  <a:lnTo>
                    <a:pt x="3632" y="4954"/>
                  </a:lnTo>
                  <a:lnTo>
                    <a:pt x="3632" y="5299"/>
                  </a:lnTo>
                  <a:lnTo>
                    <a:pt x="4120" y="5299"/>
                  </a:lnTo>
                  <a:lnTo>
                    <a:pt x="4120" y="5728"/>
                  </a:lnTo>
                  <a:cubicBezTo>
                    <a:pt x="4120" y="5978"/>
                    <a:pt x="4310" y="6180"/>
                    <a:pt x="4560" y="6192"/>
                  </a:cubicBezTo>
                  <a:lnTo>
                    <a:pt x="4560" y="8395"/>
                  </a:lnTo>
                  <a:cubicBezTo>
                    <a:pt x="4560" y="8990"/>
                    <a:pt x="5037" y="9478"/>
                    <a:pt x="5644" y="9478"/>
                  </a:cubicBezTo>
                  <a:lnTo>
                    <a:pt x="14657" y="9478"/>
                  </a:lnTo>
                  <a:cubicBezTo>
                    <a:pt x="15252" y="9478"/>
                    <a:pt x="15740" y="8990"/>
                    <a:pt x="15740" y="8395"/>
                  </a:cubicBezTo>
                  <a:lnTo>
                    <a:pt x="15740" y="6192"/>
                  </a:lnTo>
                  <a:cubicBezTo>
                    <a:pt x="16002" y="6192"/>
                    <a:pt x="16205" y="5990"/>
                    <a:pt x="16205" y="5728"/>
                  </a:cubicBezTo>
                  <a:lnTo>
                    <a:pt x="16205" y="5240"/>
                  </a:lnTo>
                  <a:lnTo>
                    <a:pt x="16693" y="5240"/>
                  </a:lnTo>
                  <a:lnTo>
                    <a:pt x="16693" y="4906"/>
                  </a:lnTo>
                  <a:lnTo>
                    <a:pt x="18145" y="4906"/>
                  </a:lnTo>
                  <a:cubicBezTo>
                    <a:pt x="18288" y="5359"/>
                    <a:pt x="18705" y="5692"/>
                    <a:pt x="19217" y="5692"/>
                  </a:cubicBezTo>
                  <a:cubicBezTo>
                    <a:pt x="19824" y="5692"/>
                    <a:pt x="20324" y="5192"/>
                    <a:pt x="20324" y="4573"/>
                  </a:cubicBezTo>
                  <a:cubicBezTo>
                    <a:pt x="20324" y="3966"/>
                    <a:pt x="19824" y="3465"/>
                    <a:pt x="19217" y="3465"/>
                  </a:cubicBezTo>
                  <a:cubicBezTo>
                    <a:pt x="18717" y="3465"/>
                    <a:pt x="18288" y="3787"/>
                    <a:pt x="18145" y="4239"/>
                  </a:cubicBezTo>
                  <a:lnTo>
                    <a:pt x="16693" y="4239"/>
                  </a:lnTo>
                  <a:lnTo>
                    <a:pt x="16693" y="3894"/>
                  </a:lnTo>
                  <a:lnTo>
                    <a:pt x="16205" y="3894"/>
                  </a:lnTo>
                  <a:lnTo>
                    <a:pt x="16205" y="3465"/>
                  </a:lnTo>
                  <a:cubicBezTo>
                    <a:pt x="16205" y="3204"/>
                    <a:pt x="16002" y="3001"/>
                    <a:pt x="15740" y="3001"/>
                  </a:cubicBezTo>
                  <a:lnTo>
                    <a:pt x="15740" y="1084"/>
                  </a:lnTo>
                  <a:cubicBezTo>
                    <a:pt x="15740" y="489"/>
                    <a:pt x="15252" y="1"/>
                    <a:pt x="14657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7" name="Google Shape;1077;p35"/>
            <p:cNvGrpSpPr/>
            <p:nvPr/>
          </p:nvGrpSpPr>
          <p:grpSpPr>
            <a:xfrm>
              <a:off x="583400" y="1583225"/>
              <a:ext cx="508125" cy="237250"/>
              <a:chOff x="583400" y="-106425"/>
              <a:chExt cx="508125" cy="237250"/>
            </a:xfrm>
          </p:grpSpPr>
          <p:sp>
            <p:nvSpPr>
              <p:cNvPr id="1078" name="Google Shape;1078;p35"/>
              <p:cNvSpPr/>
              <p:nvPr/>
            </p:nvSpPr>
            <p:spPr>
              <a:xfrm>
                <a:off x="988500" y="-175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1"/>
                    </a:moveTo>
                    <a:lnTo>
                      <a:pt x="1" y="644"/>
                    </a:lnTo>
                    <a:lnTo>
                      <a:pt x="3013" y="644"/>
                    </a:lnTo>
                    <a:lnTo>
                      <a:pt x="301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5"/>
              <p:cNvSpPr/>
              <p:nvPr/>
            </p:nvSpPr>
            <p:spPr>
              <a:xfrm>
                <a:off x="976900" y="-9100"/>
                <a:ext cx="23825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347" extrusionOk="0">
                    <a:moveTo>
                      <a:pt x="0" y="1"/>
                    </a:moveTo>
                    <a:lnTo>
                      <a:pt x="0" y="1346"/>
                    </a:lnTo>
                    <a:lnTo>
                      <a:pt x="953" y="1346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5"/>
              <p:cNvSpPr/>
              <p:nvPr/>
            </p:nvSpPr>
            <p:spPr>
              <a:xfrm>
                <a:off x="965275" y="-31425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1"/>
                    </a:moveTo>
                    <a:cubicBezTo>
                      <a:pt x="215" y="1"/>
                      <a:pt x="1" y="215"/>
                      <a:pt x="1" y="465"/>
                    </a:cubicBezTo>
                    <a:lnTo>
                      <a:pt x="1" y="2739"/>
                    </a:lnTo>
                    <a:cubicBezTo>
                      <a:pt x="1" y="2989"/>
                      <a:pt x="215" y="3192"/>
                      <a:pt x="465" y="3192"/>
                    </a:cubicBezTo>
                    <a:cubicBezTo>
                      <a:pt x="727" y="3192"/>
                      <a:pt x="930" y="2989"/>
                      <a:pt x="930" y="2739"/>
                    </a:cubicBezTo>
                    <a:lnTo>
                      <a:pt x="930" y="465"/>
                    </a:lnTo>
                    <a:cubicBezTo>
                      <a:pt x="930" y="215"/>
                      <a:pt x="727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5"/>
              <p:cNvSpPr/>
              <p:nvPr/>
            </p:nvSpPr>
            <p:spPr>
              <a:xfrm>
                <a:off x="1035825" y="-19825"/>
                <a:ext cx="55700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1120" y="1"/>
                    </a:moveTo>
                    <a:cubicBezTo>
                      <a:pt x="501" y="1"/>
                      <a:pt x="1" y="501"/>
                      <a:pt x="1" y="1120"/>
                    </a:cubicBezTo>
                    <a:cubicBezTo>
                      <a:pt x="1" y="1727"/>
                      <a:pt x="501" y="2227"/>
                      <a:pt x="1120" y="2227"/>
                    </a:cubicBezTo>
                    <a:cubicBezTo>
                      <a:pt x="1727" y="2227"/>
                      <a:pt x="2227" y="1727"/>
                      <a:pt x="2227" y="1120"/>
                    </a:cubicBezTo>
                    <a:cubicBezTo>
                      <a:pt x="2227" y="501"/>
                      <a:pt x="1727" y="1"/>
                      <a:pt x="11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5"/>
              <p:cNvSpPr/>
              <p:nvPr/>
            </p:nvSpPr>
            <p:spPr>
              <a:xfrm>
                <a:off x="611075" y="1325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0"/>
                    </a:moveTo>
                    <a:lnTo>
                      <a:pt x="1" y="643"/>
                    </a:lnTo>
                    <a:lnTo>
                      <a:pt x="3013" y="643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5"/>
              <p:cNvSpPr/>
              <p:nvPr/>
            </p:nvSpPr>
            <p:spPr>
              <a:xfrm>
                <a:off x="674175" y="-7300"/>
                <a:ext cx="23850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334" extrusionOk="0">
                    <a:moveTo>
                      <a:pt x="1" y="0"/>
                    </a:moveTo>
                    <a:lnTo>
                      <a:pt x="1" y="1334"/>
                    </a:lnTo>
                    <a:lnTo>
                      <a:pt x="953" y="1334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5"/>
              <p:cNvSpPr/>
              <p:nvPr/>
            </p:nvSpPr>
            <p:spPr>
              <a:xfrm>
                <a:off x="686375" y="-31425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1"/>
                    </a:moveTo>
                    <a:cubicBezTo>
                      <a:pt x="203" y="1"/>
                      <a:pt x="1" y="215"/>
                      <a:pt x="1" y="465"/>
                    </a:cubicBezTo>
                    <a:lnTo>
                      <a:pt x="1" y="2739"/>
                    </a:lnTo>
                    <a:cubicBezTo>
                      <a:pt x="1" y="2989"/>
                      <a:pt x="203" y="3192"/>
                      <a:pt x="465" y="3192"/>
                    </a:cubicBezTo>
                    <a:cubicBezTo>
                      <a:pt x="715" y="3192"/>
                      <a:pt x="930" y="2989"/>
                      <a:pt x="930" y="2739"/>
                    </a:cubicBezTo>
                    <a:lnTo>
                      <a:pt x="930" y="465"/>
                    </a:lnTo>
                    <a:cubicBezTo>
                      <a:pt x="930" y="215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5"/>
              <p:cNvSpPr/>
              <p:nvPr/>
            </p:nvSpPr>
            <p:spPr>
              <a:xfrm>
                <a:off x="583400" y="-18925"/>
                <a:ext cx="55675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28" extrusionOk="0">
                    <a:moveTo>
                      <a:pt x="1119" y="1"/>
                    </a:moveTo>
                    <a:cubicBezTo>
                      <a:pt x="500" y="1"/>
                      <a:pt x="0" y="501"/>
                      <a:pt x="0" y="1120"/>
                    </a:cubicBezTo>
                    <a:cubicBezTo>
                      <a:pt x="0" y="1739"/>
                      <a:pt x="500" y="2227"/>
                      <a:pt x="1119" y="2227"/>
                    </a:cubicBezTo>
                    <a:cubicBezTo>
                      <a:pt x="1727" y="2227"/>
                      <a:pt x="2227" y="1727"/>
                      <a:pt x="2227" y="1120"/>
                    </a:cubicBezTo>
                    <a:cubicBezTo>
                      <a:pt x="2227" y="501"/>
                      <a:pt x="1727" y="1"/>
                      <a:pt x="111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5"/>
              <p:cNvSpPr/>
              <p:nvPr/>
            </p:nvSpPr>
            <p:spPr>
              <a:xfrm>
                <a:off x="697400" y="-106425"/>
                <a:ext cx="279525" cy="237250"/>
              </a:xfrm>
              <a:custGeom>
                <a:avLst/>
                <a:gdLst/>
                <a:ahLst/>
                <a:cxnLst/>
                <a:rect l="l" t="t" r="r" b="b"/>
                <a:pathLst>
                  <a:path w="11181" h="9490" extrusionOk="0">
                    <a:moveTo>
                      <a:pt x="1084" y="0"/>
                    </a:moveTo>
                    <a:cubicBezTo>
                      <a:pt x="489" y="0"/>
                      <a:pt x="0" y="488"/>
                      <a:pt x="0" y="1096"/>
                    </a:cubicBezTo>
                    <a:lnTo>
                      <a:pt x="0" y="8394"/>
                    </a:lnTo>
                    <a:cubicBezTo>
                      <a:pt x="0" y="9001"/>
                      <a:pt x="489" y="9490"/>
                      <a:pt x="1084" y="9490"/>
                    </a:cubicBezTo>
                    <a:lnTo>
                      <a:pt x="10097" y="9490"/>
                    </a:lnTo>
                    <a:cubicBezTo>
                      <a:pt x="10692" y="9490"/>
                      <a:pt x="11180" y="9001"/>
                      <a:pt x="11180" y="8394"/>
                    </a:cubicBezTo>
                    <a:lnTo>
                      <a:pt x="11180" y="1096"/>
                    </a:lnTo>
                    <a:cubicBezTo>
                      <a:pt x="11180" y="488"/>
                      <a:pt x="10692" y="0"/>
                      <a:pt x="1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5"/>
              <p:cNvSpPr/>
              <p:nvPr/>
            </p:nvSpPr>
            <p:spPr>
              <a:xfrm>
                <a:off x="723000" y="33175"/>
                <a:ext cx="228325" cy="72050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2882" extrusionOk="0">
                    <a:moveTo>
                      <a:pt x="1381" y="0"/>
                    </a:moveTo>
                    <a:cubicBezTo>
                      <a:pt x="619" y="0"/>
                      <a:pt x="0" y="655"/>
                      <a:pt x="0" y="1441"/>
                    </a:cubicBezTo>
                    <a:cubicBezTo>
                      <a:pt x="0" y="2239"/>
                      <a:pt x="619" y="2882"/>
                      <a:pt x="1381" y="2882"/>
                    </a:cubicBezTo>
                    <a:lnTo>
                      <a:pt x="7739" y="2882"/>
                    </a:lnTo>
                    <a:cubicBezTo>
                      <a:pt x="8513" y="2882"/>
                      <a:pt x="9132" y="2239"/>
                      <a:pt x="9132" y="1441"/>
                    </a:cubicBezTo>
                    <a:cubicBezTo>
                      <a:pt x="9132" y="643"/>
                      <a:pt x="8513" y="0"/>
                      <a:pt x="77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5"/>
              <p:cNvSpPr/>
              <p:nvPr/>
            </p:nvSpPr>
            <p:spPr>
              <a:xfrm>
                <a:off x="750650" y="-48825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9" y="1"/>
                    </a:moveTo>
                    <a:cubicBezTo>
                      <a:pt x="230" y="1"/>
                      <a:pt x="1" y="339"/>
                      <a:pt x="240" y="578"/>
                    </a:cubicBezTo>
                    <a:cubicBezTo>
                      <a:pt x="787" y="1125"/>
                      <a:pt x="1335" y="1697"/>
                      <a:pt x="1895" y="2233"/>
                    </a:cubicBezTo>
                    <a:cubicBezTo>
                      <a:pt x="1966" y="2299"/>
                      <a:pt x="2046" y="2327"/>
                      <a:pt x="2122" y="2327"/>
                    </a:cubicBezTo>
                    <a:cubicBezTo>
                      <a:pt x="2389" y="2327"/>
                      <a:pt x="2621" y="1988"/>
                      <a:pt x="2371" y="1756"/>
                    </a:cubicBezTo>
                    <a:cubicBezTo>
                      <a:pt x="1811" y="1221"/>
                      <a:pt x="1264" y="649"/>
                      <a:pt x="716" y="101"/>
                    </a:cubicBezTo>
                    <a:cubicBezTo>
                      <a:pt x="645" y="31"/>
                      <a:pt x="566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5"/>
              <p:cNvSpPr/>
              <p:nvPr/>
            </p:nvSpPr>
            <p:spPr>
              <a:xfrm>
                <a:off x="750375" y="-48825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2133" y="1"/>
                    </a:moveTo>
                    <a:cubicBezTo>
                      <a:pt x="2056" y="1"/>
                      <a:pt x="1976" y="31"/>
                      <a:pt x="1906" y="101"/>
                    </a:cubicBezTo>
                    <a:cubicBezTo>
                      <a:pt x="1358" y="649"/>
                      <a:pt x="810" y="1221"/>
                      <a:pt x="251" y="1756"/>
                    </a:cubicBezTo>
                    <a:cubicBezTo>
                      <a:pt x="1" y="1988"/>
                      <a:pt x="240" y="2327"/>
                      <a:pt x="504" y="2327"/>
                    </a:cubicBezTo>
                    <a:cubicBezTo>
                      <a:pt x="580" y="2327"/>
                      <a:pt x="658" y="2299"/>
                      <a:pt x="727" y="2233"/>
                    </a:cubicBezTo>
                    <a:cubicBezTo>
                      <a:pt x="1287" y="1697"/>
                      <a:pt x="1834" y="1125"/>
                      <a:pt x="2382" y="578"/>
                    </a:cubicBezTo>
                    <a:cubicBezTo>
                      <a:pt x="2621" y="339"/>
                      <a:pt x="2392" y="1"/>
                      <a:pt x="2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5"/>
              <p:cNvSpPr/>
              <p:nvPr/>
            </p:nvSpPr>
            <p:spPr>
              <a:xfrm>
                <a:off x="854550" y="-48825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8" y="1"/>
                    </a:moveTo>
                    <a:cubicBezTo>
                      <a:pt x="229" y="1"/>
                      <a:pt x="0" y="339"/>
                      <a:pt x="239" y="578"/>
                    </a:cubicBezTo>
                    <a:cubicBezTo>
                      <a:pt x="787" y="1125"/>
                      <a:pt x="1334" y="1697"/>
                      <a:pt x="1894" y="2233"/>
                    </a:cubicBezTo>
                    <a:cubicBezTo>
                      <a:pt x="1963" y="2299"/>
                      <a:pt x="2041" y="2327"/>
                      <a:pt x="2117" y="2327"/>
                    </a:cubicBezTo>
                    <a:cubicBezTo>
                      <a:pt x="2381" y="2327"/>
                      <a:pt x="2620" y="1988"/>
                      <a:pt x="2370" y="1756"/>
                    </a:cubicBezTo>
                    <a:cubicBezTo>
                      <a:pt x="1811" y="1221"/>
                      <a:pt x="1263" y="649"/>
                      <a:pt x="715" y="101"/>
                    </a:cubicBezTo>
                    <a:cubicBezTo>
                      <a:pt x="644" y="31"/>
                      <a:pt x="565" y="1"/>
                      <a:pt x="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5"/>
              <p:cNvSpPr/>
              <p:nvPr/>
            </p:nvSpPr>
            <p:spPr>
              <a:xfrm>
                <a:off x="854275" y="-48825"/>
                <a:ext cx="65500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327" extrusionOk="0">
                    <a:moveTo>
                      <a:pt x="2132" y="1"/>
                    </a:moveTo>
                    <a:cubicBezTo>
                      <a:pt x="2055" y="1"/>
                      <a:pt x="1976" y="31"/>
                      <a:pt x="1905" y="101"/>
                    </a:cubicBezTo>
                    <a:cubicBezTo>
                      <a:pt x="1357" y="649"/>
                      <a:pt x="810" y="1221"/>
                      <a:pt x="250" y="1756"/>
                    </a:cubicBezTo>
                    <a:cubicBezTo>
                      <a:pt x="0" y="1988"/>
                      <a:pt x="239" y="2327"/>
                      <a:pt x="504" y="2327"/>
                    </a:cubicBezTo>
                    <a:cubicBezTo>
                      <a:pt x="579" y="2327"/>
                      <a:pt x="657" y="2299"/>
                      <a:pt x="726" y="2233"/>
                    </a:cubicBezTo>
                    <a:cubicBezTo>
                      <a:pt x="1286" y="1697"/>
                      <a:pt x="1834" y="1125"/>
                      <a:pt x="2381" y="578"/>
                    </a:cubicBezTo>
                    <a:cubicBezTo>
                      <a:pt x="2620" y="339"/>
                      <a:pt x="2391" y="1"/>
                      <a:pt x="2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5"/>
              <p:cNvSpPr/>
              <p:nvPr/>
            </p:nvSpPr>
            <p:spPr>
              <a:xfrm>
                <a:off x="734900" y="42700"/>
                <a:ext cx="28000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120" extrusionOk="0">
                    <a:moveTo>
                      <a:pt x="1060" y="0"/>
                    </a:moveTo>
                    <a:cubicBezTo>
                      <a:pt x="477" y="0"/>
                      <a:pt x="1" y="477"/>
                      <a:pt x="1" y="1060"/>
                    </a:cubicBezTo>
                    <a:cubicBezTo>
                      <a:pt x="1" y="1643"/>
                      <a:pt x="477" y="2120"/>
                      <a:pt x="1060" y="2120"/>
                    </a:cubicBezTo>
                    <a:lnTo>
                      <a:pt x="1120" y="2120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5"/>
              <p:cNvSpPr/>
              <p:nvPr/>
            </p:nvSpPr>
            <p:spPr>
              <a:xfrm>
                <a:off x="762875" y="42700"/>
                <a:ext cx="372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0" extrusionOk="0">
                    <a:moveTo>
                      <a:pt x="1" y="0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5"/>
              <p:cNvSpPr/>
              <p:nvPr/>
            </p:nvSpPr>
            <p:spPr>
              <a:xfrm>
                <a:off x="800100" y="42700"/>
                <a:ext cx="372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0" extrusionOk="0">
                    <a:moveTo>
                      <a:pt x="0" y="0"/>
                    </a:moveTo>
                    <a:lnTo>
                      <a:pt x="0" y="2120"/>
                    </a:lnTo>
                    <a:lnTo>
                      <a:pt x="1488" y="2120"/>
                    </a:lnTo>
                    <a:lnTo>
                      <a:pt x="14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5"/>
              <p:cNvSpPr/>
              <p:nvPr/>
            </p:nvSpPr>
            <p:spPr>
              <a:xfrm>
                <a:off x="874200" y="42700"/>
                <a:ext cx="372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0" extrusionOk="0">
                    <a:moveTo>
                      <a:pt x="1" y="0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5"/>
              <p:cNvSpPr/>
              <p:nvPr/>
            </p:nvSpPr>
            <p:spPr>
              <a:xfrm>
                <a:off x="911400" y="42700"/>
                <a:ext cx="280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120" extrusionOk="0">
                    <a:moveTo>
                      <a:pt x="1" y="0"/>
                    </a:moveTo>
                    <a:lnTo>
                      <a:pt x="1" y="2120"/>
                    </a:lnTo>
                    <a:lnTo>
                      <a:pt x="60" y="2120"/>
                    </a:lnTo>
                    <a:cubicBezTo>
                      <a:pt x="644" y="2120"/>
                      <a:pt x="1120" y="1643"/>
                      <a:pt x="1120" y="1060"/>
                    </a:cubicBezTo>
                    <a:cubicBezTo>
                      <a:pt x="1120" y="477"/>
                      <a:pt x="644" y="0"/>
                      <a:pt x="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5"/>
              <p:cNvSpPr/>
              <p:nvPr/>
            </p:nvSpPr>
            <p:spPr>
              <a:xfrm>
                <a:off x="837300" y="42700"/>
                <a:ext cx="369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20" extrusionOk="0">
                    <a:moveTo>
                      <a:pt x="0" y="0"/>
                    </a:moveTo>
                    <a:lnTo>
                      <a:pt x="0" y="2120"/>
                    </a:lnTo>
                    <a:lnTo>
                      <a:pt x="1477" y="212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8" name="Google Shape;1098;p35"/>
          <p:cNvGrpSpPr/>
          <p:nvPr/>
        </p:nvGrpSpPr>
        <p:grpSpPr>
          <a:xfrm rot="914408">
            <a:off x="2644742" y="-254052"/>
            <a:ext cx="744324" cy="1116378"/>
            <a:chOff x="6630575" y="1482600"/>
            <a:chExt cx="292025" cy="438475"/>
          </a:xfrm>
        </p:grpSpPr>
        <p:sp>
          <p:nvSpPr>
            <p:cNvPr id="1099" name="Google Shape;1099;p35"/>
            <p:cNvSpPr/>
            <p:nvPr/>
          </p:nvSpPr>
          <p:spPr>
            <a:xfrm>
              <a:off x="6630575" y="1482750"/>
              <a:ext cx="292025" cy="438175"/>
            </a:xfrm>
            <a:custGeom>
              <a:avLst/>
              <a:gdLst/>
              <a:ahLst/>
              <a:cxnLst/>
              <a:rect l="l" t="t" r="r" b="b"/>
              <a:pathLst>
                <a:path w="11681" h="17527" extrusionOk="0">
                  <a:moveTo>
                    <a:pt x="5847" y="0"/>
                  </a:moveTo>
                  <a:cubicBezTo>
                    <a:pt x="2620" y="0"/>
                    <a:pt x="1" y="2608"/>
                    <a:pt x="1" y="5835"/>
                  </a:cubicBezTo>
                  <a:lnTo>
                    <a:pt x="1" y="9633"/>
                  </a:lnTo>
                  <a:lnTo>
                    <a:pt x="1" y="14586"/>
                  </a:lnTo>
                  <a:lnTo>
                    <a:pt x="1" y="14990"/>
                  </a:lnTo>
                  <a:lnTo>
                    <a:pt x="1" y="15395"/>
                  </a:lnTo>
                  <a:lnTo>
                    <a:pt x="1" y="16538"/>
                  </a:lnTo>
                  <a:lnTo>
                    <a:pt x="1" y="16788"/>
                  </a:lnTo>
                  <a:cubicBezTo>
                    <a:pt x="1" y="16836"/>
                    <a:pt x="13" y="16872"/>
                    <a:pt x="13" y="16919"/>
                  </a:cubicBezTo>
                  <a:lnTo>
                    <a:pt x="24" y="16955"/>
                  </a:lnTo>
                  <a:cubicBezTo>
                    <a:pt x="36" y="16991"/>
                    <a:pt x="36" y="17026"/>
                    <a:pt x="48" y="17050"/>
                  </a:cubicBezTo>
                  <a:cubicBezTo>
                    <a:pt x="60" y="17062"/>
                    <a:pt x="60" y="17074"/>
                    <a:pt x="72" y="17086"/>
                  </a:cubicBezTo>
                  <a:cubicBezTo>
                    <a:pt x="84" y="17122"/>
                    <a:pt x="96" y="17145"/>
                    <a:pt x="120" y="17181"/>
                  </a:cubicBezTo>
                  <a:cubicBezTo>
                    <a:pt x="120" y="17193"/>
                    <a:pt x="132" y="17193"/>
                    <a:pt x="132" y="17205"/>
                  </a:cubicBezTo>
                  <a:cubicBezTo>
                    <a:pt x="155" y="17241"/>
                    <a:pt x="179" y="17265"/>
                    <a:pt x="215" y="17300"/>
                  </a:cubicBezTo>
                  <a:cubicBezTo>
                    <a:pt x="227" y="17312"/>
                    <a:pt x="239" y="17324"/>
                    <a:pt x="239" y="17324"/>
                  </a:cubicBezTo>
                  <a:cubicBezTo>
                    <a:pt x="263" y="17348"/>
                    <a:pt x="286" y="17372"/>
                    <a:pt x="310" y="17384"/>
                  </a:cubicBezTo>
                  <a:cubicBezTo>
                    <a:pt x="322" y="17395"/>
                    <a:pt x="334" y="17407"/>
                    <a:pt x="346" y="17407"/>
                  </a:cubicBezTo>
                  <a:cubicBezTo>
                    <a:pt x="370" y="17431"/>
                    <a:pt x="394" y="17443"/>
                    <a:pt x="429" y="17455"/>
                  </a:cubicBezTo>
                  <a:cubicBezTo>
                    <a:pt x="441" y="17455"/>
                    <a:pt x="453" y="17467"/>
                    <a:pt x="465" y="17467"/>
                  </a:cubicBezTo>
                  <a:cubicBezTo>
                    <a:pt x="465" y="17479"/>
                    <a:pt x="477" y="17479"/>
                    <a:pt x="477" y="17479"/>
                  </a:cubicBezTo>
                  <a:cubicBezTo>
                    <a:pt x="560" y="17503"/>
                    <a:pt x="655" y="17526"/>
                    <a:pt x="751" y="17526"/>
                  </a:cubicBezTo>
                  <a:lnTo>
                    <a:pt x="10931" y="17526"/>
                  </a:lnTo>
                  <a:cubicBezTo>
                    <a:pt x="11347" y="17526"/>
                    <a:pt x="11681" y="17193"/>
                    <a:pt x="11681" y="16788"/>
                  </a:cubicBezTo>
                  <a:lnTo>
                    <a:pt x="11681" y="16133"/>
                  </a:lnTo>
                  <a:lnTo>
                    <a:pt x="11681" y="15383"/>
                  </a:lnTo>
                  <a:lnTo>
                    <a:pt x="11681" y="14979"/>
                  </a:lnTo>
                  <a:lnTo>
                    <a:pt x="11681" y="14574"/>
                  </a:lnTo>
                  <a:lnTo>
                    <a:pt x="11681" y="9633"/>
                  </a:lnTo>
                  <a:lnTo>
                    <a:pt x="11681" y="5835"/>
                  </a:lnTo>
                  <a:cubicBezTo>
                    <a:pt x="11681" y="2608"/>
                    <a:pt x="9061" y="0"/>
                    <a:pt x="58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0" name="Google Shape;1100;p35"/>
            <p:cNvGrpSpPr/>
            <p:nvPr/>
          </p:nvGrpSpPr>
          <p:grpSpPr>
            <a:xfrm>
              <a:off x="6630575" y="1482600"/>
              <a:ext cx="292025" cy="438475"/>
              <a:chOff x="6630575" y="-207050"/>
              <a:chExt cx="292025" cy="438475"/>
            </a:xfrm>
          </p:grpSpPr>
          <p:sp>
            <p:nvSpPr>
              <p:cNvPr id="1101" name="Google Shape;1101;p35"/>
              <p:cNvSpPr/>
              <p:nvPr/>
            </p:nvSpPr>
            <p:spPr>
              <a:xfrm>
                <a:off x="6630575" y="-207050"/>
                <a:ext cx="292025" cy="4384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7539" extrusionOk="0">
                    <a:moveTo>
                      <a:pt x="5847" y="1"/>
                    </a:moveTo>
                    <a:cubicBezTo>
                      <a:pt x="2620" y="1"/>
                      <a:pt x="1" y="2620"/>
                      <a:pt x="1" y="5847"/>
                    </a:cubicBezTo>
                    <a:lnTo>
                      <a:pt x="1" y="9645"/>
                    </a:lnTo>
                    <a:lnTo>
                      <a:pt x="1" y="16789"/>
                    </a:lnTo>
                    <a:cubicBezTo>
                      <a:pt x="1" y="17205"/>
                      <a:pt x="334" y="17539"/>
                      <a:pt x="751" y="17539"/>
                    </a:cubicBezTo>
                    <a:lnTo>
                      <a:pt x="10931" y="17539"/>
                    </a:lnTo>
                    <a:cubicBezTo>
                      <a:pt x="11347" y="17539"/>
                      <a:pt x="11681" y="17205"/>
                      <a:pt x="11681" y="16789"/>
                    </a:cubicBezTo>
                    <a:lnTo>
                      <a:pt x="11681" y="9645"/>
                    </a:lnTo>
                    <a:lnTo>
                      <a:pt x="11681" y="5847"/>
                    </a:lnTo>
                    <a:cubicBezTo>
                      <a:pt x="11681" y="2620"/>
                      <a:pt x="9061" y="1"/>
                      <a:pt x="58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5"/>
              <p:cNvSpPr/>
              <p:nvPr/>
            </p:nvSpPr>
            <p:spPr>
              <a:xfrm>
                <a:off x="6630575" y="167700"/>
                <a:ext cx="292025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2549" extrusionOk="0">
                    <a:moveTo>
                      <a:pt x="1" y="1"/>
                    </a:moveTo>
                    <a:lnTo>
                      <a:pt x="1" y="1799"/>
                    </a:lnTo>
                    <a:cubicBezTo>
                      <a:pt x="1" y="2215"/>
                      <a:pt x="334" y="2549"/>
                      <a:pt x="751" y="2549"/>
                    </a:cubicBezTo>
                    <a:lnTo>
                      <a:pt x="10931" y="2549"/>
                    </a:lnTo>
                    <a:cubicBezTo>
                      <a:pt x="11347" y="2549"/>
                      <a:pt x="11681" y="2215"/>
                      <a:pt x="11681" y="1799"/>
                    </a:cubicBezTo>
                    <a:lnTo>
                      <a:pt x="1168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5"/>
              <p:cNvSpPr/>
              <p:nvPr/>
            </p:nvSpPr>
            <p:spPr>
              <a:xfrm>
                <a:off x="6669275" y="45675"/>
                <a:ext cx="2143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2692" extrusionOk="0">
                    <a:moveTo>
                      <a:pt x="1346" y="0"/>
                    </a:moveTo>
                    <a:cubicBezTo>
                      <a:pt x="608" y="0"/>
                      <a:pt x="0" y="608"/>
                      <a:pt x="0" y="1346"/>
                    </a:cubicBezTo>
                    <a:cubicBezTo>
                      <a:pt x="0" y="2084"/>
                      <a:pt x="608" y="2691"/>
                      <a:pt x="1346" y="2691"/>
                    </a:cubicBezTo>
                    <a:lnTo>
                      <a:pt x="7228" y="2691"/>
                    </a:lnTo>
                    <a:cubicBezTo>
                      <a:pt x="7978" y="2691"/>
                      <a:pt x="8573" y="2084"/>
                      <a:pt x="8573" y="1346"/>
                    </a:cubicBezTo>
                    <a:cubicBezTo>
                      <a:pt x="8573" y="608"/>
                      <a:pt x="7978" y="0"/>
                      <a:pt x="72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5"/>
              <p:cNvSpPr/>
              <p:nvPr/>
            </p:nvSpPr>
            <p:spPr>
              <a:xfrm>
                <a:off x="6663025" y="39425"/>
                <a:ext cx="22712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3192" extrusionOk="0">
                    <a:moveTo>
                      <a:pt x="7489" y="500"/>
                    </a:moveTo>
                    <a:cubicBezTo>
                      <a:pt x="8085" y="500"/>
                      <a:pt x="8573" y="989"/>
                      <a:pt x="8573" y="1596"/>
                    </a:cubicBezTo>
                    <a:cubicBezTo>
                      <a:pt x="8573" y="2203"/>
                      <a:pt x="8085" y="2691"/>
                      <a:pt x="7489" y="2691"/>
                    </a:cubicBezTo>
                    <a:lnTo>
                      <a:pt x="1608" y="2691"/>
                    </a:lnTo>
                    <a:cubicBezTo>
                      <a:pt x="1001" y="2691"/>
                      <a:pt x="512" y="2203"/>
                      <a:pt x="512" y="1596"/>
                    </a:cubicBezTo>
                    <a:cubicBezTo>
                      <a:pt x="512" y="989"/>
                      <a:pt x="1001" y="500"/>
                      <a:pt x="1608" y="500"/>
                    </a:cubicBezTo>
                    <a:close/>
                    <a:moveTo>
                      <a:pt x="1608" y="0"/>
                    </a:moveTo>
                    <a:cubicBezTo>
                      <a:pt x="715" y="0"/>
                      <a:pt x="0" y="715"/>
                      <a:pt x="0" y="1596"/>
                    </a:cubicBezTo>
                    <a:cubicBezTo>
                      <a:pt x="0" y="2477"/>
                      <a:pt x="715" y="3191"/>
                      <a:pt x="1608" y="3191"/>
                    </a:cubicBezTo>
                    <a:lnTo>
                      <a:pt x="7489" y="3191"/>
                    </a:lnTo>
                    <a:cubicBezTo>
                      <a:pt x="8371" y="3191"/>
                      <a:pt x="9085" y="2477"/>
                      <a:pt x="9085" y="1596"/>
                    </a:cubicBezTo>
                    <a:cubicBezTo>
                      <a:pt x="9085" y="715"/>
                      <a:pt x="8371" y="0"/>
                      <a:pt x="74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5"/>
              <p:cNvSpPr/>
              <p:nvPr/>
            </p:nvSpPr>
            <p:spPr>
              <a:xfrm>
                <a:off x="67002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5"/>
              <p:cNvSpPr/>
              <p:nvPr/>
            </p:nvSpPr>
            <p:spPr>
              <a:xfrm>
                <a:off x="673535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5"/>
              <p:cNvSpPr/>
              <p:nvPr/>
            </p:nvSpPr>
            <p:spPr>
              <a:xfrm>
                <a:off x="6770175" y="44775"/>
                <a:ext cx="128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13" y="2727"/>
                    </a:lnTo>
                    <a:lnTo>
                      <a:pt x="5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5"/>
              <p:cNvSpPr/>
              <p:nvPr/>
            </p:nvSpPr>
            <p:spPr>
              <a:xfrm>
                <a:off x="680530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5"/>
              <p:cNvSpPr/>
              <p:nvPr/>
            </p:nvSpPr>
            <p:spPr>
              <a:xfrm>
                <a:off x="68404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5"/>
              <p:cNvSpPr/>
              <p:nvPr/>
            </p:nvSpPr>
            <p:spPr>
              <a:xfrm>
                <a:off x="6630575" y="157600"/>
                <a:ext cx="2920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810" extrusionOk="0">
                    <a:moveTo>
                      <a:pt x="1" y="0"/>
                    </a:moveTo>
                    <a:lnTo>
                      <a:pt x="1" y="810"/>
                    </a:lnTo>
                    <a:lnTo>
                      <a:pt x="11681" y="810"/>
                    </a:lnTo>
                    <a:lnTo>
                      <a:pt x="116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5"/>
              <p:cNvSpPr/>
              <p:nvPr/>
            </p:nvSpPr>
            <p:spPr>
              <a:xfrm>
                <a:off x="6707675" y="-125775"/>
                <a:ext cx="137825" cy="137825"/>
              </a:xfrm>
              <a:custGeom>
                <a:avLst/>
                <a:gdLst/>
                <a:ahLst/>
                <a:cxnLst/>
                <a:rect l="l" t="t" r="r" b="b"/>
                <a:pathLst>
                  <a:path w="5513" h="5513" extrusionOk="0">
                    <a:moveTo>
                      <a:pt x="2751" y="0"/>
                    </a:moveTo>
                    <a:cubicBezTo>
                      <a:pt x="1227" y="0"/>
                      <a:pt x="0" y="1239"/>
                      <a:pt x="0" y="2763"/>
                    </a:cubicBezTo>
                    <a:cubicBezTo>
                      <a:pt x="0" y="4287"/>
                      <a:pt x="1227" y="5513"/>
                      <a:pt x="2751" y="5513"/>
                    </a:cubicBezTo>
                    <a:cubicBezTo>
                      <a:pt x="4287" y="5513"/>
                      <a:pt x="5513" y="4287"/>
                      <a:pt x="5513" y="2763"/>
                    </a:cubicBezTo>
                    <a:cubicBezTo>
                      <a:pt x="5513" y="1239"/>
                      <a:pt x="4287" y="0"/>
                      <a:pt x="27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5"/>
              <p:cNvSpPr/>
              <p:nvPr/>
            </p:nvSpPr>
            <p:spPr>
              <a:xfrm>
                <a:off x="6723450" y="-110000"/>
                <a:ext cx="106275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4251" extrusionOk="0">
                    <a:moveTo>
                      <a:pt x="2120" y="0"/>
                    </a:moveTo>
                    <a:cubicBezTo>
                      <a:pt x="953" y="0"/>
                      <a:pt x="0" y="953"/>
                      <a:pt x="0" y="2132"/>
                    </a:cubicBezTo>
                    <a:cubicBezTo>
                      <a:pt x="0" y="3298"/>
                      <a:pt x="953" y="4251"/>
                      <a:pt x="2120" y="4251"/>
                    </a:cubicBezTo>
                    <a:cubicBezTo>
                      <a:pt x="3298" y="4251"/>
                      <a:pt x="4251" y="3298"/>
                      <a:pt x="4251" y="2132"/>
                    </a:cubicBezTo>
                    <a:cubicBezTo>
                      <a:pt x="4251" y="953"/>
                      <a:pt x="3298" y="0"/>
                      <a:pt x="212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5"/>
              <p:cNvSpPr/>
              <p:nvPr/>
            </p:nvSpPr>
            <p:spPr>
              <a:xfrm>
                <a:off x="6723450" y="-71900"/>
                <a:ext cx="106275" cy="681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2727" extrusionOk="0">
                    <a:moveTo>
                      <a:pt x="96" y="0"/>
                    </a:moveTo>
                    <a:cubicBezTo>
                      <a:pt x="36" y="191"/>
                      <a:pt x="0" y="393"/>
                      <a:pt x="0" y="608"/>
                    </a:cubicBezTo>
                    <a:cubicBezTo>
                      <a:pt x="0" y="1774"/>
                      <a:pt x="953" y="2727"/>
                      <a:pt x="2132" y="2727"/>
                    </a:cubicBezTo>
                    <a:cubicBezTo>
                      <a:pt x="3298" y="2727"/>
                      <a:pt x="4251" y="1774"/>
                      <a:pt x="4251" y="608"/>
                    </a:cubicBezTo>
                    <a:cubicBezTo>
                      <a:pt x="4251" y="393"/>
                      <a:pt x="4227" y="191"/>
                      <a:pt x="4168" y="0"/>
                    </a:cubicBezTo>
                    <a:cubicBezTo>
                      <a:pt x="3906" y="881"/>
                      <a:pt x="3084" y="1524"/>
                      <a:pt x="2132" y="1524"/>
                    </a:cubicBezTo>
                    <a:cubicBezTo>
                      <a:pt x="1167" y="1524"/>
                      <a:pt x="346" y="881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5"/>
              <p:cNvSpPr/>
              <p:nvPr/>
            </p:nvSpPr>
            <p:spPr>
              <a:xfrm>
                <a:off x="6630575" y="167700"/>
                <a:ext cx="67600" cy="6225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490" extrusionOk="0">
                    <a:moveTo>
                      <a:pt x="1394" y="1"/>
                    </a:moveTo>
                    <a:lnTo>
                      <a:pt x="1" y="1561"/>
                    </a:lnTo>
                    <a:lnTo>
                      <a:pt x="1" y="1799"/>
                    </a:lnTo>
                    <a:cubicBezTo>
                      <a:pt x="1" y="2108"/>
                      <a:pt x="203" y="2382"/>
                      <a:pt x="477" y="2489"/>
                    </a:cubicBez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5"/>
              <p:cNvSpPr/>
              <p:nvPr/>
            </p:nvSpPr>
            <p:spPr>
              <a:xfrm>
                <a:off x="6658550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5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35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5"/>
              <p:cNvSpPr/>
              <p:nvPr/>
            </p:nvSpPr>
            <p:spPr>
              <a:xfrm>
                <a:off x="6708575" y="167700"/>
                <a:ext cx="89600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4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5"/>
              <p:cNvSpPr/>
              <p:nvPr/>
            </p:nvSpPr>
            <p:spPr>
              <a:xfrm>
                <a:off x="6858275" y="167700"/>
                <a:ext cx="643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2573" y="1144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5"/>
              <p:cNvSpPr/>
              <p:nvPr/>
            </p:nvSpPr>
            <p:spPr>
              <a:xfrm>
                <a:off x="6758575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5"/>
              <p:cNvSpPr/>
              <p:nvPr/>
            </p:nvSpPr>
            <p:spPr>
              <a:xfrm>
                <a:off x="6808275" y="167700"/>
                <a:ext cx="899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22" y="2537"/>
                    </a:lnTo>
                    <a:lnTo>
                      <a:pt x="3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0" name="Google Shape;1120;p35"/>
          <p:cNvGrpSpPr/>
          <p:nvPr/>
        </p:nvGrpSpPr>
        <p:grpSpPr>
          <a:xfrm rot="-842718">
            <a:off x="7953386" y="4231383"/>
            <a:ext cx="1172454" cy="933979"/>
            <a:chOff x="5784050" y="1584700"/>
            <a:chExt cx="294100" cy="234275"/>
          </a:xfrm>
        </p:grpSpPr>
        <p:sp>
          <p:nvSpPr>
            <p:cNvPr id="1121" name="Google Shape;1121;p35"/>
            <p:cNvSpPr/>
            <p:nvPr/>
          </p:nvSpPr>
          <p:spPr>
            <a:xfrm>
              <a:off x="5784050" y="1584850"/>
              <a:ext cx="294100" cy="233975"/>
            </a:xfrm>
            <a:custGeom>
              <a:avLst/>
              <a:gdLst/>
              <a:ahLst/>
              <a:cxnLst/>
              <a:rect l="l" t="t" r="r" b="b"/>
              <a:pathLst>
                <a:path w="11764" h="9359" extrusionOk="0">
                  <a:moveTo>
                    <a:pt x="3941" y="0"/>
                  </a:moveTo>
                  <a:lnTo>
                    <a:pt x="1203" y="2739"/>
                  </a:lnTo>
                  <a:lnTo>
                    <a:pt x="1203" y="3536"/>
                  </a:lnTo>
                  <a:lnTo>
                    <a:pt x="1143" y="3536"/>
                  </a:lnTo>
                  <a:cubicBezTo>
                    <a:pt x="512" y="3536"/>
                    <a:pt x="0" y="4048"/>
                    <a:pt x="0" y="4679"/>
                  </a:cubicBezTo>
                  <a:cubicBezTo>
                    <a:pt x="0" y="5310"/>
                    <a:pt x="512" y="5822"/>
                    <a:pt x="1143" y="5822"/>
                  </a:cubicBezTo>
                  <a:lnTo>
                    <a:pt x="1203" y="5822"/>
                  </a:lnTo>
                  <a:lnTo>
                    <a:pt x="1203" y="6620"/>
                  </a:lnTo>
                  <a:lnTo>
                    <a:pt x="3941" y="9359"/>
                  </a:lnTo>
                  <a:lnTo>
                    <a:pt x="7823" y="9359"/>
                  </a:lnTo>
                  <a:lnTo>
                    <a:pt x="10561" y="6620"/>
                  </a:lnTo>
                  <a:lnTo>
                    <a:pt x="10561" y="5822"/>
                  </a:lnTo>
                  <a:lnTo>
                    <a:pt x="10621" y="5822"/>
                  </a:lnTo>
                  <a:cubicBezTo>
                    <a:pt x="11252" y="5822"/>
                    <a:pt x="11764" y="5310"/>
                    <a:pt x="11764" y="4679"/>
                  </a:cubicBezTo>
                  <a:cubicBezTo>
                    <a:pt x="11764" y="4048"/>
                    <a:pt x="11252" y="3536"/>
                    <a:pt x="10621" y="3536"/>
                  </a:cubicBezTo>
                  <a:lnTo>
                    <a:pt x="10561" y="3536"/>
                  </a:lnTo>
                  <a:lnTo>
                    <a:pt x="10561" y="2739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2" name="Google Shape;1122;p35"/>
            <p:cNvGrpSpPr/>
            <p:nvPr/>
          </p:nvGrpSpPr>
          <p:grpSpPr>
            <a:xfrm>
              <a:off x="5784050" y="1584700"/>
              <a:ext cx="294100" cy="234275"/>
              <a:chOff x="5784050" y="-104950"/>
              <a:chExt cx="294100" cy="234275"/>
            </a:xfrm>
          </p:grpSpPr>
          <p:sp>
            <p:nvSpPr>
              <p:cNvPr id="1123" name="Google Shape;1123;p35"/>
              <p:cNvSpPr/>
              <p:nvPr/>
            </p:nvSpPr>
            <p:spPr>
              <a:xfrm>
                <a:off x="5784050" y="-16550"/>
                <a:ext cx="571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2287" extrusionOk="0">
                    <a:moveTo>
                      <a:pt x="1143" y="1"/>
                    </a:moveTo>
                    <a:cubicBezTo>
                      <a:pt x="512" y="1"/>
                      <a:pt x="0" y="513"/>
                      <a:pt x="0" y="1144"/>
                    </a:cubicBezTo>
                    <a:cubicBezTo>
                      <a:pt x="0" y="1775"/>
                      <a:pt x="512" y="2287"/>
                      <a:pt x="1143" y="2287"/>
                    </a:cubicBezTo>
                    <a:cubicBezTo>
                      <a:pt x="1774" y="2287"/>
                      <a:pt x="2286" y="1775"/>
                      <a:pt x="2286" y="1144"/>
                    </a:cubicBezTo>
                    <a:cubicBezTo>
                      <a:pt x="2286" y="513"/>
                      <a:pt x="1774" y="1"/>
                      <a:pt x="1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5"/>
              <p:cNvSpPr/>
              <p:nvPr/>
            </p:nvSpPr>
            <p:spPr>
              <a:xfrm>
                <a:off x="6020675" y="-16550"/>
                <a:ext cx="574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2287" extrusionOk="0">
                    <a:moveTo>
                      <a:pt x="1156" y="1"/>
                    </a:moveTo>
                    <a:cubicBezTo>
                      <a:pt x="525" y="1"/>
                      <a:pt x="1" y="513"/>
                      <a:pt x="1" y="1144"/>
                    </a:cubicBezTo>
                    <a:cubicBezTo>
                      <a:pt x="1" y="1775"/>
                      <a:pt x="525" y="2287"/>
                      <a:pt x="1156" y="2287"/>
                    </a:cubicBezTo>
                    <a:cubicBezTo>
                      <a:pt x="1787" y="2287"/>
                      <a:pt x="2299" y="1775"/>
                      <a:pt x="2299" y="1144"/>
                    </a:cubicBezTo>
                    <a:cubicBezTo>
                      <a:pt x="2299" y="513"/>
                      <a:pt x="1787" y="1"/>
                      <a:pt x="11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5"/>
              <p:cNvSpPr/>
              <p:nvPr/>
            </p:nvSpPr>
            <p:spPr>
              <a:xfrm>
                <a:off x="5814100" y="-104950"/>
                <a:ext cx="234000" cy="234275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9371" extrusionOk="0">
                    <a:moveTo>
                      <a:pt x="2739" y="1"/>
                    </a:moveTo>
                    <a:lnTo>
                      <a:pt x="1" y="2751"/>
                    </a:lnTo>
                    <a:lnTo>
                      <a:pt x="1" y="6621"/>
                    </a:lnTo>
                    <a:lnTo>
                      <a:pt x="2739" y="9371"/>
                    </a:lnTo>
                    <a:lnTo>
                      <a:pt x="6609" y="9371"/>
                    </a:lnTo>
                    <a:lnTo>
                      <a:pt x="9359" y="6621"/>
                    </a:lnTo>
                    <a:lnTo>
                      <a:pt x="9359" y="2751"/>
                    </a:lnTo>
                    <a:lnTo>
                      <a:pt x="660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5"/>
              <p:cNvSpPr/>
              <p:nvPr/>
            </p:nvSpPr>
            <p:spPr>
              <a:xfrm>
                <a:off x="5862025" y="-47800"/>
                <a:ext cx="137850" cy="1381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26" extrusionOk="0">
                    <a:moveTo>
                      <a:pt x="2763" y="1"/>
                    </a:moveTo>
                    <a:cubicBezTo>
                      <a:pt x="1227" y="1"/>
                      <a:pt x="1" y="1239"/>
                      <a:pt x="1" y="2763"/>
                    </a:cubicBezTo>
                    <a:cubicBezTo>
                      <a:pt x="1" y="4287"/>
                      <a:pt x="1239" y="5525"/>
                      <a:pt x="2763" y="5525"/>
                    </a:cubicBezTo>
                    <a:cubicBezTo>
                      <a:pt x="4287" y="5525"/>
                      <a:pt x="5513" y="4287"/>
                      <a:pt x="5513" y="2763"/>
                    </a:cubicBezTo>
                    <a:cubicBezTo>
                      <a:pt x="5513" y="1239"/>
                      <a:pt x="4287" y="1"/>
                      <a:pt x="27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5"/>
              <p:cNvSpPr/>
              <p:nvPr/>
            </p:nvSpPr>
            <p:spPr>
              <a:xfrm>
                <a:off x="5877800" y="-31725"/>
                <a:ext cx="106300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4252" extrusionOk="0">
                    <a:moveTo>
                      <a:pt x="2132" y="1"/>
                    </a:moveTo>
                    <a:cubicBezTo>
                      <a:pt x="953" y="1"/>
                      <a:pt x="1" y="953"/>
                      <a:pt x="1" y="2120"/>
                    </a:cubicBezTo>
                    <a:cubicBezTo>
                      <a:pt x="1" y="3299"/>
                      <a:pt x="953" y="4251"/>
                      <a:pt x="2132" y="4251"/>
                    </a:cubicBezTo>
                    <a:cubicBezTo>
                      <a:pt x="3299" y="4251"/>
                      <a:pt x="4251" y="3299"/>
                      <a:pt x="4251" y="2120"/>
                    </a:cubicBezTo>
                    <a:cubicBezTo>
                      <a:pt x="4251" y="953"/>
                      <a:pt x="3299" y="1"/>
                      <a:pt x="2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5"/>
              <p:cNvSpPr/>
              <p:nvPr/>
            </p:nvSpPr>
            <p:spPr>
              <a:xfrm>
                <a:off x="5877800" y="6075"/>
                <a:ext cx="106300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2740" extrusionOk="0">
                    <a:moveTo>
                      <a:pt x="96" y="1"/>
                    </a:moveTo>
                    <a:cubicBezTo>
                      <a:pt x="36" y="203"/>
                      <a:pt x="1" y="394"/>
                      <a:pt x="1" y="608"/>
                    </a:cubicBezTo>
                    <a:cubicBezTo>
                      <a:pt x="1" y="1787"/>
                      <a:pt x="953" y="2739"/>
                      <a:pt x="2132" y="2739"/>
                    </a:cubicBezTo>
                    <a:cubicBezTo>
                      <a:pt x="3299" y="2739"/>
                      <a:pt x="4251" y="1787"/>
                      <a:pt x="4251" y="608"/>
                    </a:cubicBezTo>
                    <a:cubicBezTo>
                      <a:pt x="4251" y="406"/>
                      <a:pt x="4227" y="203"/>
                      <a:pt x="4168" y="1"/>
                    </a:cubicBezTo>
                    <a:cubicBezTo>
                      <a:pt x="3906" y="882"/>
                      <a:pt x="3096" y="1525"/>
                      <a:pt x="2132" y="1525"/>
                    </a:cubicBezTo>
                    <a:cubicBezTo>
                      <a:pt x="1168" y="1525"/>
                      <a:pt x="346" y="882"/>
                      <a:pt x="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35"/>
          <p:cNvGrpSpPr/>
          <p:nvPr/>
        </p:nvGrpSpPr>
        <p:grpSpPr>
          <a:xfrm>
            <a:off x="1602454" y="2222200"/>
            <a:ext cx="234762" cy="218290"/>
            <a:chOff x="8652775" y="883650"/>
            <a:chExt cx="38125" cy="35450"/>
          </a:xfrm>
        </p:grpSpPr>
        <p:sp>
          <p:nvSpPr>
            <p:cNvPr id="1130" name="Google Shape;1130;p3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35"/>
          <p:cNvGrpSpPr/>
          <p:nvPr/>
        </p:nvGrpSpPr>
        <p:grpSpPr>
          <a:xfrm>
            <a:off x="3117741" y="4284638"/>
            <a:ext cx="234762" cy="218290"/>
            <a:chOff x="8652775" y="883650"/>
            <a:chExt cx="38125" cy="35450"/>
          </a:xfrm>
        </p:grpSpPr>
        <p:sp>
          <p:nvSpPr>
            <p:cNvPr id="1135" name="Google Shape;1135;p3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36"/>
          <p:cNvSpPr txBox="1">
            <a:spLocks noGrp="1"/>
          </p:cNvSpPr>
          <p:nvPr>
            <p:ph type="title"/>
          </p:nvPr>
        </p:nvSpPr>
        <p:spPr>
          <a:xfrm>
            <a:off x="2251188" y="128444"/>
            <a:ext cx="4496100" cy="7116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Mini Computer (Linux OS)</a:t>
            </a:r>
            <a:endParaRPr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1143" name="Google Shape;1143;p36"/>
          <p:cNvGrpSpPr/>
          <p:nvPr/>
        </p:nvGrpSpPr>
        <p:grpSpPr>
          <a:xfrm rot="-807566">
            <a:off x="179748" y="3013785"/>
            <a:ext cx="1827102" cy="2315108"/>
            <a:chOff x="4700075" y="3262363"/>
            <a:chExt cx="560525" cy="710238"/>
          </a:xfrm>
        </p:grpSpPr>
        <p:sp>
          <p:nvSpPr>
            <p:cNvPr id="1144" name="Google Shape;1144;p36"/>
            <p:cNvSpPr/>
            <p:nvPr/>
          </p:nvSpPr>
          <p:spPr>
            <a:xfrm>
              <a:off x="4700075" y="3262375"/>
              <a:ext cx="560525" cy="710225"/>
            </a:xfrm>
            <a:custGeom>
              <a:avLst/>
              <a:gdLst/>
              <a:ahLst/>
              <a:cxnLst/>
              <a:rect l="l" t="t" r="r" b="b"/>
              <a:pathLst>
                <a:path w="22421" h="28409" extrusionOk="0">
                  <a:moveTo>
                    <a:pt x="6728" y="0"/>
                  </a:moveTo>
                  <a:cubicBezTo>
                    <a:pt x="6121" y="0"/>
                    <a:pt x="5632" y="488"/>
                    <a:pt x="5632" y="1084"/>
                  </a:cubicBezTo>
                  <a:lnTo>
                    <a:pt x="5632" y="3000"/>
                  </a:lnTo>
                  <a:cubicBezTo>
                    <a:pt x="5394" y="3012"/>
                    <a:pt x="5204" y="3215"/>
                    <a:pt x="5204" y="3465"/>
                  </a:cubicBezTo>
                  <a:lnTo>
                    <a:pt x="5204" y="3953"/>
                  </a:lnTo>
                  <a:lnTo>
                    <a:pt x="4716" y="3953"/>
                  </a:lnTo>
                  <a:lnTo>
                    <a:pt x="4716" y="4286"/>
                  </a:lnTo>
                  <a:lnTo>
                    <a:pt x="3263" y="4286"/>
                  </a:lnTo>
                  <a:cubicBezTo>
                    <a:pt x="3120" y="3834"/>
                    <a:pt x="2692" y="3501"/>
                    <a:pt x="2192" y="3501"/>
                  </a:cubicBezTo>
                  <a:cubicBezTo>
                    <a:pt x="1584" y="3501"/>
                    <a:pt x="1084" y="4001"/>
                    <a:pt x="1084" y="4608"/>
                  </a:cubicBezTo>
                  <a:cubicBezTo>
                    <a:pt x="1084" y="5227"/>
                    <a:pt x="1572" y="5727"/>
                    <a:pt x="2192" y="5727"/>
                  </a:cubicBezTo>
                  <a:cubicBezTo>
                    <a:pt x="2692" y="5727"/>
                    <a:pt x="3108" y="5406"/>
                    <a:pt x="3251" y="4953"/>
                  </a:cubicBezTo>
                  <a:lnTo>
                    <a:pt x="4716" y="4953"/>
                  </a:lnTo>
                  <a:lnTo>
                    <a:pt x="4716" y="5298"/>
                  </a:lnTo>
                  <a:lnTo>
                    <a:pt x="5192" y="5298"/>
                  </a:lnTo>
                  <a:lnTo>
                    <a:pt x="5192" y="5727"/>
                  </a:lnTo>
                  <a:cubicBezTo>
                    <a:pt x="5192" y="5977"/>
                    <a:pt x="5394" y="6179"/>
                    <a:pt x="5632" y="6191"/>
                  </a:cubicBezTo>
                  <a:lnTo>
                    <a:pt x="5632" y="8394"/>
                  </a:lnTo>
                  <a:cubicBezTo>
                    <a:pt x="5632" y="8989"/>
                    <a:pt x="6121" y="9477"/>
                    <a:pt x="6728" y="9477"/>
                  </a:cubicBezTo>
                  <a:lnTo>
                    <a:pt x="9300" y="9477"/>
                  </a:lnTo>
                  <a:lnTo>
                    <a:pt x="9300" y="10323"/>
                  </a:lnTo>
                  <a:lnTo>
                    <a:pt x="4442" y="10323"/>
                  </a:lnTo>
                  <a:lnTo>
                    <a:pt x="4442" y="11216"/>
                  </a:lnTo>
                  <a:lnTo>
                    <a:pt x="4442" y="11966"/>
                  </a:lnTo>
                  <a:lnTo>
                    <a:pt x="4442" y="12013"/>
                  </a:lnTo>
                  <a:lnTo>
                    <a:pt x="5609" y="12013"/>
                  </a:lnTo>
                  <a:cubicBezTo>
                    <a:pt x="5251" y="12204"/>
                    <a:pt x="4906" y="12430"/>
                    <a:pt x="4585" y="12692"/>
                  </a:cubicBezTo>
                  <a:cubicBezTo>
                    <a:pt x="4358" y="12871"/>
                    <a:pt x="4132" y="13061"/>
                    <a:pt x="3930" y="13264"/>
                  </a:cubicBezTo>
                  <a:cubicBezTo>
                    <a:pt x="3739" y="13454"/>
                    <a:pt x="3573" y="13645"/>
                    <a:pt x="3418" y="13847"/>
                  </a:cubicBezTo>
                  <a:cubicBezTo>
                    <a:pt x="3037" y="14323"/>
                    <a:pt x="2739" y="14823"/>
                    <a:pt x="2513" y="15359"/>
                  </a:cubicBezTo>
                  <a:cubicBezTo>
                    <a:pt x="2275" y="15895"/>
                    <a:pt x="2108" y="16466"/>
                    <a:pt x="1977" y="17050"/>
                  </a:cubicBezTo>
                  <a:cubicBezTo>
                    <a:pt x="1846" y="17681"/>
                    <a:pt x="1775" y="18324"/>
                    <a:pt x="1727" y="18979"/>
                  </a:cubicBezTo>
                  <a:cubicBezTo>
                    <a:pt x="1680" y="19610"/>
                    <a:pt x="1668" y="20241"/>
                    <a:pt x="1668" y="20872"/>
                  </a:cubicBezTo>
                  <a:cubicBezTo>
                    <a:pt x="1668" y="20979"/>
                    <a:pt x="1668" y="21098"/>
                    <a:pt x="1668" y="21205"/>
                  </a:cubicBezTo>
                  <a:cubicBezTo>
                    <a:pt x="715" y="21443"/>
                    <a:pt x="1" y="22300"/>
                    <a:pt x="1" y="23336"/>
                  </a:cubicBezTo>
                  <a:lnTo>
                    <a:pt x="1" y="24848"/>
                  </a:lnTo>
                  <a:lnTo>
                    <a:pt x="1168" y="24848"/>
                  </a:lnTo>
                  <a:lnTo>
                    <a:pt x="1168" y="23324"/>
                  </a:lnTo>
                  <a:cubicBezTo>
                    <a:pt x="1168" y="22765"/>
                    <a:pt x="1632" y="22300"/>
                    <a:pt x="2192" y="22300"/>
                  </a:cubicBezTo>
                  <a:cubicBezTo>
                    <a:pt x="2763" y="22300"/>
                    <a:pt x="3227" y="22765"/>
                    <a:pt x="3227" y="23324"/>
                  </a:cubicBezTo>
                  <a:lnTo>
                    <a:pt x="3227" y="24836"/>
                  </a:lnTo>
                  <a:lnTo>
                    <a:pt x="4394" y="24836"/>
                  </a:lnTo>
                  <a:lnTo>
                    <a:pt x="4394" y="23324"/>
                  </a:lnTo>
                  <a:cubicBezTo>
                    <a:pt x="4394" y="22336"/>
                    <a:pt x="3739" y="21503"/>
                    <a:pt x="2834" y="21229"/>
                  </a:cubicBezTo>
                  <a:lnTo>
                    <a:pt x="2834" y="20860"/>
                  </a:lnTo>
                  <a:cubicBezTo>
                    <a:pt x="2834" y="20276"/>
                    <a:pt x="2846" y="19681"/>
                    <a:pt x="2882" y="19098"/>
                  </a:cubicBezTo>
                  <a:cubicBezTo>
                    <a:pt x="2918" y="18526"/>
                    <a:pt x="2989" y="17967"/>
                    <a:pt x="3096" y="17419"/>
                  </a:cubicBezTo>
                  <a:cubicBezTo>
                    <a:pt x="3215" y="16859"/>
                    <a:pt x="3382" y="16300"/>
                    <a:pt x="3620" y="15776"/>
                  </a:cubicBezTo>
                  <a:cubicBezTo>
                    <a:pt x="3811" y="15347"/>
                    <a:pt x="4061" y="14942"/>
                    <a:pt x="4358" y="14549"/>
                  </a:cubicBezTo>
                  <a:cubicBezTo>
                    <a:pt x="4478" y="14395"/>
                    <a:pt x="4609" y="14240"/>
                    <a:pt x="4751" y="14085"/>
                  </a:cubicBezTo>
                  <a:cubicBezTo>
                    <a:pt x="4906" y="13930"/>
                    <a:pt x="5061" y="13787"/>
                    <a:pt x="5228" y="13657"/>
                  </a:cubicBezTo>
                  <a:cubicBezTo>
                    <a:pt x="5430" y="13478"/>
                    <a:pt x="5656" y="13323"/>
                    <a:pt x="5882" y="13180"/>
                  </a:cubicBezTo>
                  <a:lnTo>
                    <a:pt x="5882" y="20872"/>
                  </a:lnTo>
                  <a:lnTo>
                    <a:pt x="7406" y="20872"/>
                  </a:lnTo>
                  <a:cubicBezTo>
                    <a:pt x="7335" y="21015"/>
                    <a:pt x="7276" y="21169"/>
                    <a:pt x="7216" y="21324"/>
                  </a:cubicBezTo>
                  <a:cubicBezTo>
                    <a:pt x="7014" y="21872"/>
                    <a:pt x="6883" y="22455"/>
                    <a:pt x="6811" y="23062"/>
                  </a:cubicBezTo>
                  <a:cubicBezTo>
                    <a:pt x="6740" y="23562"/>
                    <a:pt x="6704" y="24074"/>
                    <a:pt x="6704" y="24575"/>
                  </a:cubicBezTo>
                  <a:cubicBezTo>
                    <a:pt x="6692" y="25086"/>
                    <a:pt x="6716" y="25587"/>
                    <a:pt x="6752" y="26051"/>
                  </a:cubicBezTo>
                  <a:cubicBezTo>
                    <a:pt x="6573" y="26229"/>
                    <a:pt x="6454" y="26480"/>
                    <a:pt x="6454" y="26753"/>
                  </a:cubicBezTo>
                  <a:lnTo>
                    <a:pt x="6454" y="26968"/>
                  </a:lnTo>
                  <a:lnTo>
                    <a:pt x="4132" y="26968"/>
                  </a:lnTo>
                  <a:lnTo>
                    <a:pt x="4132" y="27682"/>
                  </a:lnTo>
                  <a:lnTo>
                    <a:pt x="4132" y="28396"/>
                  </a:lnTo>
                  <a:lnTo>
                    <a:pt x="4132" y="28408"/>
                  </a:lnTo>
                  <a:lnTo>
                    <a:pt x="8776" y="28408"/>
                  </a:lnTo>
                  <a:lnTo>
                    <a:pt x="8776" y="28396"/>
                  </a:lnTo>
                  <a:lnTo>
                    <a:pt x="8776" y="27682"/>
                  </a:lnTo>
                  <a:lnTo>
                    <a:pt x="8776" y="26968"/>
                  </a:lnTo>
                  <a:lnTo>
                    <a:pt x="8395" y="26968"/>
                  </a:lnTo>
                  <a:lnTo>
                    <a:pt x="8395" y="26753"/>
                  </a:lnTo>
                  <a:cubicBezTo>
                    <a:pt x="8395" y="26432"/>
                    <a:pt x="8240" y="26146"/>
                    <a:pt x="8002" y="25968"/>
                  </a:cubicBezTo>
                  <a:cubicBezTo>
                    <a:pt x="8002" y="25944"/>
                    <a:pt x="7990" y="25920"/>
                    <a:pt x="7990" y="25896"/>
                  </a:cubicBezTo>
                  <a:cubicBezTo>
                    <a:pt x="7954" y="25456"/>
                    <a:pt x="7942" y="25015"/>
                    <a:pt x="7954" y="24586"/>
                  </a:cubicBezTo>
                  <a:cubicBezTo>
                    <a:pt x="7966" y="24051"/>
                    <a:pt x="8014" y="23515"/>
                    <a:pt x="8109" y="22991"/>
                  </a:cubicBezTo>
                  <a:cubicBezTo>
                    <a:pt x="8121" y="22908"/>
                    <a:pt x="8133" y="22824"/>
                    <a:pt x="8157" y="22741"/>
                  </a:cubicBezTo>
                  <a:cubicBezTo>
                    <a:pt x="8228" y="22360"/>
                    <a:pt x="8335" y="21979"/>
                    <a:pt x="8478" y="21610"/>
                  </a:cubicBezTo>
                  <a:cubicBezTo>
                    <a:pt x="8585" y="21348"/>
                    <a:pt x="8704" y="21098"/>
                    <a:pt x="8859" y="20872"/>
                  </a:cubicBezTo>
                  <a:lnTo>
                    <a:pt x="13443" y="20872"/>
                  </a:lnTo>
                  <a:cubicBezTo>
                    <a:pt x="13633" y="21098"/>
                    <a:pt x="13788" y="21348"/>
                    <a:pt x="13919" y="21610"/>
                  </a:cubicBezTo>
                  <a:cubicBezTo>
                    <a:pt x="13979" y="21717"/>
                    <a:pt x="14038" y="21836"/>
                    <a:pt x="14086" y="21955"/>
                  </a:cubicBezTo>
                  <a:cubicBezTo>
                    <a:pt x="14205" y="22289"/>
                    <a:pt x="14312" y="22646"/>
                    <a:pt x="14384" y="22991"/>
                  </a:cubicBezTo>
                  <a:cubicBezTo>
                    <a:pt x="14491" y="23515"/>
                    <a:pt x="14550" y="24051"/>
                    <a:pt x="14550" y="24586"/>
                  </a:cubicBezTo>
                  <a:cubicBezTo>
                    <a:pt x="14562" y="25027"/>
                    <a:pt x="14526" y="25479"/>
                    <a:pt x="14467" y="25908"/>
                  </a:cubicBezTo>
                  <a:cubicBezTo>
                    <a:pt x="14467" y="25920"/>
                    <a:pt x="14455" y="25932"/>
                    <a:pt x="14455" y="25944"/>
                  </a:cubicBezTo>
                  <a:cubicBezTo>
                    <a:pt x="14205" y="26122"/>
                    <a:pt x="14026" y="26420"/>
                    <a:pt x="14026" y="26753"/>
                  </a:cubicBezTo>
                  <a:lnTo>
                    <a:pt x="14026" y="26980"/>
                  </a:lnTo>
                  <a:lnTo>
                    <a:pt x="13693" y="26980"/>
                  </a:lnTo>
                  <a:lnTo>
                    <a:pt x="13693" y="27694"/>
                  </a:lnTo>
                  <a:lnTo>
                    <a:pt x="13693" y="28408"/>
                  </a:lnTo>
                  <a:lnTo>
                    <a:pt x="18336" y="28408"/>
                  </a:lnTo>
                  <a:lnTo>
                    <a:pt x="18336" y="27694"/>
                  </a:lnTo>
                  <a:lnTo>
                    <a:pt x="18336" y="26980"/>
                  </a:lnTo>
                  <a:lnTo>
                    <a:pt x="15967" y="26980"/>
                  </a:lnTo>
                  <a:lnTo>
                    <a:pt x="15967" y="26753"/>
                  </a:lnTo>
                  <a:cubicBezTo>
                    <a:pt x="15967" y="26491"/>
                    <a:pt x="15860" y="26253"/>
                    <a:pt x="15693" y="26075"/>
                  </a:cubicBezTo>
                  <a:cubicBezTo>
                    <a:pt x="15753" y="25598"/>
                    <a:pt x="15777" y="25098"/>
                    <a:pt x="15765" y="24586"/>
                  </a:cubicBezTo>
                  <a:cubicBezTo>
                    <a:pt x="15753" y="24074"/>
                    <a:pt x="15705" y="23562"/>
                    <a:pt x="15622" y="23062"/>
                  </a:cubicBezTo>
                  <a:cubicBezTo>
                    <a:pt x="15515" y="22467"/>
                    <a:pt x="15360" y="21884"/>
                    <a:pt x="15134" y="21336"/>
                  </a:cubicBezTo>
                  <a:cubicBezTo>
                    <a:pt x="15062" y="21181"/>
                    <a:pt x="14991" y="21026"/>
                    <a:pt x="14907" y="20872"/>
                  </a:cubicBezTo>
                  <a:lnTo>
                    <a:pt x="16586" y="20872"/>
                  </a:lnTo>
                  <a:lnTo>
                    <a:pt x="16586" y="13204"/>
                  </a:lnTo>
                  <a:cubicBezTo>
                    <a:pt x="16812" y="13347"/>
                    <a:pt x="17027" y="13502"/>
                    <a:pt x="17241" y="13668"/>
                  </a:cubicBezTo>
                  <a:cubicBezTo>
                    <a:pt x="17408" y="13799"/>
                    <a:pt x="17563" y="13942"/>
                    <a:pt x="17717" y="14097"/>
                  </a:cubicBezTo>
                  <a:cubicBezTo>
                    <a:pt x="17860" y="14240"/>
                    <a:pt x="17991" y="14395"/>
                    <a:pt x="18122" y="14549"/>
                  </a:cubicBezTo>
                  <a:cubicBezTo>
                    <a:pt x="18432" y="14930"/>
                    <a:pt x="18682" y="15347"/>
                    <a:pt x="18872" y="15776"/>
                  </a:cubicBezTo>
                  <a:cubicBezTo>
                    <a:pt x="19110" y="16300"/>
                    <a:pt x="19277" y="16847"/>
                    <a:pt x="19384" y="17419"/>
                  </a:cubicBezTo>
                  <a:cubicBezTo>
                    <a:pt x="19491" y="17967"/>
                    <a:pt x="19551" y="18538"/>
                    <a:pt x="19587" y="19098"/>
                  </a:cubicBezTo>
                  <a:cubicBezTo>
                    <a:pt x="19622" y="19693"/>
                    <a:pt x="19634" y="20288"/>
                    <a:pt x="19634" y="20872"/>
                  </a:cubicBezTo>
                  <a:lnTo>
                    <a:pt x="19634" y="21217"/>
                  </a:lnTo>
                  <a:cubicBezTo>
                    <a:pt x="18706" y="21479"/>
                    <a:pt x="18027" y="22324"/>
                    <a:pt x="18027" y="23336"/>
                  </a:cubicBezTo>
                  <a:lnTo>
                    <a:pt x="18027" y="24848"/>
                  </a:lnTo>
                  <a:lnTo>
                    <a:pt x="19194" y="24848"/>
                  </a:lnTo>
                  <a:lnTo>
                    <a:pt x="19194" y="23324"/>
                  </a:lnTo>
                  <a:cubicBezTo>
                    <a:pt x="19194" y="22765"/>
                    <a:pt x="19658" y="22300"/>
                    <a:pt x="20218" y="22300"/>
                  </a:cubicBezTo>
                  <a:cubicBezTo>
                    <a:pt x="20789" y="22300"/>
                    <a:pt x="21242" y="22765"/>
                    <a:pt x="21242" y="23324"/>
                  </a:cubicBezTo>
                  <a:lnTo>
                    <a:pt x="21242" y="24836"/>
                  </a:lnTo>
                  <a:lnTo>
                    <a:pt x="22420" y="24836"/>
                  </a:lnTo>
                  <a:lnTo>
                    <a:pt x="22420" y="23324"/>
                  </a:lnTo>
                  <a:cubicBezTo>
                    <a:pt x="22408" y="22324"/>
                    <a:pt x="21730" y="21467"/>
                    <a:pt x="20801" y="21217"/>
                  </a:cubicBezTo>
                  <a:cubicBezTo>
                    <a:pt x="20801" y="21098"/>
                    <a:pt x="20801" y="20979"/>
                    <a:pt x="20801" y="20860"/>
                  </a:cubicBezTo>
                  <a:cubicBezTo>
                    <a:pt x="20801" y="20229"/>
                    <a:pt x="20777" y="19598"/>
                    <a:pt x="20730" y="18979"/>
                  </a:cubicBezTo>
                  <a:cubicBezTo>
                    <a:pt x="20682" y="18324"/>
                    <a:pt x="20611" y="17681"/>
                    <a:pt x="20468" y="17050"/>
                  </a:cubicBezTo>
                  <a:cubicBezTo>
                    <a:pt x="20349" y="16478"/>
                    <a:pt x="20170" y="15907"/>
                    <a:pt x="19932" y="15359"/>
                  </a:cubicBezTo>
                  <a:cubicBezTo>
                    <a:pt x="19706" y="14835"/>
                    <a:pt x="19408" y="14335"/>
                    <a:pt x="19039" y="13847"/>
                  </a:cubicBezTo>
                  <a:cubicBezTo>
                    <a:pt x="18884" y="13657"/>
                    <a:pt x="18717" y="13454"/>
                    <a:pt x="18539" y="13264"/>
                  </a:cubicBezTo>
                  <a:cubicBezTo>
                    <a:pt x="18336" y="13049"/>
                    <a:pt x="18122" y="12859"/>
                    <a:pt x="17896" y="12668"/>
                  </a:cubicBezTo>
                  <a:cubicBezTo>
                    <a:pt x="17574" y="12418"/>
                    <a:pt x="17241" y="12204"/>
                    <a:pt x="16896" y="12013"/>
                  </a:cubicBezTo>
                  <a:lnTo>
                    <a:pt x="18027" y="12013"/>
                  </a:lnTo>
                  <a:lnTo>
                    <a:pt x="18027" y="11966"/>
                  </a:lnTo>
                  <a:lnTo>
                    <a:pt x="18027" y="11216"/>
                  </a:lnTo>
                  <a:lnTo>
                    <a:pt x="18027" y="10323"/>
                  </a:lnTo>
                  <a:lnTo>
                    <a:pt x="13169" y="10323"/>
                  </a:lnTo>
                  <a:lnTo>
                    <a:pt x="13169" y="9477"/>
                  </a:lnTo>
                  <a:lnTo>
                    <a:pt x="15741" y="9477"/>
                  </a:lnTo>
                  <a:cubicBezTo>
                    <a:pt x="16336" y="9477"/>
                    <a:pt x="16824" y="8989"/>
                    <a:pt x="16824" y="8394"/>
                  </a:cubicBezTo>
                  <a:lnTo>
                    <a:pt x="16824" y="6191"/>
                  </a:lnTo>
                  <a:cubicBezTo>
                    <a:pt x="17086" y="6191"/>
                    <a:pt x="17289" y="5989"/>
                    <a:pt x="17289" y="5727"/>
                  </a:cubicBezTo>
                  <a:lnTo>
                    <a:pt x="17289" y="5227"/>
                  </a:lnTo>
                  <a:lnTo>
                    <a:pt x="17765" y="5227"/>
                  </a:lnTo>
                  <a:lnTo>
                    <a:pt x="17765" y="4894"/>
                  </a:lnTo>
                  <a:lnTo>
                    <a:pt x="19229" y="4894"/>
                  </a:lnTo>
                  <a:cubicBezTo>
                    <a:pt x="19360" y="5358"/>
                    <a:pt x="19789" y="5691"/>
                    <a:pt x="20289" y="5691"/>
                  </a:cubicBezTo>
                  <a:cubicBezTo>
                    <a:pt x="20908" y="5691"/>
                    <a:pt x="21408" y="5191"/>
                    <a:pt x="21408" y="4572"/>
                  </a:cubicBezTo>
                  <a:cubicBezTo>
                    <a:pt x="21408" y="3965"/>
                    <a:pt x="20908" y="3465"/>
                    <a:pt x="20289" y="3465"/>
                  </a:cubicBezTo>
                  <a:cubicBezTo>
                    <a:pt x="19801" y="3465"/>
                    <a:pt x="19372" y="3786"/>
                    <a:pt x="19229" y="4239"/>
                  </a:cubicBezTo>
                  <a:lnTo>
                    <a:pt x="17765" y="4239"/>
                  </a:lnTo>
                  <a:lnTo>
                    <a:pt x="17765" y="3893"/>
                  </a:lnTo>
                  <a:lnTo>
                    <a:pt x="17289" y="3893"/>
                  </a:lnTo>
                  <a:lnTo>
                    <a:pt x="17289" y="3465"/>
                  </a:lnTo>
                  <a:cubicBezTo>
                    <a:pt x="17289" y="3203"/>
                    <a:pt x="17086" y="3000"/>
                    <a:pt x="16824" y="3000"/>
                  </a:cubicBezTo>
                  <a:lnTo>
                    <a:pt x="16824" y="1084"/>
                  </a:lnTo>
                  <a:cubicBezTo>
                    <a:pt x="16824" y="488"/>
                    <a:pt x="16336" y="0"/>
                    <a:pt x="15741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5" name="Google Shape;1145;p36"/>
            <p:cNvGrpSpPr/>
            <p:nvPr/>
          </p:nvGrpSpPr>
          <p:grpSpPr>
            <a:xfrm>
              <a:off x="4700075" y="3262363"/>
              <a:ext cx="560225" cy="709950"/>
              <a:chOff x="556300" y="1021375"/>
              <a:chExt cx="560225" cy="709950"/>
            </a:xfrm>
          </p:grpSpPr>
          <p:sp>
            <p:nvSpPr>
              <p:cNvPr id="1146" name="Google Shape;1146;p36"/>
              <p:cNvSpPr/>
              <p:nvPr/>
            </p:nvSpPr>
            <p:spPr>
              <a:xfrm>
                <a:off x="837000" y="1292525"/>
                <a:ext cx="166700" cy="70600"/>
              </a:xfrm>
              <a:custGeom>
                <a:avLst/>
                <a:gdLst/>
                <a:ahLst/>
                <a:cxnLst/>
                <a:rect l="l" t="t" r="r" b="b"/>
                <a:pathLst>
                  <a:path w="6668" h="2824" extrusionOk="0">
                    <a:moveTo>
                      <a:pt x="207" y="0"/>
                    </a:moveTo>
                    <a:cubicBezTo>
                      <a:pt x="138" y="0"/>
                      <a:pt x="69" y="1"/>
                      <a:pt x="0" y="2"/>
                    </a:cubicBezTo>
                    <a:lnTo>
                      <a:pt x="412" y="2"/>
                    </a:lnTo>
                    <a:cubicBezTo>
                      <a:pt x="343" y="1"/>
                      <a:pt x="275" y="0"/>
                      <a:pt x="207" y="0"/>
                    </a:cubicBezTo>
                    <a:close/>
                    <a:moveTo>
                      <a:pt x="412" y="2"/>
                    </a:moveTo>
                    <a:cubicBezTo>
                      <a:pt x="425" y="2"/>
                      <a:pt x="439" y="2"/>
                      <a:pt x="452" y="2"/>
                    </a:cubicBezTo>
                    <a:lnTo>
                      <a:pt x="452" y="2"/>
                    </a:lnTo>
                    <a:cubicBezTo>
                      <a:pt x="449" y="2"/>
                      <a:pt x="445" y="2"/>
                      <a:pt x="441" y="2"/>
                    </a:cubicBezTo>
                    <a:close/>
                    <a:moveTo>
                      <a:pt x="452" y="2"/>
                    </a:moveTo>
                    <a:cubicBezTo>
                      <a:pt x="1156" y="37"/>
                      <a:pt x="1188" y="1085"/>
                      <a:pt x="548" y="1168"/>
                    </a:cubicBezTo>
                    <a:cubicBezTo>
                      <a:pt x="2513" y="1204"/>
                      <a:pt x="4477" y="1573"/>
                      <a:pt x="6013" y="2823"/>
                    </a:cubicBezTo>
                    <a:lnTo>
                      <a:pt x="6668" y="1823"/>
                    </a:lnTo>
                    <a:cubicBezTo>
                      <a:pt x="4941" y="442"/>
                      <a:pt x="2651" y="30"/>
                      <a:pt x="452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6"/>
              <p:cNvSpPr/>
              <p:nvPr/>
            </p:nvSpPr>
            <p:spPr>
              <a:xfrm>
                <a:off x="987325" y="1338100"/>
                <a:ext cx="449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870" extrusionOk="0">
                    <a:moveTo>
                      <a:pt x="655" y="0"/>
                    </a:moveTo>
                    <a:lnTo>
                      <a:pt x="0" y="988"/>
                    </a:lnTo>
                    <a:cubicBezTo>
                      <a:pt x="167" y="1119"/>
                      <a:pt x="322" y="1262"/>
                      <a:pt x="476" y="1417"/>
                    </a:cubicBezTo>
                    <a:cubicBezTo>
                      <a:pt x="619" y="1560"/>
                      <a:pt x="750" y="1715"/>
                      <a:pt x="881" y="1869"/>
                    </a:cubicBezTo>
                    <a:lnTo>
                      <a:pt x="1798" y="1179"/>
                    </a:lnTo>
                    <a:cubicBezTo>
                      <a:pt x="1643" y="988"/>
                      <a:pt x="1476" y="786"/>
                      <a:pt x="1298" y="595"/>
                    </a:cubicBezTo>
                    <a:cubicBezTo>
                      <a:pt x="1095" y="381"/>
                      <a:pt x="881" y="179"/>
                      <a:pt x="6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6"/>
              <p:cNvSpPr/>
              <p:nvPr/>
            </p:nvSpPr>
            <p:spPr>
              <a:xfrm>
                <a:off x="1009350" y="1367550"/>
                <a:ext cx="45250" cy="47950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918" extrusionOk="0">
                    <a:moveTo>
                      <a:pt x="917" y="1"/>
                    </a:moveTo>
                    <a:lnTo>
                      <a:pt x="0" y="691"/>
                    </a:lnTo>
                    <a:cubicBezTo>
                      <a:pt x="310" y="1084"/>
                      <a:pt x="548" y="1489"/>
                      <a:pt x="750" y="1918"/>
                    </a:cubicBezTo>
                    <a:lnTo>
                      <a:pt x="1810" y="1513"/>
                    </a:lnTo>
                    <a:cubicBezTo>
                      <a:pt x="1584" y="989"/>
                      <a:pt x="1286" y="489"/>
                      <a:pt x="9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6"/>
              <p:cNvSpPr/>
              <p:nvPr/>
            </p:nvSpPr>
            <p:spPr>
              <a:xfrm>
                <a:off x="823600" y="1321725"/>
                <a:ext cx="137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3" extrusionOk="0">
                    <a:moveTo>
                      <a:pt x="1" y="0"/>
                    </a:moveTo>
                    <a:cubicBezTo>
                      <a:pt x="36" y="0"/>
                      <a:pt x="72" y="12"/>
                      <a:pt x="108" y="12"/>
                    </a:cubicBezTo>
                    <a:cubicBezTo>
                      <a:pt x="251" y="0"/>
                      <a:pt x="405" y="0"/>
                      <a:pt x="548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6"/>
              <p:cNvSpPr/>
              <p:nvPr/>
            </p:nvSpPr>
            <p:spPr>
              <a:xfrm>
                <a:off x="1028100" y="1405350"/>
                <a:ext cx="39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2061" extrusionOk="0">
                    <a:moveTo>
                      <a:pt x="1060" y="1"/>
                    </a:moveTo>
                    <a:lnTo>
                      <a:pt x="0" y="406"/>
                    </a:lnTo>
                    <a:cubicBezTo>
                      <a:pt x="238" y="942"/>
                      <a:pt x="405" y="1489"/>
                      <a:pt x="512" y="2061"/>
                    </a:cubicBezTo>
                    <a:lnTo>
                      <a:pt x="1596" y="1692"/>
                    </a:lnTo>
                    <a:cubicBezTo>
                      <a:pt x="1477" y="1108"/>
                      <a:pt x="1298" y="549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6"/>
              <p:cNvSpPr/>
              <p:nvPr/>
            </p:nvSpPr>
            <p:spPr>
              <a:xfrm>
                <a:off x="1047150" y="1542875"/>
                <a:ext cx="29175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1275" extrusionOk="0">
                    <a:moveTo>
                      <a:pt x="0" y="1"/>
                    </a:moveTo>
                    <a:lnTo>
                      <a:pt x="0" y="703"/>
                    </a:lnTo>
                    <a:cubicBezTo>
                      <a:pt x="0" y="1084"/>
                      <a:pt x="292" y="1275"/>
                      <a:pt x="584" y="1275"/>
                    </a:cubicBezTo>
                    <a:cubicBezTo>
                      <a:pt x="875" y="1275"/>
                      <a:pt x="1167" y="1084"/>
                      <a:pt x="1167" y="703"/>
                    </a:cubicBezTo>
                    <a:cubicBezTo>
                      <a:pt x="1167" y="477"/>
                      <a:pt x="1167" y="239"/>
                      <a:pt x="1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6"/>
              <p:cNvSpPr/>
              <p:nvPr/>
            </p:nvSpPr>
            <p:spPr>
              <a:xfrm>
                <a:off x="1045950" y="1495850"/>
                <a:ext cx="303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1882" extrusionOk="0">
                    <a:moveTo>
                      <a:pt x="1155" y="0"/>
                    </a:moveTo>
                    <a:lnTo>
                      <a:pt x="1" y="120"/>
                    </a:lnTo>
                    <a:cubicBezTo>
                      <a:pt x="36" y="703"/>
                      <a:pt x="48" y="1298"/>
                      <a:pt x="48" y="1882"/>
                    </a:cubicBezTo>
                    <a:lnTo>
                      <a:pt x="1215" y="1882"/>
                    </a:lnTo>
                    <a:cubicBezTo>
                      <a:pt x="1215" y="1251"/>
                      <a:pt x="1191" y="62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6"/>
              <p:cNvSpPr/>
              <p:nvPr/>
            </p:nvSpPr>
            <p:spPr>
              <a:xfrm>
                <a:off x="1040900" y="1447625"/>
                <a:ext cx="336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049" extrusionOk="0">
                    <a:moveTo>
                      <a:pt x="1084" y="1"/>
                    </a:moveTo>
                    <a:lnTo>
                      <a:pt x="0" y="370"/>
                    </a:lnTo>
                    <a:cubicBezTo>
                      <a:pt x="107" y="917"/>
                      <a:pt x="167" y="1477"/>
                      <a:pt x="203" y="2049"/>
                    </a:cubicBezTo>
                    <a:lnTo>
                      <a:pt x="1346" y="1929"/>
                    </a:lnTo>
                    <a:cubicBezTo>
                      <a:pt x="1310" y="1275"/>
                      <a:pt x="1227" y="632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6"/>
              <p:cNvSpPr/>
              <p:nvPr/>
            </p:nvSpPr>
            <p:spPr>
              <a:xfrm>
                <a:off x="599475" y="1447625"/>
                <a:ext cx="342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2049" extrusionOk="0">
                    <a:moveTo>
                      <a:pt x="250" y="1"/>
                    </a:moveTo>
                    <a:cubicBezTo>
                      <a:pt x="119" y="632"/>
                      <a:pt x="48" y="1275"/>
                      <a:pt x="0" y="1929"/>
                    </a:cubicBezTo>
                    <a:lnTo>
                      <a:pt x="1155" y="2049"/>
                    </a:lnTo>
                    <a:cubicBezTo>
                      <a:pt x="1191" y="1477"/>
                      <a:pt x="1262" y="917"/>
                      <a:pt x="1369" y="370"/>
                    </a:cubicBezTo>
                    <a:lnTo>
                      <a:pt x="2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6"/>
              <p:cNvSpPr/>
              <p:nvPr/>
            </p:nvSpPr>
            <p:spPr>
              <a:xfrm>
                <a:off x="597975" y="1495850"/>
                <a:ext cx="3040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882" extrusionOk="0">
                    <a:moveTo>
                      <a:pt x="60" y="0"/>
                    </a:moveTo>
                    <a:cubicBezTo>
                      <a:pt x="13" y="632"/>
                      <a:pt x="1" y="1263"/>
                      <a:pt x="1" y="1882"/>
                    </a:cubicBezTo>
                    <a:lnTo>
                      <a:pt x="1167" y="1882"/>
                    </a:lnTo>
                    <a:cubicBezTo>
                      <a:pt x="1167" y="1298"/>
                      <a:pt x="1179" y="703"/>
                      <a:pt x="1215" y="120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6"/>
              <p:cNvSpPr/>
              <p:nvPr/>
            </p:nvSpPr>
            <p:spPr>
              <a:xfrm>
                <a:off x="605725" y="1405350"/>
                <a:ext cx="411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061" extrusionOk="0">
                    <a:moveTo>
                      <a:pt x="536" y="1"/>
                    </a:moveTo>
                    <a:cubicBezTo>
                      <a:pt x="298" y="537"/>
                      <a:pt x="131" y="1108"/>
                      <a:pt x="0" y="1692"/>
                    </a:cubicBezTo>
                    <a:lnTo>
                      <a:pt x="1119" y="2061"/>
                    </a:lnTo>
                    <a:cubicBezTo>
                      <a:pt x="1238" y="1501"/>
                      <a:pt x="1405" y="942"/>
                      <a:pt x="1643" y="418"/>
                    </a:cubicBez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6"/>
              <p:cNvSpPr/>
              <p:nvPr/>
            </p:nvSpPr>
            <p:spPr>
              <a:xfrm>
                <a:off x="597975" y="1542875"/>
                <a:ext cx="29200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275" extrusionOk="0">
                    <a:moveTo>
                      <a:pt x="1" y="1"/>
                    </a:moveTo>
                    <a:cubicBezTo>
                      <a:pt x="1" y="239"/>
                      <a:pt x="1" y="477"/>
                      <a:pt x="1" y="703"/>
                    </a:cubicBezTo>
                    <a:cubicBezTo>
                      <a:pt x="1" y="1084"/>
                      <a:pt x="292" y="1275"/>
                      <a:pt x="584" y="1275"/>
                    </a:cubicBezTo>
                    <a:cubicBezTo>
                      <a:pt x="876" y="1275"/>
                      <a:pt x="1167" y="1084"/>
                      <a:pt x="1167" y="703"/>
                    </a:cubicBezTo>
                    <a:lnTo>
                      <a:pt x="116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6"/>
              <p:cNvSpPr/>
              <p:nvPr/>
            </p:nvSpPr>
            <p:spPr>
              <a:xfrm>
                <a:off x="641725" y="1338400"/>
                <a:ext cx="452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70" extrusionOk="0">
                    <a:moveTo>
                      <a:pt x="1168" y="0"/>
                    </a:moveTo>
                    <a:cubicBezTo>
                      <a:pt x="941" y="179"/>
                      <a:pt x="715" y="369"/>
                      <a:pt x="513" y="583"/>
                    </a:cubicBezTo>
                    <a:cubicBezTo>
                      <a:pt x="322" y="774"/>
                      <a:pt x="156" y="964"/>
                      <a:pt x="1" y="1167"/>
                    </a:cubicBezTo>
                    <a:lnTo>
                      <a:pt x="941" y="1869"/>
                    </a:lnTo>
                    <a:cubicBezTo>
                      <a:pt x="1061" y="1715"/>
                      <a:pt x="1192" y="1560"/>
                      <a:pt x="1334" y="1405"/>
                    </a:cubicBezTo>
                    <a:cubicBezTo>
                      <a:pt x="1489" y="1250"/>
                      <a:pt x="1644" y="1107"/>
                      <a:pt x="1811" y="976"/>
                    </a:cubicBez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6"/>
              <p:cNvSpPr/>
              <p:nvPr/>
            </p:nvSpPr>
            <p:spPr>
              <a:xfrm>
                <a:off x="837300" y="1321725"/>
                <a:ext cx="134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3" extrusionOk="0">
                    <a:moveTo>
                      <a:pt x="0" y="0"/>
                    </a:moveTo>
                    <a:cubicBezTo>
                      <a:pt x="143" y="0"/>
                      <a:pt x="286" y="0"/>
                      <a:pt x="429" y="12"/>
                    </a:cubicBezTo>
                    <a:cubicBezTo>
                      <a:pt x="465" y="12"/>
                      <a:pt x="500" y="0"/>
                      <a:pt x="536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6"/>
              <p:cNvSpPr/>
              <p:nvPr/>
            </p:nvSpPr>
            <p:spPr>
              <a:xfrm>
                <a:off x="619125" y="1367550"/>
                <a:ext cx="4615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930" extrusionOk="0">
                    <a:moveTo>
                      <a:pt x="905" y="1"/>
                    </a:moveTo>
                    <a:cubicBezTo>
                      <a:pt x="524" y="465"/>
                      <a:pt x="226" y="977"/>
                      <a:pt x="0" y="1513"/>
                    </a:cubicBezTo>
                    <a:lnTo>
                      <a:pt x="1107" y="1930"/>
                    </a:lnTo>
                    <a:cubicBezTo>
                      <a:pt x="1298" y="1501"/>
                      <a:pt x="1548" y="1096"/>
                      <a:pt x="1845" y="703"/>
                    </a:cubicBezTo>
                    <a:lnTo>
                      <a:pt x="9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6"/>
              <p:cNvSpPr/>
              <p:nvPr/>
            </p:nvSpPr>
            <p:spPr>
              <a:xfrm>
                <a:off x="670900" y="1292525"/>
                <a:ext cx="166125" cy="70300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2812" extrusionOk="0">
                    <a:moveTo>
                      <a:pt x="6446" y="1"/>
                    </a:moveTo>
                    <a:cubicBezTo>
                      <a:pt x="6380" y="1"/>
                      <a:pt x="6315" y="1"/>
                      <a:pt x="6249" y="2"/>
                    </a:cubicBezTo>
                    <a:lnTo>
                      <a:pt x="6644" y="2"/>
                    </a:lnTo>
                    <a:cubicBezTo>
                      <a:pt x="6578" y="1"/>
                      <a:pt x="6512" y="1"/>
                      <a:pt x="6446" y="1"/>
                    </a:cubicBezTo>
                    <a:close/>
                    <a:moveTo>
                      <a:pt x="6216" y="2"/>
                    </a:moveTo>
                    <a:cubicBezTo>
                      <a:pt x="6211" y="2"/>
                      <a:pt x="6207" y="2"/>
                      <a:pt x="6203" y="2"/>
                    </a:cubicBezTo>
                    <a:lnTo>
                      <a:pt x="6203" y="2"/>
                    </a:lnTo>
                    <a:cubicBezTo>
                      <a:pt x="6218" y="2"/>
                      <a:pt x="6234" y="2"/>
                      <a:pt x="6249" y="2"/>
                    </a:cubicBezTo>
                    <a:close/>
                    <a:moveTo>
                      <a:pt x="6203" y="2"/>
                    </a:moveTo>
                    <a:lnTo>
                      <a:pt x="6203" y="2"/>
                    </a:lnTo>
                    <a:cubicBezTo>
                      <a:pt x="3979" y="31"/>
                      <a:pt x="1754" y="462"/>
                      <a:pt x="1" y="1835"/>
                    </a:cubicBezTo>
                    <a:lnTo>
                      <a:pt x="644" y="2811"/>
                    </a:lnTo>
                    <a:cubicBezTo>
                      <a:pt x="2144" y="1549"/>
                      <a:pt x="4156" y="1204"/>
                      <a:pt x="6109" y="1168"/>
                    </a:cubicBezTo>
                    <a:cubicBezTo>
                      <a:pt x="5470" y="1074"/>
                      <a:pt x="5501" y="38"/>
                      <a:pt x="6203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6"/>
              <p:cNvSpPr/>
              <p:nvPr/>
            </p:nvSpPr>
            <p:spPr>
              <a:xfrm>
                <a:off x="807525" y="1292550"/>
                <a:ext cx="59250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68" extrusionOk="0">
                    <a:moveTo>
                      <a:pt x="751" y="1"/>
                    </a:moveTo>
                    <a:cubicBezTo>
                      <a:pt x="36" y="24"/>
                      <a:pt x="1" y="1072"/>
                      <a:pt x="644" y="1167"/>
                    </a:cubicBezTo>
                    <a:lnTo>
                      <a:pt x="1191" y="1167"/>
                    </a:lnTo>
                    <a:cubicBezTo>
                      <a:pt x="1281" y="1161"/>
                      <a:pt x="1370" y="1158"/>
                      <a:pt x="1459" y="1158"/>
                    </a:cubicBezTo>
                    <a:cubicBezTo>
                      <a:pt x="1548" y="1158"/>
                      <a:pt x="1638" y="1161"/>
                      <a:pt x="1727" y="1167"/>
                    </a:cubicBezTo>
                    <a:cubicBezTo>
                      <a:pt x="2370" y="1084"/>
                      <a:pt x="2334" y="24"/>
                      <a:pt x="1620" y="1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6"/>
              <p:cNvSpPr/>
              <p:nvPr/>
            </p:nvSpPr>
            <p:spPr>
              <a:xfrm>
                <a:off x="917950" y="1635750"/>
                <a:ext cx="3277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620" extrusionOk="0">
                    <a:moveTo>
                      <a:pt x="84" y="0"/>
                    </a:moveTo>
                    <a:cubicBezTo>
                      <a:pt x="96" y="453"/>
                      <a:pt x="60" y="893"/>
                      <a:pt x="1" y="1334"/>
                    </a:cubicBezTo>
                    <a:lnTo>
                      <a:pt x="1215" y="1620"/>
                    </a:lnTo>
                    <a:cubicBezTo>
                      <a:pt x="1287" y="1108"/>
                      <a:pt x="1311" y="560"/>
                      <a:pt x="1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6"/>
              <p:cNvSpPr/>
              <p:nvPr/>
            </p:nvSpPr>
            <p:spPr>
              <a:xfrm>
                <a:off x="723600" y="1635750"/>
                <a:ext cx="32450" cy="4020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1608" extrusionOk="0">
                    <a:moveTo>
                      <a:pt x="12" y="0"/>
                    </a:moveTo>
                    <a:cubicBezTo>
                      <a:pt x="0" y="560"/>
                      <a:pt x="36" y="1108"/>
                      <a:pt x="83" y="1608"/>
                    </a:cubicBezTo>
                    <a:lnTo>
                      <a:pt x="1298" y="1322"/>
                    </a:lnTo>
                    <a:cubicBezTo>
                      <a:pt x="1262" y="881"/>
                      <a:pt x="1250" y="441"/>
                      <a:pt x="1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6"/>
              <p:cNvSpPr/>
              <p:nvPr/>
            </p:nvSpPr>
            <p:spPr>
              <a:xfrm>
                <a:off x="904275" y="1554775"/>
                <a:ext cx="42575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28" extrusionOk="0">
                    <a:moveTo>
                      <a:pt x="1215" y="1"/>
                    </a:moveTo>
                    <a:lnTo>
                      <a:pt x="0" y="263"/>
                    </a:lnTo>
                    <a:cubicBezTo>
                      <a:pt x="60" y="382"/>
                      <a:pt x="119" y="501"/>
                      <a:pt x="167" y="620"/>
                    </a:cubicBezTo>
                    <a:cubicBezTo>
                      <a:pt x="298" y="953"/>
                      <a:pt x="393" y="1299"/>
                      <a:pt x="465" y="1656"/>
                    </a:cubicBezTo>
                    <a:lnTo>
                      <a:pt x="1703" y="1727"/>
                    </a:lnTo>
                    <a:cubicBezTo>
                      <a:pt x="1596" y="1120"/>
                      <a:pt x="1441" y="537"/>
                      <a:pt x="1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6"/>
              <p:cNvSpPr/>
              <p:nvPr/>
            </p:nvSpPr>
            <p:spPr>
              <a:xfrm>
                <a:off x="726575" y="1554500"/>
                <a:ext cx="41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27" extrusionOk="0">
                    <a:moveTo>
                      <a:pt x="405" y="0"/>
                    </a:moveTo>
                    <a:cubicBezTo>
                      <a:pt x="214" y="548"/>
                      <a:pt x="84" y="1131"/>
                      <a:pt x="0" y="1726"/>
                    </a:cubicBezTo>
                    <a:lnTo>
                      <a:pt x="1298" y="1667"/>
                    </a:lnTo>
                    <a:cubicBezTo>
                      <a:pt x="1310" y="1584"/>
                      <a:pt x="1322" y="1488"/>
                      <a:pt x="1346" y="1405"/>
                    </a:cubicBezTo>
                    <a:cubicBezTo>
                      <a:pt x="1417" y="1036"/>
                      <a:pt x="1524" y="655"/>
                      <a:pt x="1667" y="274"/>
                    </a:cubicBez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6"/>
              <p:cNvSpPr/>
              <p:nvPr/>
            </p:nvSpPr>
            <p:spPr>
              <a:xfrm>
                <a:off x="725675" y="1668775"/>
                <a:ext cx="34075" cy="371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484" extrusionOk="0">
                    <a:moveTo>
                      <a:pt x="1215" y="1"/>
                    </a:moveTo>
                    <a:lnTo>
                      <a:pt x="0" y="287"/>
                    </a:lnTo>
                    <a:cubicBezTo>
                      <a:pt x="24" y="561"/>
                      <a:pt x="48" y="823"/>
                      <a:pt x="84" y="1061"/>
                    </a:cubicBezTo>
                    <a:cubicBezTo>
                      <a:pt x="127" y="1355"/>
                      <a:pt x="346" y="1483"/>
                      <a:pt x="587" y="1483"/>
                    </a:cubicBezTo>
                    <a:cubicBezTo>
                      <a:pt x="950" y="1483"/>
                      <a:pt x="1363" y="1194"/>
                      <a:pt x="1298" y="751"/>
                    </a:cubicBezTo>
                    <a:cubicBezTo>
                      <a:pt x="1263" y="501"/>
                      <a:pt x="1239" y="251"/>
                      <a:pt x="1215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6"/>
              <p:cNvSpPr/>
              <p:nvPr/>
            </p:nvSpPr>
            <p:spPr>
              <a:xfrm>
                <a:off x="912350" y="1669075"/>
                <a:ext cx="3600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72" extrusionOk="0">
                    <a:moveTo>
                      <a:pt x="225" y="1"/>
                    </a:moveTo>
                    <a:cubicBezTo>
                      <a:pt x="189" y="251"/>
                      <a:pt x="142" y="501"/>
                      <a:pt x="94" y="739"/>
                    </a:cubicBezTo>
                    <a:cubicBezTo>
                      <a:pt x="1" y="1182"/>
                      <a:pt x="398" y="1471"/>
                      <a:pt x="765" y="1471"/>
                    </a:cubicBezTo>
                    <a:cubicBezTo>
                      <a:pt x="1010" y="1471"/>
                      <a:pt x="1242" y="1343"/>
                      <a:pt x="1308" y="1049"/>
                    </a:cubicBezTo>
                    <a:cubicBezTo>
                      <a:pt x="1356" y="811"/>
                      <a:pt x="1404" y="549"/>
                      <a:pt x="1439" y="287"/>
                    </a:cubicBezTo>
                    <a:lnTo>
                      <a:pt x="225" y="1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6"/>
              <p:cNvSpPr/>
              <p:nvPr/>
            </p:nvSpPr>
            <p:spPr>
              <a:xfrm>
                <a:off x="915875" y="1596150"/>
                <a:ext cx="34550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58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8" y="525"/>
                      <a:pt x="167" y="1061"/>
                      <a:pt x="167" y="1584"/>
                    </a:cubicBezTo>
                    <a:lnTo>
                      <a:pt x="1382" y="1584"/>
                    </a:lnTo>
                    <a:cubicBezTo>
                      <a:pt x="1370" y="1084"/>
                      <a:pt x="1322" y="572"/>
                      <a:pt x="1239" y="72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36"/>
              <p:cNvSpPr/>
              <p:nvPr/>
            </p:nvSpPr>
            <p:spPr>
              <a:xfrm>
                <a:off x="723900" y="1596150"/>
                <a:ext cx="3512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585" extrusionOk="0">
                    <a:moveTo>
                      <a:pt x="1405" y="1"/>
                    </a:moveTo>
                    <a:lnTo>
                      <a:pt x="107" y="72"/>
                    </a:lnTo>
                    <a:cubicBezTo>
                      <a:pt x="36" y="572"/>
                      <a:pt x="0" y="1084"/>
                      <a:pt x="0" y="1584"/>
                    </a:cubicBezTo>
                    <a:lnTo>
                      <a:pt x="1250" y="1584"/>
                    </a:lnTo>
                    <a:cubicBezTo>
                      <a:pt x="1262" y="1049"/>
                      <a:pt x="1322" y="525"/>
                      <a:pt x="140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6"/>
              <p:cNvSpPr/>
              <p:nvPr/>
            </p:nvSpPr>
            <p:spPr>
              <a:xfrm>
                <a:off x="736675" y="1484225"/>
                <a:ext cx="197975" cy="77425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3097" extrusionOk="0">
                    <a:moveTo>
                      <a:pt x="3934" y="0"/>
                    </a:moveTo>
                    <a:cubicBezTo>
                      <a:pt x="3730" y="0"/>
                      <a:pt x="3519" y="12"/>
                      <a:pt x="3299" y="37"/>
                    </a:cubicBezTo>
                    <a:cubicBezTo>
                      <a:pt x="1525" y="227"/>
                      <a:pt x="525" y="1370"/>
                      <a:pt x="1" y="2811"/>
                    </a:cubicBezTo>
                    <a:lnTo>
                      <a:pt x="1263" y="3097"/>
                    </a:lnTo>
                    <a:cubicBezTo>
                      <a:pt x="1608" y="2228"/>
                      <a:pt x="2180" y="1466"/>
                      <a:pt x="3204" y="1227"/>
                    </a:cubicBezTo>
                    <a:cubicBezTo>
                      <a:pt x="3434" y="1174"/>
                      <a:pt x="3658" y="1149"/>
                      <a:pt x="3875" y="1149"/>
                    </a:cubicBezTo>
                    <a:cubicBezTo>
                      <a:pt x="5157" y="1149"/>
                      <a:pt x="6175" y="2026"/>
                      <a:pt x="6704" y="3085"/>
                    </a:cubicBezTo>
                    <a:lnTo>
                      <a:pt x="7919" y="2823"/>
                    </a:lnTo>
                    <a:cubicBezTo>
                      <a:pt x="7247" y="1219"/>
                      <a:pt x="5993" y="0"/>
                      <a:pt x="3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6"/>
              <p:cNvSpPr/>
              <p:nvPr/>
            </p:nvSpPr>
            <p:spPr>
              <a:xfrm>
                <a:off x="703350" y="1279450"/>
                <a:ext cx="267625" cy="263450"/>
              </a:xfrm>
              <a:custGeom>
                <a:avLst/>
                <a:gdLst/>
                <a:ahLst/>
                <a:cxnLst/>
                <a:rect l="l" t="t" r="r" b="b"/>
                <a:pathLst>
                  <a:path w="10705" h="10538" extrusionOk="0">
                    <a:moveTo>
                      <a:pt x="0" y="1"/>
                    </a:moveTo>
                    <a:lnTo>
                      <a:pt x="0" y="10538"/>
                    </a:lnTo>
                    <a:lnTo>
                      <a:pt x="10704" y="10538"/>
                    </a:lnTo>
                    <a:lnTo>
                      <a:pt x="107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6"/>
              <p:cNvSpPr/>
              <p:nvPr/>
            </p:nvSpPr>
            <p:spPr>
              <a:xfrm>
                <a:off x="788775" y="1237775"/>
                <a:ext cx="9677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2561" extrusionOk="0">
                    <a:moveTo>
                      <a:pt x="1" y="1"/>
                    </a:moveTo>
                    <a:lnTo>
                      <a:pt x="1" y="2561"/>
                    </a:lnTo>
                    <a:lnTo>
                      <a:pt x="3870" y="2561"/>
                    </a:lnTo>
                    <a:lnTo>
                      <a:pt x="3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36"/>
              <p:cNvSpPr/>
              <p:nvPr/>
            </p:nvSpPr>
            <p:spPr>
              <a:xfrm>
                <a:off x="988500" y="1127350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1"/>
                    </a:moveTo>
                    <a:lnTo>
                      <a:pt x="1" y="644"/>
                    </a:lnTo>
                    <a:lnTo>
                      <a:pt x="3013" y="644"/>
                    </a:lnTo>
                    <a:lnTo>
                      <a:pt x="30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36"/>
              <p:cNvSpPr/>
              <p:nvPr/>
            </p:nvSpPr>
            <p:spPr>
              <a:xfrm>
                <a:off x="976900" y="1118725"/>
                <a:ext cx="23825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953" y="1334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36"/>
              <p:cNvSpPr/>
              <p:nvPr/>
            </p:nvSpPr>
            <p:spPr>
              <a:xfrm>
                <a:off x="9652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15" y="3191"/>
                      <a:pt x="465" y="3191"/>
                    </a:cubicBezTo>
                    <a:cubicBezTo>
                      <a:pt x="727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27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6"/>
              <p:cNvSpPr/>
              <p:nvPr/>
            </p:nvSpPr>
            <p:spPr>
              <a:xfrm>
                <a:off x="1035825" y="1108000"/>
                <a:ext cx="55700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1120" y="1"/>
                    </a:moveTo>
                    <a:cubicBezTo>
                      <a:pt x="501" y="1"/>
                      <a:pt x="1" y="501"/>
                      <a:pt x="1" y="1108"/>
                    </a:cubicBezTo>
                    <a:cubicBezTo>
                      <a:pt x="1" y="1727"/>
                      <a:pt x="501" y="2227"/>
                      <a:pt x="1120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1"/>
                      <a:pt x="1727" y="1"/>
                      <a:pt x="11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6"/>
              <p:cNvSpPr/>
              <p:nvPr/>
            </p:nvSpPr>
            <p:spPr>
              <a:xfrm>
                <a:off x="1063800" y="1108000"/>
                <a:ext cx="27725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2228" extrusionOk="0">
                    <a:moveTo>
                      <a:pt x="1" y="1"/>
                    </a:moveTo>
                    <a:lnTo>
                      <a:pt x="1" y="2227"/>
                    </a:lnTo>
                    <a:cubicBezTo>
                      <a:pt x="608" y="2227"/>
                      <a:pt x="1108" y="1727"/>
                      <a:pt x="1108" y="1108"/>
                    </a:cubicBezTo>
                    <a:cubicBezTo>
                      <a:pt x="1108" y="489"/>
                      <a:pt x="608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6"/>
              <p:cNvSpPr/>
              <p:nvPr/>
            </p:nvSpPr>
            <p:spPr>
              <a:xfrm>
                <a:off x="611075" y="1128850"/>
                <a:ext cx="75325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55" extrusionOk="0">
                    <a:moveTo>
                      <a:pt x="1" y="0"/>
                    </a:moveTo>
                    <a:lnTo>
                      <a:pt x="1" y="655"/>
                    </a:lnTo>
                    <a:lnTo>
                      <a:pt x="3013" y="655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6"/>
              <p:cNvSpPr/>
              <p:nvPr/>
            </p:nvSpPr>
            <p:spPr>
              <a:xfrm>
                <a:off x="674175" y="1120200"/>
                <a:ext cx="2385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347" extrusionOk="0">
                    <a:moveTo>
                      <a:pt x="1" y="1"/>
                    </a:moveTo>
                    <a:lnTo>
                      <a:pt x="1" y="1346"/>
                    </a:lnTo>
                    <a:lnTo>
                      <a:pt x="953" y="1346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6"/>
              <p:cNvSpPr/>
              <p:nvPr/>
            </p:nvSpPr>
            <p:spPr>
              <a:xfrm>
                <a:off x="6863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03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03" y="3191"/>
                      <a:pt x="465" y="3191"/>
                    </a:cubicBezTo>
                    <a:cubicBezTo>
                      <a:pt x="715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6"/>
              <p:cNvSpPr/>
              <p:nvPr/>
            </p:nvSpPr>
            <p:spPr>
              <a:xfrm>
                <a:off x="583400" y="1108900"/>
                <a:ext cx="55675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0"/>
                      <a:pt x="1727" y="0"/>
                      <a:pt x="1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36"/>
              <p:cNvSpPr/>
              <p:nvPr/>
            </p:nvSpPr>
            <p:spPr>
              <a:xfrm>
                <a:off x="583400" y="1108900"/>
                <a:ext cx="280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6"/>
              <p:cNvSpPr/>
              <p:nvPr/>
            </p:nvSpPr>
            <p:spPr>
              <a:xfrm>
                <a:off x="697400" y="1021375"/>
                <a:ext cx="279525" cy="236975"/>
              </a:xfrm>
              <a:custGeom>
                <a:avLst/>
                <a:gdLst/>
                <a:ahLst/>
                <a:cxnLst/>
                <a:rect l="l" t="t" r="r" b="b"/>
                <a:pathLst>
                  <a:path w="11181" h="9479" extrusionOk="0">
                    <a:moveTo>
                      <a:pt x="1084" y="1"/>
                    </a:moveTo>
                    <a:cubicBezTo>
                      <a:pt x="489" y="1"/>
                      <a:pt x="0" y="477"/>
                      <a:pt x="0" y="1084"/>
                    </a:cubicBezTo>
                    <a:lnTo>
                      <a:pt x="0" y="8395"/>
                    </a:lnTo>
                    <a:cubicBezTo>
                      <a:pt x="0" y="8990"/>
                      <a:pt x="489" y="9478"/>
                      <a:pt x="1084" y="9478"/>
                    </a:cubicBezTo>
                    <a:lnTo>
                      <a:pt x="10097" y="9478"/>
                    </a:lnTo>
                    <a:cubicBezTo>
                      <a:pt x="10692" y="9478"/>
                      <a:pt x="11180" y="8990"/>
                      <a:pt x="11180" y="8395"/>
                    </a:cubicBezTo>
                    <a:lnTo>
                      <a:pt x="11180" y="1084"/>
                    </a:lnTo>
                    <a:cubicBezTo>
                      <a:pt x="11180" y="477"/>
                      <a:pt x="10692" y="1"/>
                      <a:pt x="100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6"/>
              <p:cNvSpPr/>
              <p:nvPr/>
            </p:nvSpPr>
            <p:spPr>
              <a:xfrm>
                <a:off x="723000" y="1160975"/>
                <a:ext cx="228325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2883" extrusionOk="0">
                    <a:moveTo>
                      <a:pt x="1381" y="1"/>
                    </a:moveTo>
                    <a:cubicBezTo>
                      <a:pt x="619" y="1"/>
                      <a:pt x="0" y="644"/>
                      <a:pt x="0" y="1442"/>
                    </a:cubicBezTo>
                    <a:cubicBezTo>
                      <a:pt x="0" y="2227"/>
                      <a:pt x="619" y="2882"/>
                      <a:pt x="1381" y="2882"/>
                    </a:cubicBezTo>
                    <a:lnTo>
                      <a:pt x="7739" y="2882"/>
                    </a:lnTo>
                    <a:cubicBezTo>
                      <a:pt x="8513" y="2882"/>
                      <a:pt x="9132" y="2227"/>
                      <a:pt x="9132" y="1442"/>
                    </a:cubicBezTo>
                    <a:cubicBezTo>
                      <a:pt x="9132" y="644"/>
                      <a:pt x="8513" y="1"/>
                      <a:pt x="77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6"/>
              <p:cNvSpPr/>
              <p:nvPr/>
            </p:nvSpPr>
            <p:spPr>
              <a:xfrm>
                <a:off x="7506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9" y="1"/>
                    </a:moveTo>
                    <a:cubicBezTo>
                      <a:pt x="230" y="1"/>
                      <a:pt x="1" y="339"/>
                      <a:pt x="240" y="577"/>
                    </a:cubicBezTo>
                    <a:cubicBezTo>
                      <a:pt x="787" y="1125"/>
                      <a:pt x="1335" y="1697"/>
                      <a:pt x="1895" y="2232"/>
                    </a:cubicBezTo>
                    <a:cubicBezTo>
                      <a:pt x="1966" y="2299"/>
                      <a:pt x="2046" y="2327"/>
                      <a:pt x="2122" y="2327"/>
                    </a:cubicBezTo>
                    <a:cubicBezTo>
                      <a:pt x="2389" y="2327"/>
                      <a:pt x="2621" y="1987"/>
                      <a:pt x="2371" y="1756"/>
                    </a:cubicBezTo>
                    <a:cubicBezTo>
                      <a:pt x="1811" y="1220"/>
                      <a:pt x="1264" y="649"/>
                      <a:pt x="716" y="101"/>
                    </a:cubicBezTo>
                    <a:cubicBezTo>
                      <a:pt x="645" y="30"/>
                      <a:pt x="566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6"/>
              <p:cNvSpPr/>
              <p:nvPr/>
            </p:nvSpPr>
            <p:spPr>
              <a:xfrm>
                <a:off x="750375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2133" y="1"/>
                    </a:moveTo>
                    <a:cubicBezTo>
                      <a:pt x="2056" y="1"/>
                      <a:pt x="1976" y="30"/>
                      <a:pt x="1906" y="101"/>
                    </a:cubicBezTo>
                    <a:cubicBezTo>
                      <a:pt x="1358" y="649"/>
                      <a:pt x="810" y="1220"/>
                      <a:pt x="251" y="1756"/>
                    </a:cubicBezTo>
                    <a:cubicBezTo>
                      <a:pt x="1" y="1987"/>
                      <a:pt x="240" y="2327"/>
                      <a:pt x="504" y="2327"/>
                    </a:cubicBezTo>
                    <a:cubicBezTo>
                      <a:pt x="580" y="2327"/>
                      <a:pt x="658" y="2299"/>
                      <a:pt x="727" y="2232"/>
                    </a:cubicBezTo>
                    <a:cubicBezTo>
                      <a:pt x="1287" y="1697"/>
                      <a:pt x="1834" y="1125"/>
                      <a:pt x="2382" y="577"/>
                    </a:cubicBezTo>
                    <a:cubicBezTo>
                      <a:pt x="2621" y="339"/>
                      <a:pt x="2392" y="1"/>
                      <a:pt x="2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6"/>
              <p:cNvSpPr/>
              <p:nvPr/>
            </p:nvSpPr>
            <p:spPr>
              <a:xfrm>
                <a:off x="8545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8" y="1"/>
                    </a:moveTo>
                    <a:cubicBezTo>
                      <a:pt x="229" y="1"/>
                      <a:pt x="0" y="339"/>
                      <a:pt x="239" y="577"/>
                    </a:cubicBezTo>
                    <a:cubicBezTo>
                      <a:pt x="787" y="1125"/>
                      <a:pt x="1334" y="1697"/>
                      <a:pt x="1894" y="2232"/>
                    </a:cubicBezTo>
                    <a:cubicBezTo>
                      <a:pt x="1963" y="2299"/>
                      <a:pt x="2041" y="2327"/>
                      <a:pt x="2117" y="2327"/>
                    </a:cubicBezTo>
                    <a:cubicBezTo>
                      <a:pt x="2381" y="2327"/>
                      <a:pt x="2620" y="1987"/>
                      <a:pt x="2370" y="1756"/>
                    </a:cubicBezTo>
                    <a:cubicBezTo>
                      <a:pt x="1811" y="1220"/>
                      <a:pt x="1263" y="649"/>
                      <a:pt x="715" y="101"/>
                    </a:cubicBezTo>
                    <a:cubicBezTo>
                      <a:pt x="644" y="30"/>
                      <a:pt x="565" y="1"/>
                      <a:pt x="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6"/>
              <p:cNvSpPr/>
              <p:nvPr/>
            </p:nvSpPr>
            <p:spPr>
              <a:xfrm>
                <a:off x="854275" y="1078700"/>
                <a:ext cx="65500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327" extrusionOk="0">
                    <a:moveTo>
                      <a:pt x="2132" y="1"/>
                    </a:moveTo>
                    <a:cubicBezTo>
                      <a:pt x="2055" y="1"/>
                      <a:pt x="1976" y="30"/>
                      <a:pt x="1905" y="101"/>
                    </a:cubicBezTo>
                    <a:cubicBezTo>
                      <a:pt x="1357" y="649"/>
                      <a:pt x="810" y="1220"/>
                      <a:pt x="250" y="1756"/>
                    </a:cubicBezTo>
                    <a:cubicBezTo>
                      <a:pt x="0" y="1987"/>
                      <a:pt x="239" y="2327"/>
                      <a:pt x="504" y="2327"/>
                    </a:cubicBezTo>
                    <a:cubicBezTo>
                      <a:pt x="579" y="2327"/>
                      <a:pt x="657" y="2299"/>
                      <a:pt x="726" y="2232"/>
                    </a:cubicBezTo>
                    <a:cubicBezTo>
                      <a:pt x="1286" y="1697"/>
                      <a:pt x="1834" y="1125"/>
                      <a:pt x="2381" y="577"/>
                    </a:cubicBezTo>
                    <a:cubicBezTo>
                      <a:pt x="2620" y="339"/>
                      <a:pt x="2391" y="1"/>
                      <a:pt x="2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6"/>
              <p:cNvSpPr/>
              <p:nvPr/>
            </p:nvSpPr>
            <p:spPr>
              <a:xfrm>
                <a:off x="734900" y="1170500"/>
                <a:ext cx="28000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121" extrusionOk="0">
                    <a:moveTo>
                      <a:pt x="1060" y="1"/>
                    </a:moveTo>
                    <a:cubicBezTo>
                      <a:pt x="477" y="1"/>
                      <a:pt x="1" y="477"/>
                      <a:pt x="1" y="1061"/>
                    </a:cubicBezTo>
                    <a:cubicBezTo>
                      <a:pt x="1" y="1644"/>
                      <a:pt x="477" y="2120"/>
                      <a:pt x="1060" y="2120"/>
                    </a:cubicBezTo>
                    <a:lnTo>
                      <a:pt x="1120" y="2120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6"/>
              <p:cNvSpPr/>
              <p:nvPr/>
            </p:nvSpPr>
            <p:spPr>
              <a:xfrm>
                <a:off x="762875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6"/>
              <p:cNvSpPr/>
              <p:nvPr/>
            </p:nvSpPr>
            <p:spPr>
              <a:xfrm>
                <a:off x="8001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88" y="2120"/>
                    </a:lnTo>
                    <a:lnTo>
                      <a:pt x="148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6"/>
              <p:cNvSpPr/>
              <p:nvPr/>
            </p:nvSpPr>
            <p:spPr>
              <a:xfrm>
                <a:off x="8742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6"/>
              <p:cNvSpPr/>
              <p:nvPr/>
            </p:nvSpPr>
            <p:spPr>
              <a:xfrm>
                <a:off x="911400" y="1170500"/>
                <a:ext cx="280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60" y="2120"/>
                    </a:lnTo>
                    <a:cubicBezTo>
                      <a:pt x="644" y="2120"/>
                      <a:pt x="1120" y="1644"/>
                      <a:pt x="1120" y="1061"/>
                    </a:cubicBezTo>
                    <a:cubicBezTo>
                      <a:pt x="1120" y="465"/>
                      <a:pt x="644" y="1"/>
                      <a:pt x="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6"/>
              <p:cNvSpPr/>
              <p:nvPr/>
            </p:nvSpPr>
            <p:spPr>
              <a:xfrm>
                <a:off x="837300" y="1170500"/>
                <a:ext cx="369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77" y="2120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6"/>
              <p:cNvSpPr/>
              <p:nvPr/>
            </p:nvSpPr>
            <p:spPr>
              <a:xfrm>
                <a:off x="667025" y="1279450"/>
                <a:ext cx="33995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1692" extrusionOk="0">
                    <a:moveTo>
                      <a:pt x="1" y="1"/>
                    </a:moveTo>
                    <a:lnTo>
                      <a:pt x="1" y="1691"/>
                    </a:lnTo>
                    <a:lnTo>
                      <a:pt x="13598" y="169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6"/>
              <p:cNvSpPr/>
              <p:nvPr/>
            </p:nvSpPr>
            <p:spPr>
              <a:xfrm>
                <a:off x="667025" y="1301775"/>
                <a:ext cx="33995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751" extrusionOk="0">
                    <a:moveTo>
                      <a:pt x="1" y="1"/>
                    </a:moveTo>
                    <a:lnTo>
                      <a:pt x="1" y="751"/>
                    </a:lnTo>
                    <a:lnTo>
                      <a:pt x="13598" y="75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6"/>
              <p:cNvSpPr/>
              <p:nvPr/>
            </p:nvSpPr>
            <p:spPr>
              <a:xfrm>
                <a:off x="738175" y="1405350"/>
                <a:ext cx="197975" cy="112850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4514" extrusionOk="0">
                    <a:moveTo>
                      <a:pt x="1477" y="1"/>
                    </a:moveTo>
                    <a:cubicBezTo>
                      <a:pt x="667" y="1"/>
                      <a:pt x="1" y="668"/>
                      <a:pt x="1" y="1477"/>
                    </a:cubicBezTo>
                    <a:lnTo>
                      <a:pt x="1" y="3037"/>
                    </a:lnTo>
                    <a:cubicBezTo>
                      <a:pt x="1" y="3847"/>
                      <a:pt x="667" y="4513"/>
                      <a:pt x="1477" y="4513"/>
                    </a:cubicBezTo>
                    <a:lnTo>
                      <a:pt x="6442" y="4513"/>
                    </a:lnTo>
                    <a:cubicBezTo>
                      <a:pt x="7251" y="4513"/>
                      <a:pt x="7918" y="3847"/>
                      <a:pt x="7918" y="3037"/>
                    </a:cubicBezTo>
                    <a:lnTo>
                      <a:pt x="7918" y="1477"/>
                    </a:lnTo>
                    <a:cubicBezTo>
                      <a:pt x="7918" y="668"/>
                      <a:pt x="7251" y="1"/>
                      <a:pt x="64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6"/>
              <p:cNvSpPr/>
              <p:nvPr/>
            </p:nvSpPr>
            <p:spPr>
              <a:xfrm>
                <a:off x="738175" y="1348200"/>
                <a:ext cx="372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78" extrusionOk="0">
                    <a:moveTo>
                      <a:pt x="739" y="1"/>
                    </a:moveTo>
                    <a:cubicBezTo>
                      <a:pt x="334" y="1"/>
                      <a:pt x="1" y="334"/>
                      <a:pt x="1" y="739"/>
                    </a:cubicBezTo>
                    <a:cubicBezTo>
                      <a:pt x="1" y="1144"/>
                      <a:pt x="334" y="1477"/>
                      <a:pt x="739" y="1477"/>
                    </a:cubicBezTo>
                    <a:cubicBezTo>
                      <a:pt x="1155" y="1477"/>
                      <a:pt x="1489" y="1144"/>
                      <a:pt x="1489" y="739"/>
                    </a:cubicBezTo>
                    <a:cubicBezTo>
                      <a:pt x="1489" y="334"/>
                      <a:pt x="1155" y="1"/>
                      <a:pt x="7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6"/>
              <p:cNvSpPr/>
              <p:nvPr/>
            </p:nvSpPr>
            <p:spPr>
              <a:xfrm>
                <a:off x="808425" y="1348200"/>
                <a:ext cx="1277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5109" h="1478" extrusionOk="0">
                    <a:moveTo>
                      <a:pt x="0" y="1"/>
                    </a:moveTo>
                    <a:lnTo>
                      <a:pt x="0" y="1477"/>
                    </a:lnTo>
                    <a:lnTo>
                      <a:pt x="5108" y="1477"/>
                    </a:lnTo>
                    <a:lnTo>
                      <a:pt x="510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6"/>
              <p:cNvSpPr/>
              <p:nvPr/>
            </p:nvSpPr>
            <p:spPr>
              <a:xfrm>
                <a:off x="907250" y="1665800"/>
                <a:ext cx="482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2204" extrusionOk="0">
                    <a:moveTo>
                      <a:pt x="965" y="1"/>
                    </a:moveTo>
                    <a:cubicBezTo>
                      <a:pt x="429" y="1"/>
                      <a:pt x="0" y="441"/>
                      <a:pt x="0" y="977"/>
                    </a:cubicBezTo>
                    <a:lnTo>
                      <a:pt x="0" y="1239"/>
                    </a:lnTo>
                    <a:cubicBezTo>
                      <a:pt x="0" y="1775"/>
                      <a:pt x="429" y="2204"/>
                      <a:pt x="965" y="2204"/>
                    </a:cubicBezTo>
                    <a:cubicBezTo>
                      <a:pt x="1500" y="2204"/>
                      <a:pt x="1929" y="1775"/>
                      <a:pt x="1929" y="1239"/>
                    </a:cubicBezTo>
                    <a:lnTo>
                      <a:pt x="1929" y="977"/>
                    </a:lnTo>
                    <a:cubicBezTo>
                      <a:pt x="1929" y="441"/>
                      <a:pt x="1500" y="1"/>
                      <a:pt x="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6"/>
              <p:cNvSpPr/>
              <p:nvPr/>
            </p:nvSpPr>
            <p:spPr>
              <a:xfrm>
                <a:off x="717625" y="1665800"/>
                <a:ext cx="485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2204" extrusionOk="0">
                    <a:moveTo>
                      <a:pt x="977" y="1"/>
                    </a:moveTo>
                    <a:cubicBezTo>
                      <a:pt x="442" y="1"/>
                      <a:pt x="1" y="441"/>
                      <a:pt x="1" y="977"/>
                    </a:cubicBezTo>
                    <a:lnTo>
                      <a:pt x="1" y="1239"/>
                    </a:lnTo>
                    <a:cubicBezTo>
                      <a:pt x="1" y="1775"/>
                      <a:pt x="442" y="2204"/>
                      <a:pt x="977" y="2204"/>
                    </a:cubicBezTo>
                    <a:cubicBezTo>
                      <a:pt x="1513" y="2204"/>
                      <a:pt x="1942" y="1775"/>
                      <a:pt x="1942" y="1239"/>
                    </a:cubicBezTo>
                    <a:lnTo>
                      <a:pt x="1942" y="977"/>
                    </a:lnTo>
                    <a:cubicBezTo>
                      <a:pt x="1942" y="441"/>
                      <a:pt x="1513" y="1"/>
                      <a:pt x="9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6"/>
              <p:cNvSpPr/>
              <p:nvPr/>
            </p:nvSpPr>
            <p:spPr>
              <a:xfrm>
                <a:off x="659600" y="1695575"/>
                <a:ext cx="11610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1430" extrusionOk="0">
                    <a:moveTo>
                      <a:pt x="0" y="1"/>
                    </a:moveTo>
                    <a:lnTo>
                      <a:pt x="0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6"/>
              <p:cNvSpPr/>
              <p:nvPr/>
            </p:nvSpPr>
            <p:spPr>
              <a:xfrm>
                <a:off x="898600" y="1695575"/>
                <a:ext cx="116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1430" extrusionOk="0">
                    <a:moveTo>
                      <a:pt x="1" y="1"/>
                    </a:moveTo>
                    <a:lnTo>
                      <a:pt x="1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6"/>
              <p:cNvSpPr/>
              <p:nvPr/>
            </p:nvSpPr>
            <p:spPr>
              <a:xfrm>
                <a:off x="556300" y="1549725"/>
                <a:ext cx="1098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3716" extrusionOk="0">
                    <a:moveTo>
                      <a:pt x="2192" y="1"/>
                    </a:moveTo>
                    <a:cubicBezTo>
                      <a:pt x="989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27" y="1632"/>
                      <a:pt x="3227" y="2191"/>
                    </a:cubicBezTo>
                    <a:lnTo>
                      <a:pt x="3227" y="3715"/>
                    </a:lnTo>
                    <a:lnTo>
                      <a:pt x="4394" y="3715"/>
                    </a:lnTo>
                    <a:lnTo>
                      <a:pt x="4394" y="2191"/>
                    </a:lnTo>
                    <a:cubicBezTo>
                      <a:pt x="4394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6"/>
              <p:cNvSpPr/>
              <p:nvPr/>
            </p:nvSpPr>
            <p:spPr>
              <a:xfrm>
                <a:off x="1006950" y="1549725"/>
                <a:ext cx="1095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3716" extrusionOk="0">
                    <a:moveTo>
                      <a:pt x="2192" y="1"/>
                    </a:moveTo>
                    <a:cubicBezTo>
                      <a:pt x="977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16" y="1632"/>
                      <a:pt x="3216" y="2191"/>
                    </a:cubicBezTo>
                    <a:lnTo>
                      <a:pt x="3216" y="3715"/>
                    </a:lnTo>
                    <a:lnTo>
                      <a:pt x="4382" y="3715"/>
                    </a:lnTo>
                    <a:lnTo>
                      <a:pt x="4382" y="2191"/>
                    </a:lnTo>
                    <a:cubicBezTo>
                      <a:pt x="4382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07" name="Google Shape;1207;p36"/>
          <p:cNvGrpSpPr/>
          <p:nvPr/>
        </p:nvGrpSpPr>
        <p:grpSpPr>
          <a:xfrm rot="461313">
            <a:off x="7681808" y="81019"/>
            <a:ext cx="1374880" cy="2436445"/>
            <a:chOff x="2225575" y="3305850"/>
            <a:chExt cx="380125" cy="673625"/>
          </a:xfrm>
        </p:grpSpPr>
        <p:sp>
          <p:nvSpPr>
            <p:cNvPr id="1208" name="Google Shape;1208;p36"/>
            <p:cNvSpPr/>
            <p:nvPr/>
          </p:nvSpPr>
          <p:spPr>
            <a:xfrm>
              <a:off x="2225850" y="3306013"/>
              <a:ext cx="379850" cy="673300"/>
            </a:xfrm>
            <a:custGeom>
              <a:avLst/>
              <a:gdLst/>
              <a:ahLst/>
              <a:cxnLst/>
              <a:rect l="l" t="t" r="r" b="b"/>
              <a:pathLst>
                <a:path w="15194" h="26932" extrusionOk="0">
                  <a:moveTo>
                    <a:pt x="8978" y="16395"/>
                  </a:moveTo>
                  <a:lnTo>
                    <a:pt x="8978" y="17097"/>
                  </a:lnTo>
                  <a:lnTo>
                    <a:pt x="8835" y="17097"/>
                  </a:lnTo>
                  <a:cubicBezTo>
                    <a:pt x="8573" y="17097"/>
                    <a:pt x="8359" y="17312"/>
                    <a:pt x="8359" y="17574"/>
                  </a:cubicBezTo>
                  <a:lnTo>
                    <a:pt x="8359" y="17967"/>
                  </a:lnTo>
                  <a:lnTo>
                    <a:pt x="8252" y="17967"/>
                  </a:lnTo>
                  <a:cubicBezTo>
                    <a:pt x="8121" y="17967"/>
                    <a:pt x="8002" y="18074"/>
                    <a:pt x="8002" y="18217"/>
                  </a:cubicBezTo>
                  <a:cubicBezTo>
                    <a:pt x="8002" y="18348"/>
                    <a:pt x="8121" y="18467"/>
                    <a:pt x="8252" y="18467"/>
                  </a:cubicBezTo>
                  <a:lnTo>
                    <a:pt x="8359" y="18467"/>
                  </a:lnTo>
                  <a:lnTo>
                    <a:pt x="8359" y="21634"/>
                  </a:lnTo>
                  <a:lnTo>
                    <a:pt x="8252" y="21634"/>
                  </a:lnTo>
                  <a:cubicBezTo>
                    <a:pt x="8121" y="21634"/>
                    <a:pt x="8002" y="21741"/>
                    <a:pt x="8002" y="21884"/>
                  </a:cubicBezTo>
                  <a:cubicBezTo>
                    <a:pt x="8002" y="22015"/>
                    <a:pt x="8121" y="22134"/>
                    <a:pt x="8252" y="22134"/>
                  </a:cubicBezTo>
                  <a:lnTo>
                    <a:pt x="8359" y="22134"/>
                  </a:lnTo>
                  <a:lnTo>
                    <a:pt x="8359" y="22527"/>
                  </a:lnTo>
                  <a:cubicBezTo>
                    <a:pt x="8359" y="22789"/>
                    <a:pt x="8573" y="22991"/>
                    <a:pt x="8835" y="22991"/>
                  </a:cubicBezTo>
                  <a:lnTo>
                    <a:pt x="8966" y="22991"/>
                  </a:lnTo>
                  <a:lnTo>
                    <a:pt x="8966" y="24086"/>
                  </a:lnTo>
                  <a:cubicBezTo>
                    <a:pt x="8966" y="24086"/>
                    <a:pt x="8978" y="24098"/>
                    <a:pt x="8978" y="24098"/>
                  </a:cubicBezTo>
                  <a:lnTo>
                    <a:pt x="6216" y="24098"/>
                  </a:lnTo>
                  <a:cubicBezTo>
                    <a:pt x="6216" y="24098"/>
                    <a:pt x="6216" y="24086"/>
                    <a:pt x="6216" y="24086"/>
                  </a:cubicBezTo>
                  <a:lnTo>
                    <a:pt x="6216" y="22991"/>
                  </a:lnTo>
                  <a:lnTo>
                    <a:pt x="6359" y="22991"/>
                  </a:lnTo>
                  <a:cubicBezTo>
                    <a:pt x="6621" y="22991"/>
                    <a:pt x="6835" y="22789"/>
                    <a:pt x="6835" y="22527"/>
                  </a:cubicBezTo>
                  <a:lnTo>
                    <a:pt x="6835" y="22134"/>
                  </a:lnTo>
                  <a:lnTo>
                    <a:pt x="6930" y="22134"/>
                  </a:lnTo>
                  <a:cubicBezTo>
                    <a:pt x="7073" y="22134"/>
                    <a:pt x="7180" y="22015"/>
                    <a:pt x="7180" y="21884"/>
                  </a:cubicBezTo>
                  <a:cubicBezTo>
                    <a:pt x="7180" y="21741"/>
                    <a:pt x="7073" y="21634"/>
                    <a:pt x="6930" y="21634"/>
                  </a:cubicBezTo>
                  <a:lnTo>
                    <a:pt x="6835" y="21634"/>
                  </a:lnTo>
                  <a:lnTo>
                    <a:pt x="6835" y="18467"/>
                  </a:lnTo>
                  <a:lnTo>
                    <a:pt x="6930" y="18467"/>
                  </a:lnTo>
                  <a:cubicBezTo>
                    <a:pt x="7073" y="18467"/>
                    <a:pt x="7180" y="18348"/>
                    <a:pt x="7180" y="18217"/>
                  </a:cubicBezTo>
                  <a:cubicBezTo>
                    <a:pt x="7180" y="18074"/>
                    <a:pt x="7073" y="17967"/>
                    <a:pt x="6930" y="17967"/>
                  </a:cubicBezTo>
                  <a:lnTo>
                    <a:pt x="6835" y="17967"/>
                  </a:lnTo>
                  <a:lnTo>
                    <a:pt x="6835" y="17574"/>
                  </a:lnTo>
                  <a:cubicBezTo>
                    <a:pt x="6835" y="17312"/>
                    <a:pt x="6621" y="17097"/>
                    <a:pt x="6359" y="17097"/>
                  </a:cubicBezTo>
                  <a:lnTo>
                    <a:pt x="6216" y="17097"/>
                  </a:lnTo>
                  <a:lnTo>
                    <a:pt x="6216" y="16395"/>
                  </a:lnTo>
                  <a:close/>
                  <a:moveTo>
                    <a:pt x="7597" y="0"/>
                  </a:moveTo>
                  <a:cubicBezTo>
                    <a:pt x="7204" y="0"/>
                    <a:pt x="6895" y="322"/>
                    <a:pt x="6895" y="703"/>
                  </a:cubicBezTo>
                  <a:lnTo>
                    <a:pt x="4811" y="703"/>
                  </a:lnTo>
                  <a:cubicBezTo>
                    <a:pt x="4561" y="703"/>
                    <a:pt x="4359" y="905"/>
                    <a:pt x="4359" y="1167"/>
                  </a:cubicBezTo>
                  <a:lnTo>
                    <a:pt x="4359" y="3203"/>
                  </a:lnTo>
                  <a:cubicBezTo>
                    <a:pt x="4359" y="3119"/>
                    <a:pt x="4287" y="3048"/>
                    <a:pt x="4204" y="3048"/>
                  </a:cubicBezTo>
                  <a:cubicBezTo>
                    <a:pt x="4121" y="3048"/>
                    <a:pt x="4049" y="3119"/>
                    <a:pt x="4049" y="3203"/>
                  </a:cubicBezTo>
                  <a:lnTo>
                    <a:pt x="4049" y="3322"/>
                  </a:lnTo>
                  <a:cubicBezTo>
                    <a:pt x="3775" y="3441"/>
                    <a:pt x="3573" y="3715"/>
                    <a:pt x="3573" y="4036"/>
                  </a:cubicBezTo>
                  <a:cubicBezTo>
                    <a:pt x="3573" y="4358"/>
                    <a:pt x="3775" y="4632"/>
                    <a:pt x="4049" y="4751"/>
                  </a:cubicBezTo>
                  <a:lnTo>
                    <a:pt x="4049" y="4870"/>
                  </a:lnTo>
                  <a:cubicBezTo>
                    <a:pt x="4049" y="4953"/>
                    <a:pt x="4121" y="5013"/>
                    <a:pt x="4204" y="5013"/>
                  </a:cubicBezTo>
                  <a:cubicBezTo>
                    <a:pt x="4287" y="5013"/>
                    <a:pt x="4359" y="4953"/>
                    <a:pt x="4359" y="4870"/>
                  </a:cubicBezTo>
                  <a:lnTo>
                    <a:pt x="4359" y="6906"/>
                  </a:lnTo>
                  <a:cubicBezTo>
                    <a:pt x="4359" y="7156"/>
                    <a:pt x="4561" y="7358"/>
                    <a:pt x="4811" y="7358"/>
                  </a:cubicBezTo>
                  <a:lnTo>
                    <a:pt x="6609" y="7358"/>
                  </a:lnTo>
                  <a:lnTo>
                    <a:pt x="6609" y="7477"/>
                  </a:lnTo>
                  <a:cubicBezTo>
                    <a:pt x="6537" y="7489"/>
                    <a:pt x="6478" y="7549"/>
                    <a:pt x="6478" y="7620"/>
                  </a:cubicBezTo>
                  <a:cubicBezTo>
                    <a:pt x="6478" y="7691"/>
                    <a:pt x="6537" y="7751"/>
                    <a:pt x="6609" y="7763"/>
                  </a:cubicBezTo>
                  <a:lnTo>
                    <a:pt x="6609" y="7906"/>
                  </a:lnTo>
                  <a:cubicBezTo>
                    <a:pt x="6537" y="7906"/>
                    <a:pt x="6478" y="7965"/>
                    <a:pt x="6478" y="8037"/>
                  </a:cubicBezTo>
                  <a:cubicBezTo>
                    <a:pt x="6478" y="8120"/>
                    <a:pt x="6537" y="8180"/>
                    <a:pt x="6609" y="8180"/>
                  </a:cubicBezTo>
                  <a:lnTo>
                    <a:pt x="6609" y="8311"/>
                  </a:lnTo>
                  <a:lnTo>
                    <a:pt x="4537" y="8311"/>
                  </a:lnTo>
                  <a:cubicBezTo>
                    <a:pt x="4323" y="8311"/>
                    <a:pt x="4144" y="8489"/>
                    <a:pt x="4144" y="8703"/>
                  </a:cubicBezTo>
                  <a:lnTo>
                    <a:pt x="4144" y="8799"/>
                  </a:lnTo>
                  <a:lnTo>
                    <a:pt x="3930" y="8799"/>
                  </a:lnTo>
                  <a:lnTo>
                    <a:pt x="3930" y="8763"/>
                  </a:lnTo>
                  <a:cubicBezTo>
                    <a:pt x="3930" y="8692"/>
                    <a:pt x="3870" y="8632"/>
                    <a:pt x="3799" y="8632"/>
                  </a:cubicBezTo>
                  <a:cubicBezTo>
                    <a:pt x="3728" y="8632"/>
                    <a:pt x="3668" y="8692"/>
                    <a:pt x="3668" y="8763"/>
                  </a:cubicBezTo>
                  <a:lnTo>
                    <a:pt x="3668" y="8799"/>
                  </a:lnTo>
                  <a:lnTo>
                    <a:pt x="3466" y="8799"/>
                  </a:lnTo>
                  <a:lnTo>
                    <a:pt x="3466" y="8763"/>
                  </a:lnTo>
                  <a:cubicBezTo>
                    <a:pt x="3466" y="8692"/>
                    <a:pt x="3406" y="8632"/>
                    <a:pt x="3335" y="8632"/>
                  </a:cubicBezTo>
                  <a:cubicBezTo>
                    <a:pt x="3263" y="8632"/>
                    <a:pt x="3204" y="8692"/>
                    <a:pt x="3204" y="8763"/>
                  </a:cubicBezTo>
                  <a:lnTo>
                    <a:pt x="3204" y="8894"/>
                  </a:lnTo>
                  <a:cubicBezTo>
                    <a:pt x="3192" y="8906"/>
                    <a:pt x="3180" y="8918"/>
                    <a:pt x="3168" y="8930"/>
                  </a:cubicBezTo>
                  <a:lnTo>
                    <a:pt x="2501" y="8930"/>
                  </a:lnTo>
                  <a:cubicBezTo>
                    <a:pt x="1477" y="8930"/>
                    <a:pt x="644" y="9751"/>
                    <a:pt x="644" y="10775"/>
                  </a:cubicBezTo>
                  <a:lnTo>
                    <a:pt x="644" y="10966"/>
                  </a:lnTo>
                  <a:lnTo>
                    <a:pt x="572" y="10966"/>
                  </a:lnTo>
                  <a:cubicBezTo>
                    <a:pt x="489" y="10966"/>
                    <a:pt x="430" y="11025"/>
                    <a:pt x="430" y="11109"/>
                  </a:cubicBezTo>
                  <a:cubicBezTo>
                    <a:pt x="430" y="11180"/>
                    <a:pt x="489" y="11251"/>
                    <a:pt x="572" y="11251"/>
                  </a:cubicBezTo>
                  <a:lnTo>
                    <a:pt x="644" y="11251"/>
                  </a:lnTo>
                  <a:lnTo>
                    <a:pt x="644" y="11799"/>
                  </a:lnTo>
                  <a:lnTo>
                    <a:pt x="572" y="11799"/>
                  </a:lnTo>
                  <a:cubicBezTo>
                    <a:pt x="489" y="11799"/>
                    <a:pt x="430" y="11859"/>
                    <a:pt x="430" y="11942"/>
                  </a:cubicBezTo>
                  <a:cubicBezTo>
                    <a:pt x="430" y="12013"/>
                    <a:pt x="489" y="12085"/>
                    <a:pt x="572" y="12085"/>
                  </a:cubicBezTo>
                  <a:lnTo>
                    <a:pt x="644" y="12085"/>
                  </a:lnTo>
                  <a:lnTo>
                    <a:pt x="644" y="12633"/>
                  </a:lnTo>
                  <a:lnTo>
                    <a:pt x="572" y="12633"/>
                  </a:lnTo>
                  <a:cubicBezTo>
                    <a:pt x="489" y="12633"/>
                    <a:pt x="430" y="12692"/>
                    <a:pt x="430" y="12775"/>
                  </a:cubicBezTo>
                  <a:cubicBezTo>
                    <a:pt x="430" y="12847"/>
                    <a:pt x="489" y="12918"/>
                    <a:pt x="572" y="12918"/>
                  </a:cubicBezTo>
                  <a:lnTo>
                    <a:pt x="644" y="12918"/>
                  </a:lnTo>
                  <a:lnTo>
                    <a:pt x="644" y="13466"/>
                  </a:lnTo>
                  <a:lnTo>
                    <a:pt x="572" y="13466"/>
                  </a:lnTo>
                  <a:cubicBezTo>
                    <a:pt x="489" y="13466"/>
                    <a:pt x="430" y="13526"/>
                    <a:pt x="430" y="13609"/>
                  </a:cubicBezTo>
                  <a:cubicBezTo>
                    <a:pt x="430" y="13680"/>
                    <a:pt x="489" y="13752"/>
                    <a:pt x="572" y="13752"/>
                  </a:cubicBezTo>
                  <a:lnTo>
                    <a:pt x="644" y="13752"/>
                  </a:lnTo>
                  <a:lnTo>
                    <a:pt x="644" y="14002"/>
                  </a:lnTo>
                  <a:lnTo>
                    <a:pt x="906" y="14002"/>
                  </a:lnTo>
                  <a:lnTo>
                    <a:pt x="906" y="14395"/>
                  </a:lnTo>
                  <a:lnTo>
                    <a:pt x="739" y="14395"/>
                  </a:lnTo>
                  <a:cubicBezTo>
                    <a:pt x="561" y="14395"/>
                    <a:pt x="430" y="14526"/>
                    <a:pt x="430" y="14704"/>
                  </a:cubicBezTo>
                  <a:cubicBezTo>
                    <a:pt x="430" y="14871"/>
                    <a:pt x="561" y="15014"/>
                    <a:pt x="739" y="15014"/>
                  </a:cubicBezTo>
                  <a:lnTo>
                    <a:pt x="906" y="15014"/>
                  </a:lnTo>
                  <a:lnTo>
                    <a:pt x="906" y="16145"/>
                  </a:lnTo>
                  <a:cubicBezTo>
                    <a:pt x="382" y="16264"/>
                    <a:pt x="1" y="16728"/>
                    <a:pt x="1" y="17288"/>
                  </a:cubicBezTo>
                  <a:lnTo>
                    <a:pt x="477" y="17288"/>
                  </a:lnTo>
                  <a:cubicBezTo>
                    <a:pt x="477" y="16895"/>
                    <a:pt x="787" y="16585"/>
                    <a:pt x="1180" y="16585"/>
                  </a:cubicBezTo>
                  <a:cubicBezTo>
                    <a:pt x="1561" y="16585"/>
                    <a:pt x="1882" y="16895"/>
                    <a:pt x="1882" y="17288"/>
                  </a:cubicBezTo>
                  <a:lnTo>
                    <a:pt x="2358" y="17288"/>
                  </a:lnTo>
                  <a:cubicBezTo>
                    <a:pt x="2358" y="16728"/>
                    <a:pt x="1965" y="16264"/>
                    <a:pt x="1442" y="16145"/>
                  </a:cubicBezTo>
                  <a:lnTo>
                    <a:pt x="1442" y="15014"/>
                  </a:lnTo>
                  <a:lnTo>
                    <a:pt x="1620" y="15014"/>
                  </a:lnTo>
                  <a:cubicBezTo>
                    <a:pt x="1787" y="15014"/>
                    <a:pt x="1930" y="14871"/>
                    <a:pt x="1930" y="14704"/>
                  </a:cubicBezTo>
                  <a:cubicBezTo>
                    <a:pt x="1930" y="14526"/>
                    <a:pt x="1787" y="14395"/>
                    <a:pt x="1620" y="14395"/>
                  </a:cubicBezTo>
                  <a:lnTo>
                    <a:pt x="1442" y="14395"/>
                  </a:lnTo>
                  <a:lnTo>
                    <a:pt x="1442" y="14002"/>
                  </a:lnTo>
                  <a:lnTo>
                    <a:pt x="1704" y="14002"/>
                  </a:lnTo>
                  <a:lnTo>
                    <a:pt x="1704" y="13752"/>
                  </a:lnTo>
                  <a:lnTo>
                    <a:pt x="1787" y="13752"/>
                  </a:lnTo>
                  <a:cubicBezTo>
                    <a:pt x="1858" y="13752"/>
                    <a:pt x="1930" y="13680"/>
                    <a:pt x="1930" y="13609"/>
                  </a:cubicBezTo>
                  <a:cubicBezTo>
                    <a:pt x="1930" y="13526"/>
                    <a:pt x="1870" y="13466"/>
                    <a:pt x="1787" y="13466"/>
                  </a:cubicBezTo>
                  <a:lnTo>
                    <a:pt x="1704" y="13466"/>
                  </a:lnTo>
                  <a:lnTo>
                    <a:pt x="1704" y="12918"/>
                  </a:lnTo>
                  <a:lnTo>
                    <a:pt x="1787" y="12918"/>
                  </a:lnTo>
                  <a:cubicBezTo>
                    <a:pt x="1858" y="12918"/>
                    <a:pt x="1930" y="12847"/>
                    <a:pt x="1930" y="12775"/>
                  </a:cubicBezTo>
                  <a:cubicBezTo>
                    <a:pt x="1930" y="12692"/>
                    <a:pt x="1870" y="12633"/>
                    <a:pt x="1787" y="12633"/>
                  </a:cubicBezTo>
                  <a:lnTo>
                    <a:pt x="1704" y="12633"/>
                  </a:lnTo>
                  <a:lnTo>
                    <a:pt x="1704" y="12085"/>
                  </a:lnTo>
                  <a:lnTo>
                    <a:pt x="1787" y="12085"/>
                  </a:lnTo>
                  <a:cubicBezTo>
                    <a:pt x="1858" y="12085"/>
                    <a:pt x="1930" y="12013"/>
                    <a:pt x="1930" y="11942"/>
                  </a:cubicBezTo>
                  <a:cubicBezTo>
                    <a:pt x="1930" y="11859"/>
                    <a:pt x="1870" y="11799"/>
                    <a:pt x="1787" y="11799"/>
                  </a:cubicBezTo>
                  <a:lnTo>
                    <a:pt x="1704" y="11799"/>
                  </a:lnTo>
                  <a:lnTo>
                    <a:pt x="1704" y="11251"/>
                  </a:lnTo>
                  <a:lnTo>
                    <a:pt x="1787" y="11251"/>
                  </a:lnTo>
                  <a:cubicBezTo>
                    <a:pt x="1858" y="11251"/>
                    <a:pt x="1930" y="11180"/>
                    <a:pt x="1930" y="11109"/>
                  </a:cubicBezTo>
                  <a:cubicBezTo>
                    <a:pt x="1930" y="11025"/>
                    <a:pt x="1870" y="10966"/>
                    <a:pt x="1787" y="10966"/>
                  </a:cubicBezTo>
                  <a:lnTo>
                    <a:pt x="1704" y="10966"/>
                  </a:lnTo>
                  <a:lnTo>
                    <a:pt x="1704" y="10775"/>
                  </a:lnTo>
                  <a:cubicBezTo>
                    <a:pt x="1704" y="10335"/>
                    <a:pt x="2061" y="9977"/>
                    <a:pt x="2501" y="9977"/>
                  </a:cubicBezTo>
                  <a:lnTo>
                    <a:pt x="3168" y="9977"/>
                  </a:lnTo>
                  <a:cubicBezTo>
                    <a:pt x="3180" y="9989"/>
                    <a:pt x="3192" y="10001"/>
                    <a:pt x="3204" y="10013"/>
                  </a:cubicBezTo>
                  <a:lnTo>
                    <a:pt x="3204" y="10144"/>
                  </a:lnTo>
                  <a:cubicBezTo>
                    <a:pt x="3204" y="10216"/>
                    <a:pt x="3263" y="10275"/>
                    <a:pt x="3335" y="10275"/>
                  </a:cubicBezTo>
                  <a:cubicBezTo>
                    <a:pt x="3418" y="10275"/>
                    <a:pt x="3478" y="10216"/>
                    <a:pt x="3478" y="10144"/>
                  </a:cubicBezTo>
                  <a:lnTo>
                    <a:pt x="3478" y="10108"/>
                  </a:lnTo>
                  <a:lnTo>
                    <a:pt x="3668" y="10108"/>
                  </a:lnTo>
                  <a:lnTo>
                    <a:pt x="3668" y="10144"/>
                  </a:lnTo>
                  <a:cubicBezTo>
                    <a:pt x="3668" y="10216"/>
                    <a:pt x="3728" y="10275"/>
                    <a:pt x="3799" y="10275"/>
                  </a:cubicBezTo>
                  <a:cubicBezTo>
                    <a:pt x="3870" y="10275"/>
                    <a:pt x="3930" y="10216"/>
                    <a:pt x="3930" y="10144"/>
                  </a:cubicBezTo>
                  <a:lnTo>
                    <a:pt x="3930" y="10108"/>
                  </a:lnTo>
                  <a:lnTo>
                    <a:pt x="4144" y="10108"/>
                  </a:lnTo>
                  <a:lnTo>
                    <a:pt x="4144" y="13966"/>
                  </a:lnTo>
                  <a:lnTo>
                    <a:pt x="4144" y="14454"/>
                  </a:lnTo>
                  <a:lnTo>
                    <a:pt x="4144" y="14788"/>
                  </a:lnTo>
                  <a:cubicBezTo>
                    <a:pt x="4144" y="15014"/>
                    <a:pt x="4323" y="15180"/>
                    <a:pt x="4537" y="15180"/>
                  </a:cubicBezTo>
                  <a:lnTo>
                    <a:pt x="4799" y="15180"/>
                  </a:lnTo>
                  <a:lnTo>
                    <a:pt x="4799" y="15990"/>
                  </a:lnTo>
                  <a:cubicBezTo>
                    <a:pt x="4799" y="16204"/>
                    <a:pt x="4978" y="16383"/>
                    <a:pt x="5192" y="16383"/>
                  </a:cubicBezTo>
                  <a:lnTo>
                    <a:pt x="5240" y="16383"/>
                  </a:lnTo>
                  <a:lnTo>
                    <a:pt x="5240" y="17097"/>
                  </a:lnTo>
                  <a:lnTo>
                    <a:pt x="5097" y="17097"/>
                  </a:lnTo>
                  <a:cubicBezTo>
                    <a:pt x="4847" y="17097"/>
                    <a:pt x="4632" y="17300"/>
                    <a:pt x="4632" y="17562"/>
                  </a:cubicBezTo>
                  <a:lnTo>
                    <a:pt x="4632" y="17955"/>
                  </a:lnTo>
                  <a:lnTo>
                    <a:pt x="4502" y="17955"/>
                  </a:lnTo>
                  <a:cubicBezTo>
                    <a:pt x="4359" y="17955"/>
                    <a:pt x="4251" y="18074"/>
                    <a:pt x="4251" y="18205"/>
                  </a:cubicBezTo>
                  <a:cubicBezTo>
                    <a:pt x="4251" y="18348"/>
                    <a:pt x="4359" y="18455"/>
                    <a:pt x="4502" y="18455"/>
                  </a:cubicBezTo>
                  <a:lnTo>
                    <a:pt x="4632" y="18455"/>
                  </a:lnTo>
                  <a:lnTo>
                    <a:pt x="4632" y="21622"/>
                  </a:lnTo>
                  <a:lnTo>
                    <a:pt x="4502" y="21622"/>
                  </a:lnTo>
                  <a:cubicBezTo>
                    <a:pt x="4359" y="21622"/>
                    <a:pt x="4251" y="21741"/>
                    <a:pt x="4251" y="21872"/>
                  </a:cubicBezTo>
                  <a:cubicBezTo>
                    <a:pt x="4251" y="22015"/>
                    <a:pt x="4359" y="22122"/>
                    <a:pt x="4502" y="22122"/>
                  </a:cubicBezTo>
                  <a:lnTo>
                    <a:pt x="4632" y="22122"/>
                  </a:lnTo>
                  <a:lnTo>
                    <a:pt x="4632" y="22515"/>
                  </a:lnTo>
                  <a:cubicBezTo>
                    <a:pt x="4632" y="22777"/>
                    <a:pt x="4835" y="22991"/>
                    <a:pt x="5097" y="22991"/>
                  </a:cubicBezTo>
                  <a:lnTo>
                    <a:pt x="5240" y="22991"/>
                  </a:lnTo>
                  <a:lnTo>
                    <a:pt x="5240" y="24074"/>
                  </a:lnTo>
                  <a:cubicBezTo>
                    <a:pt x="5240" y="24086"/>
                    <a:pt x="5240" y="24086"/>
                    <a:pt x="5240" y="24098"/>
                  </a:cubicBezTo>
                  <a:lnTo>
                    <a:pt x="4406" y="24098"/>
                  </a:lnTo>
                  <a:cubicBezTo>
                    <a:pt x="4275" y="24098"/>
                    <a:pt x="4156" y="24182"/>
                    <a:pt x="4097" y="24289"/>
                  </a:cubicBezTo>
                  <a:lnTo>
                    <a:pt x="3370" y="24289"/>
                  </a:lnTo>
                  <a:lnTo>
                    <a:pt x="3370" y="23229"/>
                  </a:lnTo>
                  <a:cubicBezTo>
                    <a:pt x="3549" y="23170"/>
                    <a:pt x="3680" y="22991"/>
                    <a:pt x="3680" y="22777"/>
                  </a:cubicBezTo>
                  <a:lnTo>
                    <a:pt x="3680" y="21515"/>
                  </a:lnTo>
                  <a:lnTo>
                    <a:pt x="3680" y="20645"/>
                  </a:lnTo>
                  <a:cubicBezTo>
                    <a:pt x="3680" y="20384"/>
                    <a:pt x="3466" y="20157"/>
                    <a:pt x="3192" y="20157"/>
                  </a:cubicBezTo>
                  <a:lnTo>
                    <a:pt x="1311" y="20157"/>
                  </a:lnTo>
                  <a:cubicBezTo>
                    <a:pt x="1049" y="20157"/>
                    <a:pt x="822" y="20384"/>
                    <a:pt x="822" y="20645"/>
                  </a:cubicBezTo>
                  <a:lnTo>
                    <a:pt x="822" y="21515"/>
                  </a:lnTo>
                  <a:lnTo>
                    <a:pt x="822" y="22777"/>
                  </a:lnTo>
                  <a:cubicBezTo>
                    <a:pt x="822" y="22991"/>
                    <a:pt x="953" y="23170"/>
                    <a:pt x="1144" y="23229"/>
                  </a:cubicBezTo>
                  <a:lnTo>
                    <a:pt x="1144" y="25694"/>
                  </a:lnTo>
                  <a:lnTo>
                    <a:pt x="1144" y="26444"/>
                  </a:lnTo>
                  <a:cubicBezTo>
                    <a:pt x="1144" y="26718"/>
                    <a:pt x="1358" y="26932"/>
                    <a:pt x="1632" y="26932"/>
                  </a:cubicBezTo>
                  <a:lnTo>
                    <a:pt x="2870" y="26932"/>
                  </a:lnTo>
                  <a:cubicBezTo>
                    <a:pt x="3144" y="26932"/>
                    <a:pt x="3370" y="26718"/>
                    <a:pt x="3370" y="26444"/>
                  </a:cubicBezTo>
                  <a:lnTo>
                    <a:pt x="3370" y="25694"/>
                  </a:lnTo>
                  <a:lnTo>
                    <a:pt x="3370" y="24574"/>
                  </a:lnTo>
                  <a:lnTo>
                    <a:pt x="4097" y="24574"/>
                  </a:lnTo>
                  <a:cubicBezTo>
                    <a:pt x="4156" y="24682"/>
                    <a:pt x="4275" y="24765"/>
                    <a:pt x="4406" y="24765"/>
                  </a:cubicBezTo>
                  <a:lnTo>
                    <a:pt x="4573" y="24765"/>
                  </a:lnTo>
                  <a:lnTo>
                    <a:pt x="4573" y="25241"/>
                  </a:lnTo>
                  <a:cubicBezTo>
                    <a:pt x="4573" y="25456"/>
                    <a:pt x="4752" y="25634"/>
                    <a:pt x="4978" y="25634"/>
                  </a:cubicBezTo>
                  <a:lnTo>
                    <a:pt x="10217" y="25634"/>
                  </a:lnTo>
                  <a:cubicBezTo>
                    <a:pt x="10431" y="25634"/>
                    <a:pt x="10609" y="25456"/>
                    <a:pt x="10609" y="25241"/>
                  </a:cubicBezTo>
                  <a:lnTo>
                    <a:pt x="10609" y="24765"/>
                  </a:lnTo>
                  <a:lnTo>
                    <a:pt x="10788" y="24765"/>
                  </a:lnTo>
                  <a:cubicBezTo>
                    <a:pt x="10919" y="24765"/>
                    <a:pt x="11038" y="24682"/>
                    <a:pt x="11086" y="24574"/>
                  </a:cubicBezTo>
                  <a:lnTo>
                    <a:pt x="11824" y="24574"/>
                  </a:lnTo>
                  <a:lnTo>
                    <a:pt x="11824" y="25694"/>
                  </a:lnTo>
                  <a:lnTo>
                    <a:pt x="11824" y="26444"/>
                  </a:lnTo>
                  <a:cubicBezTo>
                    <a:pt x="11824" y="26718"/>
                    <a:pt x="12050" y="26932"/>
                    <a:pt x="12312" y="26932"/>
                  </a:cubicBezTo>
                  <a:lnTo>
                    <a:pt x="13562" y="26932"/>
                  </a:lnTo>
                  <a:cubicBezTo>
                    <a:pt x="13824" y="26932"/>
                    <a:pt x="14050" y="26718"/>
                    <a:pt x="14050" y="26444"/>
                  </a:cubicBezTo>
                  <a:lnTo>
                    <a:pt x="14050" y="25694"/>
                  </a:lnTo>
                  <a:lnTo>
                    <a:pt x="14050" y="23229"/>
                  </a:lnTo>
                  <a:cubicBezTo>
                    <a:pt x="14229" y="23170"/>
                    <a:pt x="14372" y="22991"/>
                    <a:pt x="14372" y="22777"/>
                  </a:cubicBezTo>
                  <a:lnTo>
                    <a:pt x="14372" y="21515"/>
                  </a:lnTo>
                  <a:lnTo>
                    <a:pt x="14372" y="20645"/>
                  </a:lnTo>
                  <a:cubicBezTo>
                    <a:pt x="14372" y="20384"/>
                    <a:pt x="14146" y="20157"/>
                    <a:pt x="13872" y="20157"/>
                  </a:cubicBezTo>
                  <a:lnTo>
                    <a:pt x="12002" y="20157"/>
                  </a:lnTo>
                  <a:cubicBezTo>
                    <a:pt x="11729" y="20157"/>
                    <a:pt x="11502" y="20384"/>
                    <a:pt x="11502" y="20645"/>
                  </a:cubicBezTo>
                  <a:lnTo>
                    <a:pt x="11502" y="21515"/>
                  </a:lnTo>
                  <a:lnTo>
                    <a:pt x="11502" y="22777"/>
                  </a:lnTo>
                  <a:cubicBezTo>
                    <a:pt x="11502" y="22991"/>
                    <a:pt x="11645" y="23170"/>
                    <a:pt x="11824" y="23229"/>
                  </a:cubicBezTo>
                  <a:lnTo>
                    <a:pt x="11824" y="24289"/>
                  </a:lnTo>
                  <a:lnTo>
                    <a:pt x="11086" y="24289"/>
                  </a:lnTo>
                  <a:cubicBezTo>
                    <a:pt x="11038" y="24182"/>
                    <a:pt x="10919" y="24098"/>
                    <a:pt x="10788" y="24098"/>
                  </a:cubicBezTo>
                  <a:lnTo>
                    <a:pt x="9943" y="24098"/>
                  </a:lnTo>
                  <a:cubicBezTo>
                    <a:pt x="9943" y="24086"/>
                    <a:pt x="9955" y="24086"/>
                    <a:pt x="9955" y="24074"/>
                  </a:cubicBezTo>
                  <a:lnTo>
                    <a:pt x="9955" y="22991"/>
                  </a:lnTo>
                  <a:lnTo>
                    <a:pt x="10086" y="22991"/>
                  </a:lnTo>
                  <a:cubicBezTo>
                    <a:pt x="10347" y="22991"/>
                    <a:pt x="10562" y="22777"/>
                    <a:pt x="10562" y="22515"/>
                  </a:cubicBezTo>
                  <a:lnTo>
                    <a:pt x="10562" y="22122"/>
                  </a:lnTo>
                  <a:lnTo>
                    <a:pt x="10693" y="22122"/>
                  </a:lnTo>
                  <a:cubicBezTo>
                    <a:pt x="10836" y="22122"/>
                    <a:pt x="10943" y="22015"/>
                    <a:pt x="10943" y="21872"/>
                  </a:cubicBezTo>
                  <a:cubicBezTo>
                    <a:pt x="10943" y="21741"/>
                    <a:pt x="10836" y="21622"/>
                    <a:pt x="10693" y="21622"/>
                  </a:cubicBezTo>
                  <a:lnTo>
                    <a:pt x="10562" y="21622"/>
                  </a:lnTo>
                  <a:lnTo>
                    <a:pt x="10562" y="18455"/>
                  </a:lnTo>
                  <a:lnTo>
                    <a:pt x="10693" y="18455"/>
                  </a:lnTo>
                  <a:cubicBezTo>
                    <a:pt x="10836" y="18455"/>
                    <a:pt x="10943" y="18348"/>
                    <a:pt x="10943" y="18205"/>
                  </a:cubicBezTo>
                  <a:cubicBezTo>
                    <a:pt x="10943" y="18074"/>
                    <a:pt x="10836" y="17955"/>
                    <a:pt x="10693" y="17955"/>
                  </a:cubicBezTo>
                  <a:lnTo>
                    <a:pt x="10562" y="17955"/>
                  </a:lnTo>
                  <a:lnTo>
                    <a:pt x="10562" y="17562"/>
                  </a:lnTo>
                  <a:cubicBezTo>
                    <a:pt x="10562" y="17300"/>
                    <a:pt x="10347" y="17097"/>
                    <a:pt x="10086" y="17097"/>
                  </a:cubicBezTo>
                  <a:lnTo>
                    <a:pt x="9955" y="17097"/>
                  </a:lnTo>
                  <a:lnTo>
                    <a:pt x="9955" y="16383"/>
                  </a:lnTo>
                  <a:lnTo>
                    <a:pt x="10002" y="16383"/>
                  </a:lnTo>
                  <a:cubicBezTo>
                    <a:pt x="10217" y="16383"/>
                    <a:pt x="10395" y="16204"/>
                    <a:pt x="10395" y="15990"/>
                  </a:cubicBezTo>
                  <a:lnTo>
                    <a:pt x="10395" y="15180"/>
                  </a:lnTo>
                  <a:lnTo>
                    <a:pt x="10645" y="15180"/>
                  </a:lnTo>
                  <a:cubicBezTo>
                    <a:pt x="10871" y="15180"/>
                    <a:pt x="11050" y="15014"/>
                    <a:pt x="11050" y="14788"/>
                  </a:cubicBezTo>
                  <a:lnTo>
                    <a:pt x="11050" y="14454"/>
                  </a:lnTo>
                  <a:lnTo>
                    <a:pt x="11050" y="13966"/>
                  </a:lnTo>
                  <a:lnTo>
                    <a:pt x="11050" y="10108"/>
                  </a:lnTo>
                  <a:lnTo>
                    <a:pt x="11264" y="10108"/>
                  </a:lnTo>
                  <a:lnTo>
                    <a:pt x="11264" y="10144"/>
                  </a:lnTo>
                  <a:cubicBezTo>
                    <a:pt x="11264" y="10216"/>
                    <a:pt x="11324" y="10275"/>
                    <a:pt x="11395" y="10275"/>
                  </a:cubicBezTo>
                  <a:cubicBezTo>
                    <a:pt x="11467" y="10275"/>
                    <a:pt x="11526" y="10216"/>
                    <a:pt x="11526" y="10144"/>
                  </a:cubicBezTo>
                  <a:lnTo>
                    <a:pt x="11526" y="10108"/>
                  </a:lnTo>
                  <a:lnTo>
                    <a:pt x="11717" y="10108"/>
                  </a:lnTo>
                  <a:lnTo>
                    <a:pt x="11717" y="10144"/>
                  </a:lnTo>
                  <a:cubicBezTo>
                    <a:pt x="11717" y="10216"/>
                    <a:pt x="11776" y="10275"/>
                    <a:pt x="11848" y="10275"/>
                  </a:cubicBezTo>
                  <a:cubicBezTo>
                    <a:pt x="11931" y="10275"/>
                    <a:pt x="11991" y="10216"/>
                    <a:pt x="11991" y="10144"/>
                  </a:cubicBezTo>
                  <a:lnTo>
                    <a:pt x="11991" y="10013"/>
                  </a:lnTo>
                  <a:cubicBezTo>
                    <a:pt x="12002" y="10001"/>
                    <a:pt x="12014" y="9989"/>
                    <a:pt x="12026" y="9977"/>
                  </a:cubicBezTo>
                  <a:lnTo>
                    <a:pt x="12693" y="9977"/>
                  </a:lnTo>
                  <a:cubicBezTo>
                    <a:pt x="13134" y="9977"/>
                    <a:pt x="13479" y="10335"/>
                    <a:pt x="13479" y="10775"/>
                  </a:cubicBezTo>
                  <a:lnTo>
                    <a:pt x="13479" y="10966"/>
                  </a:lnTo>
                  <a:lnTo>
                    <a:pt x="13407" y="10966"/>
                  </a:lnTo>
                  <a:cubicBezTo>
                    <a:pt x="13324" y="10966"/>
                    <a:pt x="13265" y="11025"/>
                    <a:pt x="13265" y="11109"/>
                  </a:cubicBezTo>
                  <a:cubicBezTo>
                    <a:pt x="13265" y="11180"/>
                    <a:pt x="13324" y="11251"/>
                    <a:pt x="13407" y="11251"/>
                  </a:cubicBezTo>
                  <a:lnTo>
                    <a:pt x="13479" y="11251"/>
                  </a:lnTo>
                  <a:lnTo>
                    <a:pt x="13479" y="11799"/>
                  </a:lnTo>
                  <a:lnTo>
                    <a:pt x="13407" y="11799"/>
                  </a:lnTo>
                  <a:cubicBezTo>
                    <a:pt x="13324" y="11799"/>
                    <a:pt x="13265" y="11859"/>
                    <a:pt x="13265" y="11942"/>
                  </a:cubicBezTo>
                  <a:cubicBezTo>
                    <a:pt x="13265" y="12013"/>
                    <a:pt x="13324" y="12085"/>
                    <a:pt x="13407" y="12085"/>
                  </a:cubicBezTo>
                  <a:lnTo>
                    <a:pt x="13479" y="12085"/>
                  </a:lnTo>
                  <a:lnTo>
                    <a:pt x="13479" y="12633"/>
                  </a:lnTo>
                  <a:lnTo>
                    <a:pt x="13407" y="12633"/>
                  </a:lnTo>
                  <a:cubicBezTo>
                    <a:pt x="13324" y="12633"/>
                    <a:pt x="13265" y="12692"/>
                    <a:pt x="13265" y="12775"/>
                  </a:cubicBezTo>
                  <a:cubicBezTo>
                    <a:pt x="13265" y="12847"/>
                    <a:pt x="13324" y="12918"/>
                    <a:pt x="13407" y="12918"/>
                  </a:cubicBezTo>
                  <a:lnTo>
                    <a:pt x="13479" y="12918"/>
                  </a:lnTo>
                  <a:lnTo>
                    <a:pt x="13479" y="13466"/>
                  </a:lnTo>
                  <a:lnTo>
                    <a:pt x="13407" y="13466"/>
                  </a:lnTo>
                  <a:cubicBezTo>
                    <a:pt x="13324" y="13466"/>
                    <a:pt x="13265" y="13526"/>
                    <a:pt x="13265" y="13609"/>
                  </a:cubicBezTo>
                  <a:cubicBezTo>
                    <a:pt x="13265" y="13680"/>
                    <a:pt x="13324" y="13752"/>
                    <a:pt x="13407" y="13752"/>
                  </a:cubicBezTo>
                  <a:lnTo>
                    <a:pt x="13479" y="13752"/>
                  </a:lnTo>
                  <a:lnTo>
                    <a:pt x="13479" y="14002"/>
                  </a:lnTo>
                  <a:lnTo>
                    <a:pt x="13753" y="14002"/>
                  </a:lnTo>
                  <a:lnTo>
                    <a:pt x="13753" y="14395"/>
                  </a:lnTo>
                  <a:lnTo>
                    <a:pt x="13574" y="14395"/>
                  </a:lnTo>
                  <a:cubicBezTo>
                    <a:pt x="13407" y="14395"/>
                    <a:pt x="13265" y="14526"/>
                    <a:pt x="13265" y="14704"/>
                  </a:cubicBezTo>
                  <a:cubicBezTo>
                    <a:pt x="13265" y="14871"/>
                    <a:pt x="13407" y="15014"/>
                    <a:pt x="13574" y="15014"/>
                  </a:cubicBezTo>
                  <a:lnTo>
                    <a:pt x="13753" y="15014"/>
                  </a:lnTo>
                  <a:lnTo>
                    <a:pt x="13753" y="16145"/>
                  </a:lnTo>
                  <a:cubicBezTo>
                    <a:pt x="13229" y="16264"/>
                    <a:pt x="12836" y="16728"/>
                    <a:pt x="12836" y="17288"/>
                  </a:cubicBezTo>
                  <a:lnTo>
                    <a:pt x="13312" y="17288"/>
                  </a:lnTo>
                  <a:cubicBezTo>
                    <a:pt x="13312" y="16895"/>
                    <a:pt x="13622" y="16585"/>
                    <a:pt x="14015" y="16585"/>
                  </a:cubicBezTo>
                  <a:cubicBezTo>
                    <a:pt x="14408" y="16585"/>
                    <a:pt x="14717" y="16895"/>
                    <a:pt x="14717" y="17288"/>
                  </a:cubicBezTo>
                  <a:lnTo>
                    <a:pt x="15193" y="17288"/>
                  </a:lnTo>
                  <a:cubicBezTo>
                    <a:pt x="15193" y="16728"/>
                    <a:pt x="14800" y="16264"/>
                    <a:pt x="14277" y="16145"/>
                  </a:cubicBezTo>
                  <a:lnTo>
                    <a:pt x="14277" y="15014"/>
                  </a:lnTo>
                  <a:lnTo>
                    <a:pt x="14455" y="15014"/>
                  </a:lnTo>
                  <a:cubicBezTo>
                    <a:pt x="14622" y="15014"/>
                    <a:pt x="14765" y="14871"/>
                    <a:pt x="14765" y="14704"/>
                  </a:cubicBezTo>
                  <a:cubicBezTo>
                    <a:pt x="14765" y="14526"/>
                    <a:pt x="14622" y="14395"/>
                    <a:pt x="14455" y="14395"/>
                  </a:cubicBezTo>
                  <a:lnTo>
                    <a:pt x="14277" y="14395"/>
                  </a:lnTo>
                  <a:lnTo>
                    <a:pt x="14277" y="14002"/>
                  </a:lnTo>
                  <a:lnTo>
                    <a:pt x="14538" y="14002"/>
                  </a:lnTo>
                  <a:lnTo>
                    <a:pt x="14538" y="13752"/>
                  </a:lnTo>
                  <a:lnTo>
                    <a:pt x="14622" y="13752"/>
                  </a:lnTo>
                  <a:cubicBezTo>
                    <a:pt x="14693" y="13752"/>
                    <a:pt x="14765" y="13680"/>
                    <a:pt x="14765" y="13609"/>
                  </a:cubicBezTo>
                  <a:cubicBezTo>
                    <a:pt x="14765" y="13526"/>
                    <a:pt x="14705" y="13466"/>
                    <a:pt x="14622" y="13466"/>
                  </a:cubicBezTo>
                  <a:lnTo>
                    <a:pt x="14538" y="13466"/>
                  </a:lnTo>
                  <a:lnTo>
                    <a:pt x="14538" y="12918"/>
                  </a:lnTo>
                  <a:lnTo>
                    <a:pt x="14622" y="12918"/>
                  </a:lnTo>
                  <a:cubicBezTo>
                    <a:pt x="14693" y="12918"/>
                    <a:pt x="14765" y="12847"/>
                    <a:pt x="14765" y="12775"/>
                  </a:cubicBezTo>
                  <a:cubicBezTo>
                    <a:pt x="14765" y="12692"/>
                    <a:pt x="14705" y="12633"/>
                    <a:pt x="14622" y="12633"/>
                  </a:cubicBezTo>
                  <a:lnTo>
                    <a:pt x="14538" y="12633"/>
                  </a:lnTo>
                  <a:lnTo>
                    <a:pt x="14538" y="12085"/>
                  </a:lnTo>
                  <a:lnTo>
                    <a:pt x="14622" y="12085"/>
                  </a:lnTo>
                  <a:cubicBezTo>
                    <a:pt x="14693" y="12085"/>
                    <a:pt x="14765" y="12013"/>
                    <a:pt x="14765" y="11942"/>
                  </a:cubicBezTo>
                  <a:cubicBezTo>
                    <a:pt x="14765" y="11859"/>
                    <a:pt x="14705" y="11799"/>
                    <a:pt x="14622" y="11799"/>
                  </a:cubicBezTo>
                  <a:lnTo>
                    <a:pt x="14538" y="11799"/>
                  </a:lnTo>
                  <a:lnTo>
                    <a:pt x="14538" y="11251"/>
                  </a:lnTo>
                  <a:lnTo>
                    <a:pt x="14622" y="11251"/>
                  </a:lnTo>
                  <a:cubicBezTo>
                    <a:pt x="14693" y="11251"/>
                    <a:pt x="14765" y="11180"/>
                    <a:pt x="14765" y="11109"/>
                  </a:cubicBezTo>
                  <a:cubicBezTo>
                    <a:pt x="14765" y="11025"/>
                    <a:pt x="14705" y="10966"/>
                    <a:pt x="14622" y="10966"/>
                  </a:cubicBezTo>
                  <a:lnTo>
                    <a:pt x="14538" y="10966"/>
                  </a:lnTo>
                  <a:lnTo>
                    <a:pt x="14538" y="10775"/>
                  </a:lnTo>
                  <a:cubicBezTo>
                    <a:pt x="14538" y="9751"/>
                    <a:pt x="13705" y="8930"/>
                    <a:pt x="12693" y="8930"/>
                  </a:cubicBezTo>
                  <a:lnTo>
                    <a:pt x="12026" y="8930"/>
                  </a:lnTo>
                  <a:cubicBezTo>
                    <a:pt x="12014" y="8918"/>
                    <a:pt x="12002" y="8906"/>
                    <a:pt x="11991" y="8894"/>
                  </a:cubicBezTo>
                  <a:lnTo>
                    <a:pt x="11991" y="8763"/>
                  </a:lnTo>
                  <a:cubicBezTo>
                    <a:pt x="11991" y="8692"/>
                    <a:pt x="11931" y="8632"/>
                    <a:pt x="11848" y="8632"/>
                  </a:cubicBezTo>
                  <a:cubicBezTo>
                    <a:pt x="11776" y="8632"/>
                    <a:pt x="11717" y="8692"/>
                    <a:pt x="11717" y="8763"/>
                  </a:cubicBezTo>
                  <a:lnTo>
                    <a:pt x="11717" y="8799"/>
                  </a:lnTo>
                  <a:lnTo>
                    <a:pt x="11526" y="8799"/>
                  </a:lnTo>
                  <a:lnTo>
                    <a:pt x="11526" y="8763"/>
                  </a:lnTo>
                  <a:cubicBezTo>
                    <a:pt x="11526" y="8692"/>
                    <a:pt x="11467" y="8632"/>
                    <a:pt x="11395" y="8632"/>
                  </a:cubicBezTo>
                  <a:cubicBezTo>
                    <a:pt x="11324" y="8632"/>
                    <a:pt x="11264" y="8692"/>
                    <a:pt x="11264" y="8763"/>
                  </a:cubicBezTo>
                  <a:lnTo>
                    <a:pt x="11264" y="8799"/>
                  </a:lnTo>
                  <a:lnTo>
                    <a:pt x="11050" y="8799"/>
                  </a:lnTo>
                  <a:lnTo>
                    <a:pt x="11050" y="8703"/>
                  </a:lnTo>
                  <a:cubicBezTo>
                    <a:pt x="11050" y="8489"/>
                    <a:pt x="10871" y="8311"/>
                    <a:pt x="10645" y="8311"/>
                  </a:cubicBezTo>
                  <a:lnTo>
                    <a:pt x="8573" y="8311"/>
                  </a:lnTo>
                  <a:lnTo>
                    <a:pt x="8573" y="8180"/>
                  </a:lnTo>
                  <a:cubicBezTo>
                    <a:pt x="8645" y="8180"/>
                    <a:pt x="8716" y="8120"/>
                    <a:pt x="8716" y="8037"/>
                  </a:cubicBezTo>
                  <a:cubicBezTo>
                    <a:pt x="8716" y="7965"/>
                    <a:pt x="8657" y="7906"/>
                    <a:pt x="8573" y="7906"/>
                  </a:cubicBezTo>
                  <a:lnTo>
                    <a:pt x="8573" y="7763"/>
                  </a:lnTo>
                  <a:cubicBezTo>
                    <a:pt x="8645" y="7751"/>
                    <a:pt x="8716" y="7691"/>
                    <a:pt x="8716" y="7620"/>
                  </a:cubicBezTo>
                  <a:cubicBezTo>
                    <a:pt x="8716" y="7549"/>
                    <a:pt x="8657" y="7489"/>
                    <a:pt x="8573" y="7477"/>
                  </a:cubicBezTo>
                  <a:lnTo>
                    <a:pt x="8573" y="7358"/>
                  </a:lnTo>
                  <a:lnTo>
                    <a:pt x="10371" y="7358"/>
                  </a:lnTo>
                  <a:cubicBezTo>
                    <a:pt x="10633" y="7358"/>
                    <a:pt x="10836" y="7156"/>
                    <a:pt x="10836" y="6906"/>
                  </a:cubicBezTo>
                  <a:lnTo>
                    <a:pt x="10836" y="4870"/>
                  </a:lnTo>
                  <a:cubicBezTo>
                    <a:pt x="10836" y="4953"/>
                    <a:pt x="10907" y="5013"/>
                    <a:pt x="10990" y="5013"/>
                  </a:cubicBezTo>
                  <a:cubicBezTo>
                    <a:pt x="11074" y="5013"/>
                    <a:pt x="11145" y="4953"/>
                    <a:pt x="11145" y="4870"/>
                  </a:cubicBezTo>
                  <a:lnTo>
                    <a:pt x="11145" y="4751"/>
                  </a:lnTo>
                  <a:cubicBezTo>
                    <a:pt x="11419" y="4632"/>
                    <a:pt x="11610" y="4358"/>
                    <a:pt x="11610" y="4036"/>
                  </a:cubicBezTo>
                  <a:cubicBezTo>
                    <a:pt x="11610" y="3715"/>
                    <a:pt x="11419" y="3441"/>
                    <a:pt x="11145" y="3322"/>
                  </a:cubicBezTo>
                  <a:lnTo>
                    <a:pt x="11145" y="3203"/>
                  </a:lnTo>
                  <a:cubicBezTo>
                    <a:pt x="11145" y="3119"/>
                    <a:pt x="11074" y="3048"/>
                    <a:pt x="10990" y="3048"/>
                  </a:cubicBezTo>
                  <a:cubicBezTo>
                    <a:pt x="10907" y="3048"/>
                    <a:pt x="10836" y="3119"/>
                    <a:pt x="10836" y="3203"/>
                  </a:cubicBezTo>
                  <a:lnTo>
                    <a:pt x="10836" y="1167"/>
                  </a:lnTo>
                  <a:cubicBezTo>
                    <a:pt x="10836" y="905"/>
                    <a:pt x="10633" y="703"/>
                    <a:pt x="10371" y="703"/>
                  </a:cubicBezTo>
                  <a:lnTo>
                    <a:pt x="8300" y="703"/>
                  </a:lnTo>
                  <a:cubicBezTo>
                    <a:pt x="8300" y="322"/>
                    <a:pt x="7978" y="0"/>
                    <a:pt x="759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9" name="Google Shape;1209;p36"/>
            <p:cNvGrpSpPr/>
            <p:nvPr/>
          </p:nvGrpSpPr>
          <p:grpSpPr>
            <a:xfrm>
              <a:off x="2225575" y="3305850"/>
              <a:ext cx="380125" cy="673625"/>
              <a:chOff x="2225575" y="2801950"/>
              <a:chExt cx="380125" cy="673625"/>
            </a:xfrm>
          </p:grpSpPr>
          <p:sp>
            <p:nvSpPr>
              <p:cNvPr id="1210" name="Google Shape;1210;p36"/>
              <p:cNvSpPr/>
              <p:nvPr/>
            </p:nvSpPr>
            <p:spPr>
              <a:xfrm>
                <a:off x="2356825" y="31978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1703"/>
                    </a:lnTo>
                    <a:cubicBezTo>
                      <a:pt x="1" y="1965"/>
                      <a:pt x="215" y="2179"/>
                      <a:pt x="465" y="2179"/>
                    </a:cubicBezTo>
                    <a:lnTo>
                      <a:pt x="513" y="2179"/>
                    </a:lnTo>
                    <a:cubicBezTo>
                      <a:pt x="763" y="2179"/>
                      <a:pt x="977" y="1965"/>
                      <a:pt x="977" y="1703"/>
                    </a:cubicBezTo>
                    <a:lnTo>
                      <a:pt x="977" y="465"/>
                    </a:lnTo>
                    <a:cubicBezTo>
                      <a:pt x="977" y="203"/>
                      <a:pt x="763" y="0"/>
                      <a:pt x="5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6"/>
              <p:cNvSpPr/>
              <p:nvPr/>
            </p:nvSpPr>
            <p:spPr>
              <a:xfrm>
                <a:off x="2356825" y="33612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1"/>
                    </a:moveTo>
                    <a:cubicBezTo>
                      <a:pt x="215" y="1"/>
                      <a:pt x="1" y="215"/>
                      <a:pt x="1" y="477"/>
                    </a:cubicBezTo>
                    <a:lnTo>
                      <a:pt x="1" y="1715"/>
                    </a:lnTo>
                    <a:cubicBezTo>
                      <a:pt x="1" y="1977"/>
                      <a:pt x="215" y="2180"/>
                      <a:pt x="465" y="2180"/>
                    </a:cubicBezTo>
                    <a:lnTo>
                      <a:pt x="513" y="2180"/>
                    </a:lnTo>
                    <a:cubicBezTo>
                      <a:pt x="763" y="2180"/>
                      <a:pt x="977" y="1977"/>
                      <a:pt x="977" y="1715"/>
                    </a:cubicBezTo>
                    <a:lnTo>
                      <a:pt x="977" y="477"/>
                    </a:lnTo>
                    <a:cubicBezTo>
                      <a:pt x="977" y="215"/>
                      <a:pt x="763" y="1"/>
                      <a:pt x="5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6"/>
              <p:cNvSpPr/>
              <p:nvPr/>
            </p:nvSpPr>
            <p:spPr>
              <a:xfrm>
                <a:off x="2341650" y="3229400"/>
                <a:ext cx="54800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5894" extrusionOk="0">
                    <a:moveTo>
                      <a:pt x="465" y="0"/>
                    </a:moveTo>
                    <a:cubicBezTo>
                      <a:pt x="203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03" y="5894"/>
                      <a:pt x="465" y="5894"/>
                    </a:cubicBezTo>
                    <a:lnTo>
                      <a:pt x="1727" y="5894"/>
                    </a:lnTo>
                    <a:cubicBezTo>
                      <a:pt x="1989" y="5894"/>
                      <a:pt x="2191" y="5692"/>
                      <a:pt x="2191" y="5430"/>
                    </a:cubicBezTo>
                    <a:lnTo>
                      <a:pt x="2191" y="477"/>
                    </a:lnTo>
                    <a:cubicBezTo>
                      <a:pt x="2191" y="215"/>
                      <a:pt x="198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13" name="Google Shape;1213;p36"/>
              <p:cNvSpPr/>
              <p:nvPr/>
            </p:nvSpPr>
            <p:spPr>
              <a:xfrm>
                <a:off x="2349100" y="3283275"/>
                <a:ext cx="39900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596" extrusionOk="0">
                    <a:moveTo>
                      <a:pt x="798" y="0"/>
                    </a:moveTo>
                    <a:cubicBezTo>
                      <a:pt x="357" y="0"/>
                      <a:pt x="0" y="358"/>
                      <a:pt x="0" y="798"/>
                    </a:cubicBezTo>
                    <a:cubicBezTo>
                      <a:pt x="0" y="1239"/>
                      <a:pt x="357" y="1596"/>
                      <a:pt x="798" y="1596"/>
                    </a:cubicBezTo>
                    <a:cubicBezTo>
                      <a:pt x="1238" y="1596"/>
                      <a:pt x="1596" y="1239"/>
                      <a:pt x="1596" y="798"/>
                    </a:cubicBezTo>
                    <a:cubicBezTo>
                      <a:pt x="1596" y="358"/>
                      <a:pt x="1238" y="0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6"/>
              <p:cNvSpPr/>
              <p:nvPr/>
            </p:nvSpPr>
            <p:spPr>
              <a:xfrm>
                <a:off x="2332125" y="32505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0" y="108"/>
                      <a:pt x="0" y="251"/>
                    </a:cubicBezTo>
                    <a:cubicBezTo>
                      <a:pt x="0" y="381"/>
                      <a:pt x="108" y="489"/>
                      <a:pt x="251" y="489"/>
                    </a:cubicBezTo>
                    <a:lnTo>
                      <a:pt x="2679" y="489"/>
                    </a:lnTo>
                    <a:cubicBezTo>
                      <a:pt x="2822" y="489"/>
                      <a:pt x="2929" y="381"/>
                      <a:pt x="2929" y="251"/>
                    </a:cubicBezTo>
                    <a:cubicBezTo>
                      <a:pt x="2929" y="108"/>
                      <a:pt x="2822" y="0"/>
                      <a:pt x="2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6"/>
              <p:cNvSpPr/>
              <p:nvPr/>
            </p:nvSpPr>
            <p:spPr>
              <a:xfrm>
                <a:off x="2332125" y="33422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82"/>
                      <a:pt x="108" y="501"/>
                      <a:pt x="251" y="501"/>
                    </a:cubicBezTo>
                    <a:lnTo>
                      <a:pt x="2679" y="501"/>
                    </a:lnTo>
                    <a:cubicBezTo>
                      <a:pt x="2822" y="501"/>
                      <a:pt x="2929" y="382"/>
                      <a:pt x="2929" y="251"/>
                    </a:cubicBezTo>
                    <a:cubicBezTo>
                      <a:pt x="2929" y="108"/>
                      <a:pt x="2822" y="1"/>
                      <a:pt x="26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6"/>
              <p:cNvSpPr/>
              <p:nvPr/>
            </p:nvSpPr>
            <p:spPr>
              <a:xfrm>
                <a:off x="2450000" y="31978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0"/>
                    </a:moveTo>
                    <a:cubicBezTo>
                      <a:pt x="215" y="0"/>
                      <a:pt x="0" y="203"/>
                      <a:pt x="0" y="465"/>
                    </a:cubicBezTo>
                    <a:lnTo>
                      <a:pt x="0" y="1703"/>
                    </a:lnTo>
                    <a:cubicBezTo>
                      <a:pt x="0" y="1965"/>
                      <a:pt x="215" y="2179"/>
                      <a:pt x="477" y="2179"/>
                    </a:cubicBezTo>
                    <a:lnTo>
                      <a:pt x="512" y="2179"/>
                    </a:lnTo>
                    <a:cubicBezTo>
                      <a:pt x="774" y="2179"/>
                      <a:pt x="989" y="1965"/>
                      <a:pt x="989" y="1703"/>
                    </a:cubicBezTo>
                    <a:lnTo>
                      <a:pt x="989" y="465"/>
                    </a:lnTo>
                    <a:cubicBezTo>
                      <a:pt x="989" y="203"/>
                      <a:pt x="774" y="0"/>
                      <a:pt x="5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6"/>
              <p:cNvSpPr/>
              <p:nvPr/>
            </p:nvSpPr>
            <p:spPr>
              <a:xfrm>
                <a:off x="2450000" y="33612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1"/>
                    </a:moveTo>
                    <a:cubicBezTo>
                      <a:pt x="215" y="1"/>
                      <a:pt x="0" y="215"/>
                      <a:pt x="0" y="477"/>
                    </a:cubicBezTo>
                    <a:lnTo>
                      <a:pt x="0" y="1715"/>
                    </a:lnTo>
                    <a:cubicBezTo>
                      <a:pt x="0" y="1977"/>
                      <a:pt x="215" y="2180"/>
                      <a:pt x="477" y="2180"/>
                    </a:cubicBezTo>
                    <a:lnTo>
                      <a:pt x="512" y="2180"/>
                    </a:lnTo>
                    <a:cubicBezTo>
                      <a:pt x="774" y="2180"/>
                      <a:pt x="989" y="1977"/>
                      <a:pt x="989" y="1715"/>
                    </a:cubicBezTo>
                    <a:lnTo>
                      <a:pt x="989" y="477"/>
                    </a:lnTo>
                    <a:cubicBezTo>
                      <a:pt x="989" y="215"/>
                      <a:pt x="774" y="1"/>
                      <a:pt x="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6"/>
              <p:cNvSpPr/>
              <p:nvPr/>
            </p:nvSpPr>
            <p:spPr>
              <a:xfrm>
                <a:off x="2434825" y="3229400"/>
                <a:ext cx="55075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5894" extrusionOk="0">
                    <a:moveTo>
                      <a:pt x="464" y="0"/>
                    </a:moveTo>
                    <a:cubicBezTo>
                      <a:pt x="214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14" y="5894"/>
                      <a:pt x="464" y="5894"/>
                    </a:cubicBezTo>
                    <a:lnTo>
                      <a:pt x="1727" y="5894"/>
                    </a:lnTo>
                    <a:cubicBezTo>
                      <a:pt x="1988" y="5894"/>
                      <a:pt x="2203" y="5692"/>
                      <a:pt x="2203" y="5430"/>
                    </a:cubicBezTo>
                    <a:lnTo>
                      <a:pt x="2203" y="477"/>
                    </a:lnTo>
                    <a:cubicBezTo>
                      <a:pt x="2203" y="215"/>
                      <a:pt x="1988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6"/>
              <p:cNvSpPr/>
              <p:nvPr/>
            </p:nvSpPr>
            <p:spPr>
              <a:xfrm>
                <a:off x="2442250" y="3283275"/>
                <a:ext cx="40225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596" extrusionOk="0">
                    <a:moveTo>
                      <a:pt x="799" y="0"/>
                    </a:moveTo>
                    <a:cubicBezTo>
                      <a:pt x="358" y="0"/>
                      <a:pt x="1" y="358"/>
                      <a:pt x="1" y="798"/>
                    </a:cubicBezTo>
                    <a:cubicBezTo>
                      <a:pt x="1" y="1239"/>
                      <a:pt x="358" y="1596"/>
                      <a:pt x="799" y="1596"/>
                    </a:cubicBezTo>
                    <a:cubicBezTo>
                      <a:pt x="1251" y="1596"/>
                      <a:pt x="1608" y="1239"/>
                      <a:pt x="1608" y="798"/>
                    </a:cubicBezTo>
                    <a:cubicBezTo>
                      <a:pt x="1608" y="358"/>
                      <a:pt x="1239" y="0"/>
                      <a:pt x="7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6"/>
              <p:cNvSpPr/>
              <p:nvPr/>
            </p:nvSpPr>
            <p:spPr>
              <a:xfrm>
                <a:off x="2426175" y="32511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1" y="108"/>
                      <a:pt x="1" y="251"/>
                    </a:cubicBezTo>
                    <a:cubicBezTo>
                      <a:pt x="1" y="381"/>
                      <a:pt x="108" y="489"/>
                      <a:pt x="251" y="489"/>
                    </a:cubicBezTo>
                    <a:lnTo>
                      <a:pt x="2680" y="489"/>
                    </a:lnTo>
                    <a:cubicBezTo>
                      <a:pt x="2811" y="489"/>
                      <a:pt x="2930" y="381"/>
                      <a:pt x="2930" y="251"/>
                    </a:cubicBezTo>
                    <a:cubicBezTo>
                      <a:pt x="2930" y="108"/>
                      <a:pt x="2811" y="0"/>
                      <a:pt x="26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6"/>
              <p:cNvSpPr/>
              <p:nvPr/>
            </p:nvSpPr>
            <p:spPr>
              <a:xfrm>
                <a:off x="2426175" y="33428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1" y="108"/>
                      <a:pt x="1" y="251"/>
                    </a:cubicBezTo>
                    <a:cubicBezTo>
                      <a:pt x="1" y="382"/>
                      <a:pt x="108" y="501"/>
                      <a:pt x="251" y="501"/>
                    </a:cubicBezTo>
                    <a:lnTo>
                      <a:pt x="2680" y="501"/>
                    </a:lnTo>
                    <a:cubicBezTo>
                      <a:pt x="2811" y="501"/>
                      <a:pt x="2930" y="382"/>
                      <a:pt x="2930" y="251"/>
                    </a:cubicBezTo>
                    <a:cubicBezTo>
                      <a:pt x="2930" y="108"/>
                      <a:pt x="2811" y="1"/>
                      <a:pt x="26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6"/>
              <p:cNvSpPr/>
              <p:nvPr/>
            </p:nvSpPr>
            <p:spPr>
              <a:xfrm>
                <a:off x="2340150" y="3415725"/>
                <a:ext cx="15095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6038" h="1096" extrusionOk="0">
                    <a:moveTo>
                      <a:pt x="1" y="1"/>
                    </a:moveTo>
                    <a:lnTo>
                      <a:pt x="1" y="691"/>
                    </a:lnTo>
                    <a:cubicBezTo>
                      <a:pt x="1" y="917"/>
                      <a:pt x="180" y="1096"/>
                      <a:pt x="394" y="1096"/>
                    </a:cubicBezTo>
                    <a:lnTo>
                      <a:pt x="5645" y="1096"/>
                    </a:lnTo>
                    <a:cubicBezTo>
                      <a:pt x="5859" y="1096"/>
                      <a:pt x="6037" y="917"/>
                      <a:pt x="6037" y="691"/>
                    </a:cubicBezTo>
                    <a:lnTo>
                      <a:pt x="60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6"/>
              <p:cNvSpPr/>
              <p:nvPr/>
            </p:nvSpPr>
            <p:spPr>
              <a:xfrm>
                <a:off x="2299675" y="3409475"/>
                <a:ext cx="231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9276" h="275" extrusionOk="0">
                    <a:moveTo>
                      <a:pt x="155" y="1"/>
                    </a:moveTo>
                    <a:cubicBezTo>
                      <a:pt x="72" y="1"/>
                      <a:pt x="1" y="60"/>
                      <a:pt x="1" y="143"/>
                    </a:cubicBezTo>
                    <a:cubicBezTo>
                      <a:pt x="1" y="215"/>
                      <a:pt x="72" y="274"/>
                      <a:pt x="155" y="274"/>
                    </a:cubicBezTo>
                    <a:lnTo>
                      <a:pt x="9121" y="274"/>
                    </a:lnTo>
                    <a:cubicBezTo>
                      <a:pt x="9204" y="274"/>
                      <a:pt x="9276" y="215"/>
                      <a:pt x="9276" y="143"/>
                    </a:cubicBezTo>
                    <a:cubicBezTo>
                      <a:pt x="9276" y="60"/>
                      <a:pt x="9204" y="1"/>
                      <a:pt x="9121" y="1"/>
                    </a:cubicBezTo>
                    <a:close/>
                  </a:path>
                </a:pathLst>
              </a:custGeom>
              <a:solidFill>
                <a:srgbClr val="B0B0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6"/>
              <p:cNvSpPr/>
              <p:nvPr/>
            </p:nvSpPr>
            <p:spPr>
              <a:xfrm>
                <a:off x="2345825" y="3169575"/>
                <a:ext cx="139925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1691" extrusionOk="0">
                    <a:moveTo>
                      <a:pt x="393" y="0"/>
                    </a:moveTo>
                    <a:cubicBezTo>
                      <a:pt x="179" y="0"/>
                      <a:pt x="0" y="179"/>
                      <a:pt x="0" y="393"/>
                    </a:cubicBezTo>
                    <a:lnTo>
                      <a:pt x="0" y="1286"/>
                    </a:lnTo>
                    <a:cubicBezTo>
                      <a:pt x="0" y="1512"/>
                      <a:pt x="179" y="1691"/>
                      <a:pt x="393" y="1691"/>
                    </a:cubicBezTo>
                    <a:lnTo>
                      <a:pt x="5191" y="1691"/>
                    </a:lnTo>
                    <a:cubicBezTo>
                      <a:pt x="5418" y="1691"/>
                      <a:pt x="5596" y="1512"/>
                      <a:pt x="5596" y="1286"/>
                    </a:cubicBezTo>
                    <a:lnTo>
                      <a:pt x="5596" y="393"/>
                    </a:lnTo>
                    <a:cubicBezTo>
                      <a:pt x="5596" y="179"/>
                      <a:pt x="5418" y="0"/>
                      <a:pt x="51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6"/>
              <p:cNvSpPr/>
              <p:nvPr/>
            </p:nvSpPr>
            <p:spPr>
              <a:xfrm>
                <a:off x="2248475" y="3133550"/>
                <a:ext cx="134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37" y="1441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6"/>
              <p:cNvSpPr/>
              <p:nvPr/>
            </p:nvSpPr>
            <p:spPr>
              <a:xfrm>
                <a:off x="2248475" y="3173425"/>
                <a:ext cx="134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37" y="1430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6"/>
              <p:cNvSpPr/>
              <p:nvPr/>
            </p:nvSpPr>
            <p:spPr>
              <a:xfrm>
                <a:off x="2225575" y="3204700"/>
                <a:ext cx="59250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79" extrusionOk="0">
                    <a:moveTo>
                      <a:pt x="1179" y="0"/>
                    </a:moveTo>
                    <a:cubicBezTo>
                      <a:pt x="536" y="0"/>
                      <a:pt x="0" y="524"/>
                      <a:pt x="0" y="1179"/>
                    </a:cubicBezTo>
                    <a:lnTo>
                      <a:pt x="476" y="1179"/>
                    </a:lnTo>
                    <a:cubicBezTo>
                      <a:pt x="476" y="786"/>
                      <a:pt x="798" y="476"/>
                      <a:pt x="1179" y="476"/>
                    </a:cubicBezTo>
                    <a:cubicBezTo>
                      <a:pt x="1572" y="476"/>
                      <a:pt x="1893" y="786"/>
                      <a:pt x="1893" y="1179"/>
                    </a:cubicBezTo>
                    <a:lnTo>
                      <a:pt x="2369" y="1179"/>
                    </a:lnTo>
                    <a:cubicBezTo>
                      <a:pt x="2369" y="524"/>
                      <a:pt x="1834" y="0"/>
                      <a:pt x="117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6"/>
              <p:cNvSpPr/>
              <p:nvPr/>
            </p:nvSpPr>
            <p:spPr>
              <a:xfrm>
                <a:off x="2236575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32" y="1"/>
                      <a:pt x="1" y="132"/>
                      <a:pt x="1" y="310"/>
                    </a:cubicBezTo>
                    <a:cubicBezTo>
                      <a:pt x="1" y="477"/>
                      <a:pt x="132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6"/>
              <p:cNvSpPr/>
              <p:nvPr/>
            </p:nvSpPr>
            <p:spPr>
              <a:xfrm>
                <a:off x="2241925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846" y="1"/>
                    </a:moveTo>
                    <a:cubicBezTo>
                      <a:pt x="834" y="1"/>
                      <a:pt x="1" y="834"/>
                      <a:pt x="1" y="1846"/>
                    </a:cubicBezTo>
                    <a:lnTo>
                      <a:pt x="1" y="5073"/>
                    </a:lnTo>
                    <a:lnTo>
                      <a:pt x="1061" y="5073"/>
                    </a:lnTo>
                    <a:lnTo>
                      <a:pt x="1061" y="1846"/>
                    </a:lnTo>
                    <a:cubicBezTo>
                      <a:pt x="1061" y="1418"/>
                      <a:pt x="1418" y="1060"/>
                      <a:pt x="1858" y="1060"/>
                    </a:cubicBezTo>
                    <a:lnTo>
                      <a:pt x="3620" y="1060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6"/>
              <p:cNvSpPr/>
              <p:nvPr/>
            </p:nvSpPr>
            <p:spPr>
              <a:xfrm>
                <a:off x="230235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4" y="1"/>
                    </a:moveTo>
                    <a:cubicBezTo>
                      <a:pt x="179" y="1"/>
                      <a:pt x="1" y="167"/>
                      <a:pt x="1" y="394"/>
                    </a:cubicBezTo>
                    <a:lnTo>
                      <a:pt x="1" y="905"/>
                    </a:lnTo>
                    <a:cubicBezTo>
                      <a:pt x="1" y="1120"/>
                      <a:pt x="179" y="1298"/>
                      <a:pt x="394" y="1298"/>
                    </a:cubicBezTo>
                    <a:lnTo>
                      <a:pt x="1263" y="1298"/>
                    </a:lnTo>
                    <a:cubicBezTo>
                      <a:pt x="1477" y="1298"/>
                      <a:pt x="1656" y="1120"/>
                      <a:pt x="1656" y="905"/>
                    </a:cubicBezTo>
                    <a:lnTo>
                      <a:pt x="1656" y="394"/>
                    </a:lnTo>
                    <a:cubicBezTo>
                      <a:pt x="1656" y="167"/>
                      <a:pt x="1477" y="1"/>
                      <a:pt x="12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6"/>
              <p:cNvSpPr/>
              <p:nvPr/>
            </p:nvSpPr>
            <p:spPr>
              <a:xfrm>
                <a:off x="2305925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03" y="1643"/>
                      <a:pt x="263" y="1584"/>
                      <a:pt x="263" y="1512"/>
                    </a:cubicBezTo>
                    <a:lnTo>
                      <a:pt x="263" y="143"/>
                    </a:lnTo>
                    <a:cubicBezTo>
                      <a:pt x="263" y="60"/>
                      <a:pt x="203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6"/>
              <p:cNvSpPr/>
              <p:nvPr/>
            </p:nvSpPr>
            <p:spPr>
              <a:xfrm>
                <a:off x="2317250" y="3016725"/>
                <a:ext cx="6850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644" extrusionOk="0">
                    <a:moveTo>
                      <a:pt x="143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43" y="1643"/>
                    </a:cubicBezTo>
                    <a:cubicBezTo>
                      <a:pt x="214" y="1643"/>
                      <a:pt x="274" y="1584"/>
                      <a:pt x="274" y="1512"/>
                    </a:cubicBezTo>
                    <a:lnTo>
                      <a:pt x="274" y="143"/>
                    </a:lnTo>
                    <a:cubicBezTo>
                      <a:pt x="274" y="60"/>
                      <a:pt x="214" y="0"/>
                      <a:pt x="1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36"/>
              <p:cNvSpPr/>
              <p:nvPr/>
            </p:nvSpPr>
            <p:spPr>
              <a:xfrm>
                <a:off x="2236275" y="30761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72"/>
                      <a:pt x="1" y="144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6"/>
              <p:cNvSpPr/>
              <p:nvPr/>
            </p:nvSpPr>
            <p:spPr>
              <a:xfrm>
                <a:off x="2236275" y="3117775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6"/>
              <p:cNvSpPr/>
              <p:nvPr/>
            </p:nvSpPr>
            <p:spPr>
              <a:xfrm>
                <a:off x="2236275" y="3096950"/>
                <a:ext cx="378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6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6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4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6"/>
              <p:cNvSpPr/>
              <p:nvPr/>
            </p:nvSpPr>
            <p:spPr>
              <a:xfrm>
                <a:off x="2236275" y="31386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60"/>
                      <a:pt x="1" y="144"/>
                    </a:cubicBezTo>
                    <a:cubicBezTo>
                      <a:pt x="1" y="227"/>
                      <a:pt x="72" y="287"/>
                      <a:pt x="144" y="287"/>
                    </a:cubicBezTo>
                    <a:lnTo>
                      <a:pt x="1370" y="287"/>
                    </a:lnTo>
                    <a:cubicBezTo>
                      <a:pt x="1441" y="287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6"/>
              <p:cNvSpPr/>
              <p:nvPr/>
            </p:nvSpPr>
            <p:spPr>
              <a:xfrm>
                <a:off x="2569650" y="3133550"/>
                <a:ext cx="131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25" y="1441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6"/>
              <p:cNvSpPr/>
              <p:nvPr/>
            </p:nvSpPr>
            <p:spPr>
              <a:xfrm>
                <a:off x="2569650" y="3173425"/>
                <a:ext cx="13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25" y="1430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6"/>
              <p:cNvSpPr/>
              <p:nvPr/>
            </p:nvSpPr>
            <p:spPr>
              <a:xfrm>
                <a:off x="2546725" y="3204700"/>
                <a:ext cx="58975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179" extrusionOk="0">
                    <a:moveTo>
                      <a:pt x="1180" y="0"/>
                    </a:moveTo>
                    <a:cubicBezTo>
                      <a:pt x="525" y="0"/>
                      <a:pt x="1" y="524"/>
                      <a:pt x="1" y="1179"/>
                    </a:cubicBezTo>
                    <a:lnTo>
                      <a:pt x="477" y="1179"/>
                    </a:lnTo>
                    <a:cubicBezTo>
                      <a:pt x="477" y="786"/>
                      <a:pt x="787" y="476"/>
                      <a:pt x="1180" y="476"/>
                    </a:cubicBezTo>
                    <a:cubicBezTo>
                      <a:pt x="1573" y="476"/>
                      <a:pt x="1882" y="786"/>
                      <a:pt x="1882" y="1179"/>
                    </a:cubicBezTo>
                    <a:lnTo>
                      <a:pt x="2358" y="1179"/>
                    </a:lnTo>
                    <a:cubicBezTo>
                      <a:pt x="2358" y="524"/>
                      <a:pt x="1834" y="0"/>
                      <a:pt x="11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6"/>
              <p:cNvSpPr/>
              <p:nvPr/>
            </p:nvSpPr>
            <p:spPr>
              <a:xfrm>
                <a:off x="2557438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43" y="1"/>
                      <a:pt x="1" y="132"/>
                      <a:pt x="1" y="310"/>
                    </a:cubicBezTo>
                    <a:cubicBezTo>
                      <a:pt x="1" y="477"/>
                      <a:pt x="143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6"/>
              <p:cNvSpPr/>
              <p:nvPr/>
            </p:nvSpPr>
            <p:spPr>
              <a:xfrm>
                <a:off x="2498800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" y="1"/>
                    </a:moveTo>
                    <a:lnTo>
                      <a:pt x="1" y="1060"/>
                    </a:lnTo>
                    <a:lnTo>
                      <a:pt x="1775" y="1060"/>
                    </a:lnTo>
                    <a:cubicBezTo>
                      <a:pt x="2216" y="1060"/>
                      <a:pt x="2573" y="1418"/>
                      <a:pt x="2573" y="1846"/>
                    </a:cubicBezTo>
                    <a:lnTo>
                      <a:pt x="2573" y="5073"/>
                    </a:lnTo>
                    <a:lnTo>
                      <a:pt x="3620" y="5073"/>
                    </a:lnTo>
                    <a:lnTo>
                      <a:pt x="3620" y="1846"/>
                    </a:lnTo>
                    <a:cubicBezTo>
                      <a:pt x="3620" y="834"/>
                      <a:pt x="2799" y="1"/>
                      <a:pt x="17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6"/>
              <p:cNvSpPr/>
              <p:nvPr/>
            </p:nvSpPr>
            <p:spPr>
              <a:xfrm>
                <a:off x="248780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3" y="1"/>
                    </a:moveTo>
                    <a:cubicBezTo>
                      <a:pt x="167" y="1"/>
                      <a:pt x="0" y="167"/>
                      <a:pt x="0" y="394"/>
                    </a:cubicBezTo>
                    <a:lnTo>
                      <a:pt x="0" y="905"/>
                    </a:lnTo>
                    <a:cubicBezTo>
                      <a:pt x="0" y="1120"/>
                      <a:pt x="179" y="1298"/>
                      <a:pt x="393" y="1298"/>
                    </a:cubicBezTo>
                    <a:lnTo>
                      <a:pt x="1251" y="1298"/>
                    </a:lnTo>
                    <a:cubicBezTo>
                      <a:pt x="1477" y="1298"/>
                      <a:pt x="1655" y="1120"/>
                      <a:pt x="1655" y="905"/>
                    </a:cubicBezTo>
                    <a:lnTo>
                      <a:pt x="1655" y="394"/>
                    </a:lnTo>
                    <a:cubicBezTo>
                      <a:pt x="1655" y="167"/>
                      <a:pt x="1477" y="1"/>
                      <a:pt x="1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6"/>
              <p:cNvSpPr/>
              <p:nvPr/>
            </p:nvSpPr>
            <p:spPr>
              <a:xfrm>
                <a:off x="2518750" y="3016725"/>
                <a:ext cx="68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15" y="1643"/>
                      <a:pt x="275" y="1584"/>
                      <a:pt x="275" y="1512"/>
                    </a:cubicBezTo>
                    <a:lnTo>
                      <a:pt x="275" y="143"/>
                    </a:lnTo>
                    <a:cubicBezTo>
                      <a:pt x="275" y="60"/>
                      <a:pt x="215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36"/>
              <p:cNvSpPr/>
              <p:nvPr/>
            </p:nvSpPr>
            <p:spPr>
              <a:xfrm>
                <a:off x="2507450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1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31" y="1643"/>
                    </a:cubicBezTo>
                    <a:cubicBezTo>
                      <a:pt x="203" y="1643"/>
                      <a:pt x="262" y="1584"/>
                      <a:pt x="262" y="1512"/>
                    </a:cubicBezTo>
                    <a:lnTo>
                      <a:pt x="262" y="143"/>
                    </a:lnTo>
                    <a:cubicBezTo>
                      <a:pt x="262" y="60"/>
                      <a:pt x="203" y="0"/>
                      <a:pt x="1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36"/>
              <p:cNvSpPr/>
              <p:nvPr/>
            </p:nvSpPr>
            <p:spPr>
              <a:xfrm>
                <a:off x="2557450" y="30761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4"/>
                    </a:cubicBezTo>
                    <a:cubicBezTo>
                      <a:pt x="1501" y="72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6"/>
              <p:cNvSpPr/>
              <p:nvPr/>
            </p:nvSpPr>
            <p:spPr>
              <a:xfrm>
                <a:off x="2557450" y="3117775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6"/>
              <p:cNvSpPr/>
              <p:nvPr/>
            </p:nvSpPr>
            <p:spPr>
              <a:xfrm>
                <a:off x="2557450" y="3096950"/>
                <a:ext cx="375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6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4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6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6"/>
              <p:cNvSpPr/>
              <p:nvPr/>
            </p:nvSpPr>
            <p:spPr>
              <a:xfrm>
                <a:off x="2557450" y="31386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7"/>
                      <a:pt x="143" y="287"/>
                    </a:cubicBezTo>
                    <a:lnTo>
                      <a:pt x="1358" y="287"/>
                    </a:lnTo>
                    <a:cubicBezTo>
                      <a:pt x="1441" y="287"/>
                      <a:pt x="1501" y="227"/>
                      <a:pt x="1501" y="144"/>
                    </a:cubicBezTo>
                    <a:cubicBezTo>
                      <a:pt x="1501" y="60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6"/>
              <p:cNvSpPr/>
              <p:nvPr/>
            </p:nvSpPr>
            <p:spPr>
              <a:xfrm>
                <a:off x="2391050" y="2983525"/>
                <a:ext cx="49150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216" extrusionOk="0">
                    <a:moveTo>
                      <a:pt x="1" y="1"/>
                    </a:moveTo>
                    <a:lnTo>
                      <a:pt x="1" y="1215"/>
                    </a:lnTo>
                    <a:lnTo>
                      <a:pt x="1965" y="1215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6"/>
              <p:cNvSpPr/>
              <p:nvPr/>
            </p:nvSpPr>
            <p:spPr>
              <a:xfrm>
                <a:off x="2398200" y="2801950"/>
                <a:ext cx="351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406" extrusionOk="0">
                    <a:moveTo>
                      <a:pt x="703" y="1"/>
                    </a:moveTo>
                    <a:cubicBezTo>
                      <a:pt x="310" y="1"/>
                      <a:pt x="1" y="322"/>
                      <a:pt x="1" y="703"/>
                    </a:cubicBezTo>
                    <a:cubicBezTo>
                      <a:pt x="1" y="1096"/>
                      <a:pt x="310" y="1406"/>
                      <a:pt x="703" y="1406"/>
                    </a:cubicBezTo>
                    <a:cubicBezTo>
                      <a:pt x="1084" y="1406"/>
                      <a:pt x="1406" y="1096"/>
                      <a:pt x="1406" y="703"/>
                    </a:cubicBezTo>
                    <a:cubicBezTo>
                      <a:pt x="1406" y="322"/>
                      <a:pt x="1084" y="1"/>
                      <a:pt x="7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36"/>
              <p:cNvSpPr/>
              <p:nvPr/>
            </p:nvSpPr>
            <p:spPr>
              <a:xfrm>
                <a:off x="231515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36"/>
              <p:cNvSpPr/>
              <p:nvPr/>
            </p:nvSpPr>
            <p:spPr>
              <a:xfrm>
                <a:off x="2477075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58" y="0"/>
                      <a:pt x="1" y="346"/>
                      <a:pt x="1" y="774"/>
                    </a:cubicBezTo>
                    <a:cubicBezTo>
                      <a:pt x="1" y="1203"/>
                      <a:pt x="358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6"/>
              <p:cNvSpPr/>
              <p:nvPr/>
            </p:nvSpPr>
            <p:spPr>
              <a:xfrm>
                <a:off x="2334800" y="2819525"/>
                <a:ext cx="161950" cy="166700"/>
              </a:xfrm>
              <a:custGeom>
                <a:avLst/>
                <a:gdLst/>
                <a:ahLst/>
                <a:cxnLst/>
                <a:rect l="l" t="t" r="r" b="b"/>
                <a:pathLst>
                  <a:path w="6478" h="6668" extrusionOk="0">
                    <a:moveTo>
                      <a:pt x="453" y="0"/>
                    </a:moveTo>
                    <a:cubicBezTo>
                      <a:pt x="203" y="0"/>
                      <a:pt x="1" y="215"/>
                      <a:pt x="1" y="465"/>
                    </a:cubicBezTo>
                    <a:lnTo>
                      <a:pt x="1" y="6204"/>
                    </a:lnTo>
                    <a:cubicBezTo>
                      <a:pt x="1" y="6454"/>
                      <a:pt x="203" y="6668"/>
                      <a:pt x="453" y="6668"/>
                    </a:cubicBezTo>
                    <a:lnTo>
                      <a:pt x="6013" y="6668"/>
                    </a:lnTo>
                    <a:cubicBezTo>
                      <a:pt x="6275" y="6668"/>
                      <a:pt x="6478" y="6454"/>
                      <a:pt x="6478" y="6204"/>
                    </a:cubicBezTo>
                    <a:lnTo>
                      <a:pt x="6478" y="465"/>
                    </a:lnTo>
                    <a:cubicBezTo>
                      <a:pt x="6478" y="215"/>
                      <a:pt x="6275" y="0"/>
                      <a:pt x="60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36"/>
              <p:cNvSpPr/>
              <p:nvPr/>
            </p:nvSpPr>
            <p:spPr>
              <a:xfrm>
                <a:off x="2327075" y="2878150"/>
                <a:ext cx="7750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978" extrusionOk="0">
                    <a:moveTo>
                      <a:pt x="155" y="1"/>
                    </a:moveTo>
                    <a:cubicBezTo>
                      <a:pt x="60" y="1"/>
                      <a:pt x="0" y="72"/>
                      <a:pt x="0" y="156"/>
                    </a:cubicBezTo>
                    <a:lnTo>
                      <a:pt x="0" y="1823"/>
                    </a:lnTo>
                    <a:cubicBezTo>
                      <a:pt x="0" y="1906"/>
                      <a:pt x="60" y="1977"/>
                      <a:pt x="155" y="1977"/>
                    </a:cubicBezTo>
                    <a:cubicBezTo>
                      <a:pt x="238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8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6"/>
              <p:cNvSpPr/>
              <p:nvPr/>
            </p:nvSpPr>
            <p:spPr>
              <a:xfrm>
                <a:off x="2496725" y="2878150"/>
                <a:ext cx="7775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978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1823"/>
                    </a:lnTo>
                    <a:cubicBezTo>
                      <a:pt x="1" y="1906"/>
                      <a:pt x="72" y="1977"/>
                      <a:pt x="155" y="1977"/>
                    </a:cubicBezTo>
                    <a:cubicBezTo>
                      <a:pt x="239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9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6"/>
              <p:cNvSpPr/>
              <p:nvPr/>
            </p:nvSpPr>
            <p:spPr>
              <a:xfrm>
                <a:off x="2355350" y="2937400"/>
                <a:ext cx="1208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1406" extrusionOk="0">
                    <a:moveTo>
                      <a:pt x="465" y="0"/>
                    </a:moveTo>
                    <a:cubicBezTo>
                      <a:pt x="203" y="0"/>
                      <a:pt x="0" y="203"/>
                      <a:pt x="0" y="465"/>
                    </a:cubicBezTo>
                    <a:lnTo>
                      <a:pt x="0" y="953"/>
                    </a:lnTo>
                    <a:cubicBezTo>
                      <a:pt x="0" y="1203"/>
                      <a:pt x="203" y="1405"/>
                      <a:pt x="465" y="1405"/>
                    </a:cubicBezTo>
                    <a:lnTo>
                      <a:pt x="4370" y="1405"/>
                    </a:lnTo>
                    <a:cubicBezTo>
                      <a:pt x="4620" y="1405"/>
                      <a:pt x="4834" y="1203"/>
                      <a:pt x="4834" y="953"/>
                    </a:cubicBezTo>
                    <a:lnTo>
                      <a:pt x="4834" y="465"/>
                    </a:lnTo>
                    <a:cubicBezTo>
                      <a:pt x="4834" y="203"/>
                      <a:pt x="4620" y="0"/>
                      <a:pt x="43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6"/>
              <p:cNvSpPr/>
              <p:nvPr/>
            </p:nvSpPr>
            <p:spPr>
              <a:xfrm>
                <a:off x="2351475" y="2933825"/>
                <a:ext cx="128300" cy="42600"/>
              </a:xfrm>
              <a:custGeom>
                <a:avLst/>
                <a:gdLst/>
                <a:ahLst/>
                <a:cxnLst/>
                <a:rect l="l" t="t" r="r" b="b"/>
                <a:pathLst>
                  <a:path w="5132" h="1704" extrusionOk="0">
                    <a:moveTo>
                      <a:pt x="4525" y="298"/>
                    </a:moveTo>
                    <a:cubicBezTo>
                      <a:pt x="4691" y="298"/>
                      <a:pt x="4834" y="429"/>
                      <a:pt x="4834" y="608"/>
                    </a:cubicBezTo>
                    <a:lnTo>
                      <a:pt x="4834" y="1096"/>
                    </a:lnTo>
                    <a:cubicBezTo>
                      <a:pt x="4834" y="1263"/>
                      <a:pt x="4691" y="1405"/>
                      <a:pt x="4525" y="1405"/>
                    </a:cubicBezTo>
                    <a:lnTo>
                      <a:pt x="620" y="1405"/>
                    </a:lnTo>
                    <a:cubicBezTo>
                      <a:pt x="441" y="1405"/>
                      <a:pt x="298" y="1263"/>
                      <a:pt x="298" y="1096"/>
                    </a:cubicBezTo>
                    <a:lnTo>
                      <a:pt x="298" y="608"/>
                    </a:lnTo>
                    <a:cubicBezTo>
                      <a:pt x="298" y="429"/>
                      <a:pt x="441" y="298"/>
                      <a:pt x="620" y="298"/>
                    </a:cubicBezTo>
                    <a:close/>
                    <a:moveTo>
                      <a:pt x="620" y="0"/>
                    </a:moveTo>
                    <a:cubicBezTo>
                      <a:pt x="274" y="0"/>
                      <a:pt x="0" y="274"/>
                      <a:pt x="0" y="608"/>
                    </a:cubicBezTo>
                    <a:lnTo>
                      <a:pt x="0" y="1096"/>
                    </a:lnTo>
                    <a:cubicBezTo>
                      <a:pt x="0" y="1429"/>
                      <a:pt x="274" y="1703"/>
                      <a:pt x="620" y="1703"/>
                    </a:cubicBezTo>
                    <a:lnTo>
                      <a:pt x="4525" y="1703"/>
                    </a:lnTo>
                    <a:cubicBezTo>
                      <a:pt x="4858" y="1703"/>
                      <a:pt x="5132" y="1429"/>
                      <a:pt x="5132" y="1096"/>
                    </a:cubicBezTo>
                    <a:lnTo>
                      <a:pt x="5132" y="608"/>
                    </a:lnTo>
                    <a:cubicBezTo>
                      <a:pt x="5132" y="274"/>
                      <a:pt x="4858" y="0"/>
                      <a:pt x="4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6"/>
              <p:cNvSpPr/>
              <p:nvPr/>
            </p:nvSpPr>
            <p:spPr>
              <a:xfrm>
                <a:off x="2356525" y="2883525"/>
                <a:ext cx="387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549" extrusionOk="0">
                    <a:moveTo>
                      <a:pt x="775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75" y="1548"/>
                    </a:cubicBezTo>
                    <a:cubicBezTo>
                      <a:pt x="1203" y="1548"/>
                      <a:pt x="1549" y="1203"/>
                      <a:pt x="1549" y="774"/>
                    </a:cubicBezTo>
                    <a:cubicBezTo>
                      <a:pt x="1549" y="346"/>
                      <a:pt x="1203" y="0"/>
                      <a:pt x="7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6"/>
              <p:cNvSpPr/>
              <p:nvPr/>
            </p:nvSpPr>
            <p:spPr>
              <a:xfrm>
                <a:off x="2352675" y="2879650"/>
                <a:ext cx="46450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58" extrusionOk="0">
                    <a:moveTo>
                      <a:pt x="929" y="298"/>
                    </a:moveTo>
                    <a:cubicBezTo>
                      <a:pt x="1274" y="298"/>
                      <a:pt x="1560" y="584"/>
                      <a:pt x="1560" y="929"/>
                    </a:cubicBezTo>
                    <a:cubicBezTo>
                      <a:pt x="1560" y="1274"/>
                      <a:pt x="1274" y="1560"/>
                      <a:pt x="929" y="1560"/>
                    </a:cubicBezTo>
                    <a:cubicBezTo>
                      <a:pt x="583" y="1560"/>
                      <a:pt x="298" y="1274"/>
                      <a:pt x="298" y="929"/>
                    </a:cubicBezTo>
                    <a:cubicBezTo>
                      <a:pt x="298" y="584"/>
                      <a:pt x="583" y="298"/>
                      <a:pt x="929" y="298"/>
                    </a:cubicBezTo>
                    <a:close/>
                    <a:moveTo>
                      <a:pt x="929" y="1"/>
                    </a:moveTo>
                    <a:cubicBezTo>
                      <a:pt x="417" y="1"/>
                      <a:pt x="0" y="417"/>
                      <a:pt x="0" y="929"/>
                    </a:cubicBezTo>
                    <a:cubicBezTo>
                      <a:pt x="0" y="1441"/>
                      <a:pt x="417" y="1858"/>
                      <a:pt x="929" y="1858"/>
                    </a:cubicBezTo>
                    <a:cubicBezTo>
                      <a:pt x="1441" y="1858"/>
                      <a:pt x="1857" y="1441"/>
                      <a:pt x="1857" y="929"/>
                    </a:cubicBezTo>
                    <a:cubicBezTo>
                      <a:pt x="1857" y="417"/>
                      <a:pt x="1441" y="1"/>
                      <a:pt x="9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6"/>
              <p:cNvSpPr/>
              <p:nvPr/>
            </p:nvSpPr>
            <p:spPr>
              <a:xfrm>
                <a:off x="243600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0" y="1203"/>
                      <a:pt x="1560" y="774"/>
                    </a:cubicBezTo>
                    <a:cubicBezTo>
                      <a:pt x="1560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6"/>
              <p:cNvSpPr/>
              <p:nvPr/>
            </p:nvSpPr>
            <p:spPr>
              <a:xfrm>
                <a:off x="2432425" y="2879650"/>
                <a:ext cx="46175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47" h="1858" extrusionOk="0">
                    <a:moveTo>
                      <a:pt x="930" y="298"/>
                    </a:moveTo>
                    <a:cubicBezTo>
                      <a:pt x="1275" y="298"/>
                      <a:pt x="1549" y="584"/>
                      <a:pt x="1549" y="929"/>
                    </a:cubicBezTo>
                    <a:cubicBezTo>
                      <a:pt x="1549" y="1274"/>
                      <a:pt x="1275" y="1560"/>
                      <a:pt x="930" y="1560"/>
                    </a:cubicBezTo>
                    <a:cubicBezTo>
                      <a:pt x="572" y="1560"/>
                      <a:pt x="299" y="1274"/>
                      <a:pt x="299" y="929"/>
                    </a:cubicBezTo>
                    <a:cubicBezTo>
                      <a:pt x="299" y="584"/>
                      <a:pt x="572" y="298"/>
                      <a:pt x="930" y="298"/>
                    </a:cubicBezTo>
                    <a:close/>
                    <a:moveTo>
                      <a:pt x="930" y="1"/>
                    </a:moveTo>
                    <a:cubicBezTo>
                      <a:pt x="418" y="1"/>
                      <a:pt x="1" y="417"/>
                      <a:pt x="1" y="929"/>
                    </a:cubicBezTo>
                    <a:cubicBezTo>
                      <a:pt x="1" y="1441"/>
                      <a:pt x="418" y="1858"/>
                      <a:pt x="930" y="1858"/>
                    </a:cubicBezTo>
                    <a:cubicBezTo>
                      <a:pt x="1430" y="1858"/>
                      <a:pt x="1846" y="1441"/>
                      <a:pt x="1846" y="929"/>
                    </a:cubicBezTo>
                    <a:cubicBezTo>
                      <a:pt x="1846" y="417"/>
                      <a:pt x="1442" y="1"/>
                      <a:pt x="9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6"/>
              <p:cNvSpPr/>
              <p:nvPr/>
            </p:nvSpPr>
            <p:spPr>
              <a:xfrm>
                <a:off x="2377975" y="2890375"/>
                <a:ext cx="805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55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55" y="322"/>
                    </a:cubicBezTo>
                    <a:cubicBezTo>
                      <a:pt x="250" y="322"/>
                      <a:pt x="322" y="250"/>
                      <a:pt x="322" y="155"/>
                    </a:cubicBezTo>
                    <a:cubicBezTo>
                      <a:pt x="322" y="72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6"/>
              <p:cNvSpPr/>
              <p:nvPr/>
            </p:nvSpPr>
            <p:spPr>
              <a:xfrm>
                <a:off x="2458025" y="2890375"/>
                <a:ext cx="80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22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56" y="322"/>
                    </a:cubicBezTo>
                    <a:cubicBezTo>
                      <a:pt x="251" y="322"/>
                      <a:pt x="322" y="250"/>
                      <a:pt x="322" y="155"/>
                    </a:cubicBezTo>
                    <a:cubicBezTo>
                      <a:pt x="322" y="72"/>
                      <a:pt x="251" y="0"/>
                      <a:pt x="1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6"/>
              <p:cNvSpPr/>
              <p:nvPr/>
            </p:nvSpPr>
            <p:spPr>
              <a:xfrm>
                <a:off x="2329450" y="3009725"/>
                <a:ext cx="172650" cy="17207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6883" extrusionOk="0">
                    <a:moveTo>
                      <a:pt x="393" y="1"/>
                    </a:moveTo>
                    <a:cubicBezTo>
                      <a:pt x="179" y="1"/>
                      <a:pt x="0" y="179"/>
                      <a:pt x="0" y="393"/>
                    </a:cubicBezTo>
                    <a:lnTo>
                      <a:pt x="0" y="6478"/>
                    </a:lnTo>
                    <a:cubicBezTo>
                      <a:pt x="0" y="6704"/>
                      <a:pt x="179" y="6882"/>
                      <a:pt x="393" y="6882"/>
                    </a:cubicBezTo>
                    <a:lnTo>
                      <a:pt x="6501" y="6882"/>
                    </a:lnTo>
                    <a:cubicBezTo>
                      <a:pt x="6727" y="6882"/>
                      <a:pt x="6906" y="6704"/>
                      <a:pt x="6906" y="6478"/>
                    </a:cubicBezTo>
                    <a:lnTo>
                      <a:pt x="6906" y="393"/>
                    </a:lnTo>
                    <a:cubicBezTo>
                      <a:pt x="6906" y="179"/>
                      <a:pt x="6727" y="1"/>
                      <a:pt x="65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6"/>
              <p:cNvSpPr/>
              <p:nvPr/>
            </p:nvSpPr>
            <p:spPr>
              <a:xfrm>
                <a:off x="2387788" y="2988900"/>
                <a:ext cx="56000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86" extrusionOk="0">
                    <a:moveTo>
                      <a:pt x="144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26"/>
                      <a:pt x="60" y="286"/>
                      <a:pt x="144" y="286"/>
                    </a:cubicBezTo>
                    <a:lnTo>
                      <a:pt x="2096" y="286"/>
                    </a:lnTo>
                    <a:cubicBezTo>
                      <a:pt x="2168" y="286"/>
                      <a:pt x="2239" y="226"/>
                      <a:pt x="2239" y="143"/>
                    </a:cubicBezTo>
                    <a:cubicBezTo>
                      <a:pt x="2239" y="72"/>
                      <a:pt x="2168" y="0"/>
                      <a:pt x="20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6"/>
              <p:cNvSpPr/>
              <p:nvPr/>
            </p:nvSpPr>
            <p:spPr>
              <a:xfrm>
                <a:off x="2387788" y="2999600"/>
                <a:ext cx="560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75" extrusionOk="0">
                    <a:moveTo>
                      <a:pt x="144" y="1"/>
                    </a:moveTo>
                    <a:cubicBezTo>
                      <a:pt x="60" y="1"/>
                      <a:pt x="1" y="60"/>
                      <a:pt x="1" y="132"/>
                    </a:cubicBezTo>
                    <a:cubicBezTo>
                      <a:pt x="1" y="215"/>
                      <a:pt x="60" y="275"/>
                      <a:pt x="144" y="275"/>
                    </a:cubicBezTo>
                    <a:lnTo>
                      <a:pt x="2096" y="275"/>
                    </a:lnTo>
                    <a:cubicBezTo>
                      <a:pt x="2168" y="275"/>
                      <a:pt x="2239" y="215"/>
                      <a:pt x="2239" y="132"/>
                    </a:cubicBezTo>
                    <a:cubicBezTo>
                      <a:pt x="2239" y="60"/>
                      <a:pt x="2168" y="1"/>
                      <a:pt x="20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6"/>
              <p:cNvSpPr/>
              <p:nvPr/>
            </p:nvSpPr>
            <p:spPr>
              <a:xfrm>
                <a:off x="2329450" y="3032350"/>
                <a:ext cx="1726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89" extrusionOk="0">
                    <a:moveTo>
                      <a:pt x="0" y="0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6"/>
              <p:cNvSpPr/>
              <p:nvPr/>
            </p:nvSpPr>
            <p:spPr>
              <a:xfrm>
                <a:off x="2329450" y="3151100"/>
                <a:ext cx="17265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90" extrusionOk="0">
                    <a:moveTo>
                      <a:pt x="0" y="1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6"/>
              <p:cNvSpPr/>
              <p:nvPr/>
            </p:nvSpPr>
            <p:spPr>
              <a:xfrm>
                <a:off x="2384225" y="3064200"/>
                <a:ext cx="62825" cy="6282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2513" extrusionOk="0">
                    <a:moveTo>
                      <a:pt x="1262" y="0"/>
                    </a:moveTo>
                    <a:cubicBezTo>
                      <a:pt x="560" y="0"/>
                      <a:pt x="0" y="572"/>
                      <a:pt x="0" y="1262"/>
                    </a:cubicBezTo>
                    <a:cubicBezTo>
                      <a:pt x="0" y="1953"/>
                      <a:pt x="560" y="2513"/>
                      <a:pt x="1262" y="2513"/>
                    </a:cubicBezTo>
                    <a:cubicBezTo>
                      <a:pt x="1953" y="2513"/>
                      <a:pt x="2512" y="1953"/>
                      <a:pt x="2512" y="1262"/>
                    </a:cubicBezTo>
                    <a:cubicBezTo>
                      <a:pt x="2512" y="572"/>
                      <a:pt x="1953" y="0"/>
                      <a:pt x="1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6"/>
              <p:cNvSpPr/>
              <p:nvPr/>
            </p:nvSpPr>
            <p:spPr>
              <a:xfrm>
                <a:off x="2380650" y="3060625"/>
                <a:ext cx="7027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811" extrusionOk="0">
                    <a:moveTo>
                      <a:pt x="1405" y="298"/>
                    </a:moveTo>
                    <a:cubicBezTo>
                      <a:pt x="2012" y="298"/>
                      <a:pt x="2512" y="798"/>
                      <a:pt x="2512" y="1405"/>
                    </a:cubicBezTo>
                    <a:cubicBezTo>
                      <a:pt x="2512" y="2013"/>
                      <a:pt x="2012" y="2513"/>
                      <a:pt x="1405" y="2513"/>
                    </a:cubicBezTo>
                    <a:cubicBezTo>
                      <a:pt x="786" y="2513"/>
                      <a:pt x="298" y="2013"/>
                      <a:pt x="298" y="1405"/>
                    </a:cubicBezTo>
                    <a:cubicBezTo>
                      <a:pt x="298" y="798"/>
                      <a:pt x="786" y="298"/>
                      <a:pt x="1405" y="298"/>
                    </a:cubicBezTo>
                    <a:close/>
                    <a:moveTo>
                      <a:pt x="1405" y="1"/>
                    </a:moveTo>
                    <a:cubicBezTo>
                      <a:pt x="631" y="1"/>
                      <a:pt x="0" y="632"/>
                      <a:pt x="0" y="1405"/>
                    </a:cubicBezTo>
                    <a:cubicBezTo>
                      <a:pt x="0" y="2179"/>
                      <a:pt x="631" y="2810"/>
                      <a:pt x="1405" y="2810"/>
                    </a:cubicBezTo>
                    <a:cubicBezTo>
                      <a:pt x="2179" y="2810"/>
                      <a:pt x="2810" y="2179"/>
                      <a:pt x="2810" y="1405"/>
                    </a:cubicBezTo>
                    <a:cubicBezTo>
                      <a:pt x="2810" y="632"/>
                      <a:pt x="2179" y="1"/>
                      <a:pt x="14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6"/>
              <p:cNvSpPr/>
              <p:nvPr/>
            </p:nvSpPr>
            <p:spPr>
              <a:xfrm>
                <a:off x="2327650" y="3404725"/>
                <a:ext cx="1762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7050" h="667" extrusionOk="0">
                    <a:moveTo>
                      <a:pt x="334" y="0"/>
                    </a:moveTo>
                    <a:cubicBezTo>
                      <a:pt x="144" y="0"/>
                      <a:pt x="1" y="143"/>
                      <a:pt x="1" y="333"/>
                    </a:cubicBezTo>
                    <a:cubicBezTo>
                      <a:pt x="1" y="512"/>
                      <a:pt x="144" y="667"/>
                      <a:pt x="334" y="667"/>
                    </a:cubicBezTo>
                    <a:lnTo>
                      <a:pt x="6716" y="667"/>
                    </a:lnTo>
                    <a:cubicBezTo>
                      <a:pt x="6895" y="667"/>
                      <a:pt x="7049" y="512"/>
                      <a:pt x="7049" y="333"/>
                    </a:cubicBezTo>
                    <a:cubicBezTo>
                      <a:pt x="7049" y="143"/>
                      <a:pt x="6895" y="0"/>
                      <a:pt x="6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6"/>
              <p:cNvSpPr/>
              <p:nvPr/>
            </p:nvSpPr>
            <p:spPr>
              <a:xfrm>
                <a:off x="2254425" y="3320775"/>
                <a:ext cx="554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6192" extrusionOk="0">
                    <a:moveTo>
                      <a:pt x="489" y="1"/>
                    </a:moveTo>
                    <a:cubicBezTo>
                      <a:pt x="215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15" y="6192"/>
                      <a:pt x="489" y="6192"/>
                    </a:cubicBezTo>
                    <a:lnTo>
                      <a:pt x="1727" y="6192"/>
                    </a:lnTo>
                    <a:cubicBezTo>
                      <a:pt x="2001" y="6192"/>
                      <a:pt x="2216" y="5966"/>
                      <a:pt x="2216" y="5704"/>
                    </a:cubicBezTo>
                    <a:lnTo>
                      <a:pt x="2216" y="489"/>
                    </a:lnTo>
                    <a:cubicBezTo>
                      <a:pt x="2216" y="227"/>
                      <a:pt x="2001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6"/>
              <p:cNvSpPr/>
              <p:nvPr/>
            </p:nvSpPr>
            <p:spPr>
              <a:xfrm>
                <a:off x="2254425" y="3444600"/>
                <a:ext cx="55400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1239" extrusionOk="0">
                    <a:moveTo>
                      <a:pt x="1" y="1"/>
                    </a:moveTo>
                    <a:lnTo>
                      <a:pt x="1" y="751"/>
                    </a:lnTo>
                    <a:cubicBezTo>
                      <a:pt x="1" y="1013"/>
                      <a:pt x="215" y="1239"/>
                      <a:pt x="489" y="1239"/>
                    </a:cubicBezTo>
                    <a:lnTo>
                      <a:pt x="1727" y="1239"/>
                    </a:lnTo>
                    <a:cubicBezTo>
                      <a:pt x="2001" y="1239"/>
                      <a:pt x="2216" y="1013"/>
                      <a:pt x="2216" y="751"/>
                    </a:cubicBezTo>
                    <a:lnTo>
                      <a:pt x="2216" y="1"/>
                    </a:lnTo>
                    <a:cubicBezTo>
                      <a:pt x="2216" y="262"/>
                      <a:pt x="2001" y="489"/>
                      <a:pt x="1727" y="489"/>
                    </a:cubicBezTo>
                    <a:lnTo>
                      <a:pt x="489" y="489"/>
                    </a:lnTo>
                    <a:cubicBezTo>
                      <a:pt x="215" y="489"/>
                      <a:pt x="1" y="262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6"/>
              <p:cNvSpPr/>
              <p:nvPr/>
            </p:nvSpPr>
            <p:spPr>
              <a:xfrm>
                <a:off x="2246400" y="3306200"/>
                <a:ext cx="714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3108" extrusionOk="0">
                    <a:moveTo>
                      <a:pt x="489" y="0"/>
                    </a:moveTo>
                    <a:cubicBezTo>
                      <a:pt x="215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15" y="3108"/>
                      <a:pt x="489" y="3108"/>
                    </a:cubicBezTo>
                    <a:lnTo>
                      <a:pt x="2370" y="3108"/>
                    </a:lnTo>
                    <a:cubicBezTo>
                      <a:pt x="2644" y="3108"/>
                      <a:pt x="2858" y="2881"/>
                      <a:pt x="2858" y="2608"/>
                    </a:cubicBezTo>
                    <a:lnTo>
                      <a:pt x="2858" y="488"/>
                    </a:lnTo>
                    <a:cubicBezTo>
                      <a:pt x="2858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6"/>
              <p:cNvSpPr/>
              <p:nvPr/>
            </p:nvSpPr>
            <p:spPr>
              <a:xfrm>
                <a:off x="2246400" y="3339825"/>
                <a:ext cx="71450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1763" extrusionOk="0"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15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1"/>
                    </a:lnTo>
                    <a:cubicBezTo>
                      <a:pt x="2858" y="274"/>
                      <a:pt x="2644" y="489"/>
                      <a:pt x="2370" y="489"/>
                    </a:cubicBezTo>
                    <a:lnTo>
                      <a:pt x="489" y="489"/>
                    </a:lnTo>
                    <a:cubicBezTo>
                      <a:pt x="215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6"/>
              <p:cNvSpPr/>
              <p:nvPr/>
            </p:nvSpPr>
            <p:spPr>
              <a:xfrm>
                <a:off x="2260400" y="3398750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1"/>
                    </a:moveTo>
                    <a:cubicBezTo>
                      <a:pt x="48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48" y="2930"/>
                      <a:pt x="107" y="2930"/>
                    </a:cubicBezTo>
                    <a:cubicBezTo>
                      <a:pt x="167" y="2930"/>
                      <a:pt x="226" y="2882"/>
                      <a:pt x="226" y="2811"/>
                    </a:cubicBezTo>
                    <a:lnTo>
                      <a:pt x="226" y="120"/>
                    </a:lnTo>
                    <a:cubicBezTo>
                      <a:pt x="226" y="49"/>
                      <a:pt x="167" y="1"/>
                      <a:pt x="1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6"/>
              <p:cNvSpPr/>
              <p:nvPr/>
            </p:nvSpPr>
            <p:spPr>
              <a:xfrm>
                <a:off x="22729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19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19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6"/>
              <p:cNvSpPr/>
              <p:nvPr/>
            </p:nvSpPr>
            <p:spPr>
              <a:xfrm>
                <a:off x="22857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07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6"/>
              <p:cNvSpPr/>
              <p:nvPr/>
            </p:nvSpPr>
            <p:spPr>
              <a:xfrm>
                <a:off x="2298200" y="3398750"/>
                <a:ext cx="59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930" extrusionOk="0">
                    <a:moveTo>
                      <a:pt x="119" y="1"/>
                    </a:moveTo>
                    <a:cubicBezTo>
                      <a:pt x="60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60" y="2930"/>
                      <a:pt x="119" y="2930"/>
                    </a:cubicBezTo>
                    <a:cubicBezTo>
                      <a:pt x="179" y="2930"/>
                      <a:pt x="238" y="2882"/>
                      <a:pt x="238" y="2811"/>
                    </a:cubicBezTo>
                    <a:lnTo>
                      <a:pt x="238" y="120"/>
                    </a:lnTo>
                    <a:cubicBezTo>
                      <a:pt x="238" y="49"/>
                      <a:pt x="179" y="1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6"/>
              <p:cNvSpPr/>
              <p:nvPr/>
            </p:nvSpPr>
            <p:spPr>
              <a:xfrm>
                <a:off x="2521425" y="3320775"/>
                <a:ext cx="557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6192" extrusionOk="0">
                    <a:moveTo>
                      <a:pt x="489" y="1"/>
                    </a:moveTo>
                    <a:cubicBezTo>
                      <a:pt x="227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27" y="6192"/>
                      <a:pt x="489" y="6192"/>
                    </a:cubicBezTo>
                    <a:lnTo>
                      <a:pt x="1739" y="6192"/>
                    </a:lnTo>
                    <a:cubicBezTo>
                      <a:pt x="2001" y="6192"/>
                      <a:pt x="2227" y="5966"/>
                      <a:pt x="2227" y="5704"/>
                    </a:cubicBezTo>
                    <a:lnTo>
                      <a:pt x="2227" y="489"/>
                    </a:lnTo>
                    <a:cubicBezTo>
                      <a:pt x="2227" y="227"/>
                      <a:pt x="2001" y="1"/>
                      <a:pt x="17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6"/>
              <p:cNvSpPr/>
              <p:nvPr/>
            </p:nvSpPr>
            <p:spPr>
              <a:xfrm>
                <a:off x="2513400" y="3306200"/>
                <a:ext cx="717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3108" extrusionOk="0">
                    <a:moveTo>
                      <a:pt x="500" y="0"/>
                    </a:moveTo>
                    <a:cubicBezTo>
                      <a:pt x="227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27" y="3108"/>
                      <a:pt x="500" y="3108"/>
                    </a:cubicBezTo>
                    <a:lnTo>
                      <a:pt x="2370" y="3108"/>
                    </a:lnTo>
                    <a:cubicBezTo>
                      <a:pt x="2644" y="3108"/>
                      <a:pt x="2870" y="2881"/>
                      <a:pt x="2870" y="2608"/>
                    </a:cubicBezTo>
                    <a:lnTo>
                      <a:pt x="2870" y="488"/>
                    </a:lnTo>
                    <a:cubicBezTo>
                      <a:pt x="2870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6"/>
              <p:cNvSpPr/>
              <p:nvPr/>
            </p:nvSpPr>
            <p:spPr>
              <a:xfrm>
                <a:off x="2513400" y="3339825"/>
                <a:ext cx="71475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9" h="1763" extrusionOk="0">
                    <a:moveTo>
                      <a:pt x="2858" y="1"/>
                    </a:move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58" y="28"/>
                      <a:pt x="2858" y="14"/>
                      <a:pt x="2858" y="1"/>
                    </a:cubicBezTo>
                    <a:close/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27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47" y="296"/>
                      <a:pt x="2630" y="489"/>
                      <a:pt x="2370" y="489"/>
                    </a:cubicBezTo>
                    <a:lnTo>
                      <a:pt x="489" y="489"/>
                    </a:lnTo>
                    <a:cubicBezTo>
                      <a:pt x="227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6"/>
              <p:cNvSpPr/>
              <p:nvPr/>
            </p:nvSpPr>
            <p:spPr>
              <a:xfrm>
                <a:off x="2521425" y="3391325"/>
                <a:ext cx="55700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3370" extrusionOk="0">
                    <a:moveTo>
                      <a:pt x="858" y="0"/>
                    </a:moveTo>
                    <a:cubicBezTo>
                      <a:pt x="799" y="0"/>
                      <a:pt x="739" y="60"/>
                      <a:pt x="739" y="119"/>
                    </a:cubicBezTo>
                    <a:lnTo>
                      <a:pt x="739" y="2620"/>
                    </a:lnTo>
                    <a:lnTo>
                      <a:pt x="489" y="2620"/>
                    </a:lnTo>
                    <a:cubicBezTo>
                      <a:pt x="477" y="2620"/>
                      <a:pt x="477" y="2608"/>
                      <a:pt x="465" y="2608"/>
                    </a:cubicBezTo>
                    <a:lnTo>
                      <a:pt x="465" y="417"/>
                    </a:lnTo>
                    <a:cubicBezTo>
                      <a:pt x="465" y="346"/>
                      <a:pt x="418" y="298"/>
                      <a:pt x="358" y="298"/>
                    </a:cubicBezTo>
                    <a:cubicBezTo>
                      <a:pt x="287" y="298"/>
                      <a:pt x="239" y="346"/>
                      <a:pt x="239" y="417"/>
                    </a:cubicBezTo>
                    <a:lnTo>
                      <a:pt x="239" y="2548"/>
                    </a:lnTo>
                    <a:cubicBezTo>
                      <a:pt x="96" y="2453"/>
                      <a:pt x="1" y="2298"/>
                      <a:pt x="1" y="2132"/>
                    </a:cubicBezTo>
                    <a:lnTo>
                      <a:pt x="1" y="2882"/>
                    </a:lnTo>
                    <a:cubicBezTo>
                      <a:pt x="1" y="3144"/>
                      <a:pt x="215" y="3370"/>
                      <a:pt x="489" y="3370"/>
                    </a:cubicBezTo>
                    <a:lnTo>
                      <a:pt x="1739" y="3370"/>
                    </a:lnTo>
                    <a:cubicBezTo>
                      <a:pt x="2001" y="3370"/>
                      <a:pt x="2227" y="3144"/>
                      <a:pt x="2227" y="2882"/>
                    </a:cubicBezTo>
                    <a:lnTo>
                      <a:pt x="2227" y="2132"/>
                    </a:lnTo>
                    <a:cubicBezTo>
                      <a:pt x="2227" y="2298"/>
                      <a:pt x="2132" y="2453"/>
                      <a:pt x="1989" y="2548"/>
                    </a:cubicBezTo>
                    <a:lnTo>
                      <a:pt x="1989" y="417"/>
                    </a:lnTo>
                    <a:cubicBezTo>
                      <a:pt x="1989" y="346"/>
                      <a:pt x="1930" y="298"/>
                      <a:pt x="1870" y="298"/>
                    </a:cubicBezTo>
                    <a:cubicBezTo>
                      <a:pt x="1811" y="298"/>
                      <a:pt x="1763" y="346"/>
                      <a:pt x="1763" y="417"/>
                    </a:cubicBezTo>
                    <a:lnTo>
                      <a:pt x="1763" y="2608"/>
                    </a:lnTo>
                    <a:cubicBezTo>
                      <a:pt x="1751" y="2608"/>
                      <a:pt x="1739" y="2620"/>
                      <a:pt x="1739" y="2620"/>
                    </a:cubicBezTo>
                    <a:lnTo>
                      <a:pt x="1477" y="2620"/>
                    </a:lnTo>
                    <a:lnTo>
                      <a:pt x="1477" y="119"/>
                    </a:lnTo>
                    <a:cubicBezTo>
                      <a:pt x="1477" y="60"/>
                      <a:pt x="1430" y="0"/>
                      <a:pt x="1370" y="0"/>
                    </a:cubicBezTo>
                    <a:cubicBezTo>
                      <a:pt x="1299" y="0"/>
                      <a:pt x="1251" y="60"/>
                      <a:pt x="1251" y="119"/>
                    </a:cubicBezTo>
                    <a:lnTo>
                      <a:pt x="1251" y="2620"/>
                    </a:lnTo>
                    <a:lnTo>
                      <a:pt x="977" y="2620"/>
                    </a:lnTo>
                    <a:lnTo>
                      <a:pt x="977" y="119"/>
                    </a:lnTo>
                    <a:cubicBezTo>
                      <a:pt x="977" y="60"/>
                      <a:pt x="918" y="0"/>
                      <a:pt x="8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6"/>
              <p:cNvSpPr/>
              <p:nvPr/>
            </p:nvSpPr>
            <p:spPr>
              <a:xfrm>
                <a:off x="2367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6"/>
              <p:cNvSpPr/>
              <p:nvPr/>
            </p:nvSpPr>
            <p:spPr>
              <a:xfrm>
                <a:off x="2389575" y="2937400"/>
                <a:ext cx="74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6"/>
              <p:cNvSpPr/>
              <p:nvPr/>
            </p:nvSpPr>
            <p:spPr>
              <a:xfrm>
                <a:off x="241190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6"/>
              <p:cNvSpPr/>
              <p:nvPr/>
            </p:nvSpPr>
            <p:spPr>
              <a:xfrm>
                <a:off x="2434225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6"/>
              <p:cNvSpPr/>
              <p:nvPr/>
            </p:nvSpPr>
            <p:spPr>
              <a:xfrm>
                <a:off x="2456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9" name="Google Shape;1289;p36"/>
          <p:cNvGrpSpPr/>
          <p:nvPr/>
        </p:nvGrpSpPr>
        <p:grpSpPr>
          <a:xfrm rot="750384">
            <a:off x="7271002" y="3710083"/>
            <a:ext cx="1088316" cy="1251959"/>
            <a:chOff x="2258600" y="1433188"/>
            <a:chExt cx="467050" cy="537300"/>
          </a:xfrm>
        </p:grpSpPr>
        <p:sp>
          <p:nvSpPr>
            <p:cNvPr id="1290" name="Google Shape;1290;p36"/>
            <p:cNvSpPr/>
            <p:nvPr/>
          </p:nvSpPr>
          <p:spPr>
            <a:xfrm>
              <a:off x="2258600" y="1433350"/>
              <a:ext cx="467050" cy="536975"/>
            </a:xfrm>
            <a:custGeom>
              <a:avLst/>
              <a:gdLst/>
              <a:ahLst/>
              <a:cxnLst/>
              <a:rect l="l" t="t" r="r" b="b"/>
              <a:pathLst>
                <a:path w="18682" h="21479" extrusionOk="0">
                  <a:moveTo>
                    <a:pt x="9347" y="607"/>
                  </a:moveTo>
                  <a:cubicBezTo>
                    <a:pt x="9740" y="607"/>
                    <a:pt x="10050" y="929"/>
                    <a:pt x="10050" y="1322"/>
                  </a:cubicBezTo>
                  <a:cubicBezTo>
                    <a:pt x="10050" y="1715"/>
                    <a:pt x="9740" y="2024"/>
                    <a:pt x="9347" y="2024"/>
                  </a:cubicBezTo>
                  <a:cubicBezTo>
                    <a:pt x="8954" y="2024"/>
                    <a:pt x="8633" y="1715"/>
                    <a:pt x="8633" y="1322"/>
                  </a:cubicBezTo>
                  <a:cubicBezTo>
                    <a:pt x="8633" y="929"/>
                    <a:pt x="8954" y="607"/>
                    <a:pt x="9347" y="607"/>
                  </a:cubicBezTo>
                  <a:close/>
                  <a:moveTo>
                    <a:pt x="9347" y="0"/>
                  </a:moveTo>
                  <a:cubicBezTo>
                    <a:pt x="8609" y="0"/>
                    <a:pt x="8025" y="583"/>
                    <a:pt x="8025" y="1322"/>
                  </a:cubicBezTo>
                  <a:cubicBezTo>
                    <a:pt x="8025" y="1905"/>
                    <a:pt x="8395" y="2393"/>
                    <a:pt x="8918" y="2572"/>
                  </a:cubicBezTo>
                  <a:lnTo>
                    <a:pt x="8918" y="3608"/>
                  </a:lnTo>
                  <a:cubicBezTo>
                    <a:pt x="6120" y="3739"/>
                    <a:pt x="3656" y="5155"/>
                    <a:pt x="2108" y="7287"/>
                  </a:cubicBezTo>
                  <a:cubicBezTo>
                    <a:pt x="1906" y="7560"/>
                    <a:pt x="1727" y="7858"/>
                    <a:pt x="1548" y="8156"/>
                  </a:cubicBezTo>
                  <a:lnTo>
                    <a:pt x="1167" y="8156"/>
                  </a:lnTo>
                  <a:cubicBezTo>
                    <a:pt x="417" y="9489"/>
                    <a:pt x="1" y="11037"/>
                    <a:pt x="1" y="12668"/>
                  </a:cubicBezTo>
                  <a:cubicBezTo>
                    <a:pt x="1" y="12847"/>
                    <a:pt x="1" y="13014"/>
                    <a:pt x="13" y="13180"/>
                  </a:cubicBezTo>
                  <a:lnTo>
                    <a:pt x="429" y="13180"/>
                  </a:lnTo>
                  <a:cubicBezTo>
                    <a:pt x="441" y="13442"/>
                    <a:pt x="477" y="13704"/>
                    <a:pt x="513" y="13954"/>
                  </a:cubicBezTo>
                  <a:cubicBezTo>
                    <a:pt x="1191" y="18217"/>
                    <a:pt x="4882" y="21479"/>
                    <a:pt x="9347" y="21479"/>
                  </a:cubicBezTo>
                  <a:cubicBezTo>
                    <a:pt x="13800" y="21479"/>
                    <a:pt x="17491" y="18217"/>
                    <a:pt x="18170" y="13954"/>
                  </a:cubicBezTo>
                  <a:cubicBezTo>
                    <a:pt x="18205" y="13704"/>
                    <a:pt x="18241" y="13442"/>
                    <a:pt x="18253" y="13180"/>
                  </a:cubicBezTo>
                  <a:lnTo>
                    <a:pt x="18670" y="13180"/>
                  </a:lnTo>
                  <a:cubicBezTo>
                    <a:pt x="18682" y="13014"/>
                    <a:pt x="18682" y="12847"/>
                    <a:pt x="18682" y="12668"/>
                  </a:cubicBezTo>
                  <a:cubicBezTo>
                    <a:pt x="18682" y="11025"/>
                    <a:pt x="18265" y="9489"/>
                    <a:pt x="17515" y="8156"/>
                  </a:cubicBezTo>
                  <a:lnTo>
                    <a:pt x="17134" y="8156"/>
                  </a:lnTo>
                  <a:cubicBezTo>
                    <a:pt x="16967" y="7858"/>
                    <a:pt x="16777" y="7572"/>
                    <a:pt x="16574" y="7287"/>
                  </a:cubicBezTo>
                  <a:cubicBezTo>
                    <a:pt x="15026" y="5155"/>
                    <a:pt x="12562" y="3739"/>
                    <a:pt x="9764" y="3608"/>
                  </a:cubicBezTo>
                  <a:lnTo>
                    <a:pt x="9764" y="2572"/>
                  </a:lnTo>
                  <a:cubicBezTo>
                    <a:pt x="10288" y="2393"/>
                    <a:pt x="10657" y="1905"/>
                    <a:pt x="10657" y="1322"/>
                  </a:cubicBezTo>
                  <a:cubicBezTo>
                    <a:pt x="10657" y="583"/>
                    <a:pt x="10073" y="0"/>
                    <a:pt x="93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91" name="Google Shape;1291;p36"/>
            <p:cNvGrpSpPr/>
            <p:nvPr/>
          </p:nvGrpSpPr>
          <p:grpSpPr>
            <a:xfrm>
              <a:off x="2258600" y="1433188"/>
              <a:ext cx="467050" cy="537300"/>
              <a:chOff x="2258600" y="-256450"/>
              <a:chExt cx="467050" cy="537300"/>
            </a:xfrm>
          </p:grpSpPr>
          <p:sp>
            <p:nvSpPr>
              <p:cNvPr id="1292" name="Google Shape;1292;p36"/>
              <p:cNvSpPr/>
              <p:nvPr/>
            </p:nvSpPr>
            <p:spPr>
              <a:xfrm>
                <a:off x="2481850" y="-201675"/>
                <a:ext cx="20850" cy="940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3763" extrusionOk="0">
                    <a:moveTo>
                      <a:pt x="0" y="0"/>
                    </a:moveTo>
                    <a:lnTo>
                      <a:pt x="0" y="3763"/>
                    </a:lnTo>
                    <a:lnTo>
                      <a:pt x="834" y="3763"/>
                    </a:ln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6"/>
              <p:cNvSpPr/>
              <p:nvPr/>
            </p:nvSpPr>
            <p:spPr>
              <a:xfrm>
                <a:off x="2269025" y="69475"/>
                <a:ext cx="446500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930" extrusionOk="0">
                    <a:moveTo>
                      <a:pt x="0" y="1"/>
                    </a:moveTo>
                    <a:cubicBezTo>
                      <a:pt x="12" y="322"/>
                      <a:pt x="48" y="620"/>
                      <a:pt x="96" y="930"/>
                    </a:cubicBezTo>
                    <a:lnTo>
                      <a:pt x="17753" y="930"/>
                    </a:lnTo>
                    <a:cubicBezTo>
                      <a:pt x="17800" y="620"/>
                      <a:pt x="17836" y="310"/>
                      <a:pt x="178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6"/>
              <p:cNvSpPr/>
              <p:nvPr/>
            </p:nvSpPr>
            <p:spPr>
              <a:xfrm>
                <a:off x="2271700" y="92700"/>
                <a:ext cx="441150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17646" h="7526" extrusionOk="0">
                    <a:moveTo>
                      <a:pt x="1" y="1"/>
                    </a:moveTo>
                    <a:cubicBezTo>
                      <a:pt x="679" y="4263"/>
                      <a:pt x="4370" y="7525"/>
                      <a:pt x="8823" y="7525"/>
                    </a:cubicBezTo>
                    <a:cubicBezTo>
                      <a:pt x="13276" y="7525"/>
                      <a:pt x="16967" y="4263"/>
                      <a:pt x="176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6"/>
              <p:cNvSpPr/>
              <p:nvPr/>
            </p:nvSpPr>
            <p:spPr>
              <a:xfrm>
                <a:off x="2311300" y="-166250"/>
                <a:ext cx="361675" cy="92300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3692" extrusionOk="0">
                    <a:moveTo>
                      <a:pt x="7239" y="0"/>
                    </a:moveTo>
                    <a:cubicBezTo>
                      <a:pt x="4262" y="0"/>
                      <a:pt x="1631" y="1453"/>
                      <a:pt x="0" y="3691"/>
                    </a:cubicBezTo>
                    <a:lnTo>
                      <a:pt x="14466" y="3691"/>
                    </a:lnTo>
                    <a:cubicBezTo>
                      <a:pt x="12847" y="1453"/>
                      <a:pt x="10216" y="0"/>
                      <a:pt x="72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6"/>
              <p:cNvSpPr/>
              <p:nvPr/>
            </p:nvSpPr>
            <p:spPr>
              <a:xfrm>
                <a:off x="2296700" y="-73975"/>
                <a:ext cx="391150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929" extrusionOk="0">
                    <a:moveTo>
                      <a:pt x="584" y="0"/>
                    </a:moveTo>
                    <a:cubicBezTo>
                      <a:pt x="370" y="298"/>
                      <a:pt x="179" y="607"/>
                      <a:pt x="1" y="929"/>
                    </a:cubicBezTo>
                    <a:lnTo>
                      <a:pt x="15645" y="929"/>
                    </a:lnTo>
                    <a:cubicBezTo>
                      <a:pt x="15467" y="607"/>
                      <a:pt x="15276" y="298"/>
                      <a:pt x="1506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6"/>
              <p:cNvSpPr/>
              <p:nvPr/>
            </p:nvSpPr>
            <p:spPr>
              <a:xfrm>
                <a:off x="2258600" y="-52550"/>
                <a:ext cx="467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18682" h="5037" extrusionOk="0">
                    <a:moveTo>
                      <a:pt x="1167" y="0"/>
                    </a:moveTo>
                    <a:cubicBezTo>
                      <a:pt x="429" y="1346"/>
                      <a:pt x="1" y="2882"/>
                      <a:pt x="1" y="4525"/>
                    </a:cubicBezTo>
                    <a:cubicBezTo>
                      <a:pt x="1" y="4691"/>
                      <a:pt x="13" y="4870"/>
                      <a:pt x="24" y="5037"/>
                    </a:cubicBezTo>
                    <a:lnTo>
                      <a:pt x="18670" y="5037"/>
                    </a:lnTo>
                    <a:cubicBezTo>
                      <a:pt x="18682" y="4870"/>
                      <a:pt x="18682" y="4691"/>
                      <a:pt x="18682" y="4525"/>
                    </a:cubicBezTo>
                    <a:cubicBezTo>
                      <a:pt x="18682" y="2882"/>
                      <a:pt x="18265" y="1346"/>
                      <a:pt x="175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6"/>
              <p:cNvSpPr/>
              <p:nvPr/>
            </p:nvSpPr>
            <p:spPr>
              <a:xfrm>
                <a:off x="2459225" y="-256450"/>
                <a:ext cx="66100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644" extrusionOk="0">
                    <a:moveTo>
                      <a:pt x="1322" y="620"/>
                    </a:moveTo>
                    <a:cubicBezTo>
                      <a:pt x="1715" y="620"/>
                      <a:pt x="2036" y="929"/>
                      <a:pt x="2036" y="1322"/>
                    </a:cubicBezTo>
                    <a:cubicBezTo>
                      <a:pt x="2036" y="1715"/>
                      <a:pt x="1715" y="2036"/>
                      <a:pt x="1322" y="2036"/>
                    </a:cubicBezTo>
                    <a:cubicBezTo>
                      <a:pt x="929" y="2036"/>
                      <a:pt x="608" y="1715"/>
                      <a:pt x="608" y="1322"/>
                    </a:cubicBezTo>
                    <a:cubicBezTo>
                      <a:pt x="608" y="929"/>
                      <a:pt x="929" y="620"/>
                      <a:pt x="1322" y="620"/>
                    </a:cubicBezTo>
                    <a:close/>
                    <a:moveTo>
                      <a:pt x="1322" y="1"/>
                    </a:moveTo>
                    <a:cubicBezTo>
                      <a:pt x="596" y="1"/>
                      <a:pt x="0" y="596"/>
                      <a:pt x="0" y="1322"/>
                    </a:cubicBezTo>
                    <a:cubicBezTo>
                      <a:pt x="0" y="2048"/>
                      <a:pt x="596" y="2644"/>
                      <a:pt x="1322" y="2644"/>
                    </a:cubicBezTo>
                    <a:cubicBezTo>
                      <a:pt x="2048" y="2644"/>
                      <a:pt x="2644" y="2048"/>
                      <a:pt x="2644" y="1322"/>
                    </a:cubicBezTo>
                    <a:cubicBezTo>
                      <a:pt x="2644" y="596"/>
                      <a:pt x="2048" y="1"/>
                      <a:pt x="13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6"/>
              <p:cNvSpPr/>
              <p:nvPr/>
            </p:nvSpPr>
            <p:spPr>
              <a:xfrm>
                <a:off x="2578575" y="4900"/>
                <a:ext cx="44375" cy="6847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2739" extrusionOk="0">
                    <a:moveTo>
                      <a:pt x="1656" y="0"/>
                    </a:moveTo>
                    <a:lnTo>
                      <a:pt x="1" y="2739"/>
                    </a:lnTo>
                    <a:lnTo>
                      <a:pt x="1775" y="2739"/>
                    </a:lnTo>
                    <a:lnTo>
                      <a:pt x="1775" y="631"/>
                    </a:lnTo>
                    <a:cubicBezTo>
                      <a:pt x="1775" y="405"/>
                      <a:pt x="1739" y="191"/>
                      <a:pt x="16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6"/>
              <p:cNvSpPr/>
              <p:nvPr/>
            </p:nvSpPr>
            <p:spPr>
              <a:xfrm>
                <a:off x="2479175" y="-22500"/>
                <a:ext cx="994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977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9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6"/>
              <p:cNvSpPr/>
              <p:nvPr/>
            </p:nvSpPr>
            <p:spPr>
              <a:xfrm>
                <a:off x="2361300" y="-22500"/>
                <a:ext cx="1759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3835" extrusionOk="0">
                    <a:moveTo>
                      <a:pt x="1739" y="1"/>
                    </a:moveTo>
                    <a:cubicBezTo>
                      <a:pt x="786" y="1"/>
                      <a:pt x="0" y="775"/>
                      <a:pt x="0" y="1727"/>
                    </a:cubicBezTo>
                    <a:lnTo>
                      <a:pt x="0" y="3835"/>
                    </a:lnTo>
                    <a:lnTo>
                      <a:pt x="4715" y="3835"/>
                    </a:lnTo>
                    <a:lnTo>
                      <a:pt x="70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6"/>
              <p:cNvSpPr/>
              <p:nvPr/>
            </p:nvSpPr>
            <p:spPr>
              <a:xfrm>
                <a:off x="2561925" y="-8800"/>
                <a:ext cx="580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2322" h="3287" extrusionOk="0">
                    <a:moveTo>
                      <a:pt x="1977" y="1"/>
                    </a:moveTo>
                    <a:lnTo>
                      <a:pt x="0" y="3287"/>
                    </a:lnTo>
                    <a:lnTo>
                      <a:pt x="667" y="3287"/>
                    </a:lnTo>
                    <a:lnTo>
                      <a:pt x="2322" y="548"/>
                    </a:lnTo>
                    <a:cubicBezTo>
                      <a:pt x="2238" y="346"/>
                      <a:pt x="2131" y="155"/>
                      <a:pt x="19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6"/>
              <p:cNvSpPr/>
              <p:nvPr/>
            </p:nvSpPr>
            <p:spPr>
              <a:xfrm>
                <a:off x="2520550" y="-22500"/>
                <a:ext cx="90800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632" y="549"/>
                    </a:lnTo>
                    <a:cubicBezTo>
                      <a:pt x="3322" y="215"/>
                      <a:pt x="2870" y="1"/>
                      <a:pt x="2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6"/>
              <p:cNvSpPr/>
              <p:nvPr/>
            </p:nvSpPr>
            <p:spPr>
              <a:xfrm>
                <a:off x="23485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23" y="0"/>
                    </a:moveTo>
                    <a:cubicBezTo>
                      <a:pt x="716" y="0"/>
                      <a:pt x="710" y="0"/>
                      <a:pt x="703" y="0"/>
                    </a:cubicBez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703" y="1381"/>
                    </a:cubicBezTo>
                    <a:cubicBezTo>
                      <a:pt x="1084" y="1381"/>
                      <a:pt x="1393" y="1072"/>
                      <a:pt x="1393" y="691"/>
                    </a:cubicBezTo>
                    <a:cubicBezTo>
                      <a:pt x="1393" y="317"/>
                      <a:pt x="1095" y="0"/>
                      <a:pt x="72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6"/>
              <p:cNvSpPr/>
              <p:nvPr/>
            </p:nvSpPr>
            <p:spPr>
              <a:xfrm>
                <a:off x="23991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6"/>
              <p:cNvSpPr/>
              <p:nvPr/>
            </p:nvSpPr>
            <p:spPr>
              <a:xfrm>
                <a:off x="24497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6"/>
              <p:cNvSpPr/>
              <p:nvPr/>
            </p:nvSpPr>
            <p:spPr>
              <a:xfrm>
                <a:off x="25003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7"/>
                      <a:pt x="1083" y="0"/>
                      <a:pt x="7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6"/>
              <p:cNvSpPr/>
              <p:nvPr/>
            </p:nvSpPr>
            <p:spPr>
              <a:xfrm>
                <a:off x="25506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84" y="1381"/>
                      <a:pt x="1394" y="1072"/>
                      <a:pt x="1394" y="691"/>
                    </a:cubicBezTo>
                    <a:cubicBezTo>
                      <a:pt x="1394" y="317"/>
                      <a:pt x="1095" y="0"/>
                      <a:pt x="7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6"/>
              <p:cNvSpPr/>
              <p:nvPr/>
            </p:nvSpPr>
            <p:spPr>
              <a:xfrm>
                <a:off x="26012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6"/>
              <p:cNvSpPr/>
              <p:nvPr/>
            </p:nvSpPr>
            <p:spPr>
              <a:xfrm>
                <a:off x="2392850" y="1870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6"/>
              <p:cNvSpPr/>
              <p:nvPr/>
            </p:nvSpPr>
            <p:spPr>
              <a:xfrm>
                <a:off x="2392850" y="2132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12" name="Google Shape;1312;p36"/>
          <p:cNvGrpSpPr/>
          <p:nvPr/>
        </p:nvGrpSpPr>
        <p:grpSpPr>
          <a:xfrm rot="-974363">
            <a:off x="436083" y="343936"/>
            <a:ext cx="752067" cy="1129228"/>
            <a:chOff x="6630575" y="1482600"/>
            <a:chExt cx="292025" cy="438475"/>
          </a:xfrm>
        </p:grpSpPr>
        <p:sp>
          <p:nvSpPr>
            <p:cNvPr id="1313" name="Google Shape;1313;p36"/>
            <p:cNvSpPr/>
            <p:nvPr/>
          </p:nvSpPr>
          <p:spPr>
            <a:xfrm>
              <a:off x="6630575" y="1482750"/>
              <a:ext cx="292025" cy="438175"/>
            </a:xfrm>
            <a:custGeom>
              <a:avLst/>
              <a:gdLst/>
              <a:ahLst/>
              <a:cxnLst/>
              <a:rect l="l" t="t" r="r" b="b"/>
              <a:pathLst>
                <a:path w="11681" h="17527" extrusionOk="0">
                  <a:moveTo>
                    <a:pt x="5847" y="0"/>
                  </a:moveTo>
                  <a:cubicBezTo>
                    <a:pt x="2620" y="0"/>
                    <a:pt x="1" y="2608"/>
                    <a:pt x="1" y="5835"/>
                  </a:cubicBezTo>
                  <a:lnTo>
                    <a:pt x="1" y="9633"/>
                  </a:lnTo>
                  <a:lnTo>
                    <a:pt x="1" y="14586"/>
                  </a:lnTo>
                  <a:lnTo>
                    <a:pt x="1" y="14990"/>
                  </a:lnTo>
                  <a:lnTo>
                    <a:pt x="1" y="15395"/>
                  </a:lnTo>
                  <a:lnTo>
                    <a:pt x="1" y="16538"/>
                  </a:lnTo>
                  <a:lnTo>
                    <a:pt x="1" y="16788"/>
                  </a:lnTo>
                  <a:cubicBezTo>
                    <a:pt x="1" y="16836"/>
                    <a:pt x="13" y="16872"/>
                    <a:pt x="13" y="16919"/>
                  </a:cubicBezTo>
                  <a:lnTo>
                    <a:pt x="24" y="16955"/>
                  </a:lnTo>
                  <a:cubicBezTo>
                    <a:pt x="36" y="16991"/>
                    <a:pt x="36" y="17026"/>
                    <a:pt x="48" y="17050"/>
                  </a:cubicBezTo>
                  <a:cubicBezTo>
                    <a:pt x="60" y="17062"/>
                    <a:pt x="60" y="17074"/>
                    <a:pt x="72" y="17086"/>
                  </a:cubicBezTo>
                  <a:cubicBezTo>
                    <a:pt x="84" y="17122"/>
                    <a:pt x="96" y="17145"/>
                    <a:pt x="120" y="17181"/>
                  </a:cubicBezTo>
                  <a:cubicBezTo>
                    <a:pt x="120" y="17193"/>
                    <a:pt x="132" y="17193"/>
                    <a:pt x="132" y="17205"/>
                  </a:cubicBezTo>
                  <a:cubicBezTo>
                    <a:pt x="155" y="17241"/>
                    <a:pt x="179" y="17265"/>
                    <a:pt x="215" y="17300"/>
                  </a:cubicBezTo>
                  <a:cubicBezTo>
                    <a:pt x="227" y="17312"/>
                    <a:pt x="239" y="17324"/>
                    <a:pt x="239" y="17324"/>
                  </a:cubicBezTo>
                  <a:cubicBezTo>
                    <a:pt x="263" y="17348"/>
                    <a:pt x="286" y="17372"/>
                    <a:pt x="310" y="17384"/>
                  </a:cubicBezTo>
                  <a:cubicBezTo>
                    <a:pt x="322" y="17395"/>
                    <a:pt x="334" y="17407"/>
                    <a:pt x="346" y="17407"/>
                  </a:cubicBezTo>
                  <a:cubicBezTo>
                    <a:pt x="370" y="17431"/>
                    <a:pt x="394" y="17443"/>
                    <a:pt x="429" y="17455"/>
                  </a:cubicBezTo>
                  <a:cubicBezTo>
                    <a:pt x="441" y="17455"/>
                    <a:pt x="453" y="17467"/>
                    <a:pt x="465" y="17467"/>
                  </a:cubicBezTo>
                  <a:cubicBezTo>
                    <a:pt x="465" y="17479"/>
                    <a:pt x="477" y="17479"/>
                    <a:pt x="477" y="17479"/>
                  </a:cubicBezTo>
                  <a:cubicBezTo>
                    <a:pt x="560" y="17503"/>
                    <a:pt x="655" y="17526"/>
                    <a:pt x="751" y="17526"/>
                  </a:cubicBezTo>
                  <a:lnTo>
                    <a:pt x="10931" y="17526"/>
                  </a:lnTo>
                  <a:cubicBezTo>
                    <a:pt x="11347" y="17526"/>
                    <a:pt x="11681" y="17193"/>
                    <a:pt x="11681" y="16788"/>
                  </a:cubicBezTo>
                  <a:lnTo>
                    <a:pt x="11681" y="16133"/>
                  </a:lnTo>
                  <a:lnTo>
                    <a:pt x="11681" y="15383"/>
                  </a:lnTo>
                  <a:lnTo>
                    <a:pt x="11681" y="14979"/>
                  </a:lnTo>
                  <a:lnTo>
                    <a:pt x="11681" y="14574"/>
                  </a:lnTo>
                  <a:lnTo>
                    <a:pt x="11681" y="9633"/>
                  </a:lnTo>
                  <a:lnTo>
                    <a:pt x="11681" y="5835"/>
                  </a:lnTo>
                  <a:cubicBezTo>
                    <a:pt x="11681" y="2608"/>
                    <a:pt x="9061" y="0"/>
                    <a:pt x="58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4" name="Google Shape;1314;p36"/>
            <p:cNvGrpSpPr/>
            <p:nvPr/>
          </p:nvGrpSpPr>
          <p:grpSpPr>
            <a:xfrm>
              <a:off x="6630575" y="1482600"/>
              <a:ext cx="292025" cy="438475"/>
              <a:chOff x="6630575" y="-207050"/>
              <a:chExt cx="292025" cy="438475"/>
            </a:xfrm>
          </p:grpSpPr>
          <p:sp>
            <p:nvSpPr>
              <p:cNvPr id="1315" name="Google Shape;1315;p36"/>
              <p:cNvSpPr/>
              <p:nvPr/>
            </p:nvSpPr>
            <p:spPr>
              <a:xfrm>
                <a:off x="6630575" y="-207050"/>
                <a:ext cx="292025" cy="4384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7539" extrusionOk="0">
                    <a:moveTo>
                      <a:pt x="5847" y="1"/>
                    </a:moveTo>
                    <a:cubicBezTo>
                      <a:pt x="2620" y="1"/>
                      <a:pt x="1" y="2620"/>
                      <a:pt x="1" y="5847"/>
                    </a:cubicBezTo>
                    <a:lnTo>
                      <a:pt x="1" y="9645"/>
                    </a:lnTo>
                    <a:lnTo>
                      <a:pt x="1" y="16789"/>
                    </a:lnTo>
                    <a:cubicBezTo>
                      <a:pt x="1" y="17205"/>
                      <a:pt x="334" y="17539"/>
                      <a:pt x="751" y="17539"/>
                    </a:cubicBezTo>
                    <a:lnTo>
                      <a:pt x="10931" y="17539"/>
                    </a:lnTo>
                    <a:cubicBezTo>
                      <a:pt x="11347" y="17539"/>
                      <a:pt x="11681" y="17205"/>
                      <a:pt x="11681" y="16789"/>
                    </a:cubicBezTo>
                    <a:lnTo>
                      <a:pt x="11681" y="9645"/>
                    </a:lnTo>
                    <a:lnTo>
                      <a:pt x="11681" y="5847"/>
                    </a:lnTo>
                    <a:cubicBezTo>
                      <a:pt x="11681" y="2620"/>
                      <a:pt x="9061" y="1"/>
                      <a:pt x="58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6"/>
              <p:cNvSpPr/>
              <p:nvPr/>
            </p:nvSpPr>
            <p:spPr>
              <a:xfrm>
                <a:off x="6630575" y="167700"/>
                <a:ext cx="292025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2549" extrusionOk="0">
                    <a:moveTo>
                      <a:pt x="1" y="1"/>
                    </a:moveTo>
                    <a:lnTo>
                      <a:pt x="1" y="1799"/>
                    </a:lnTo>
                    <a:cubicBezTo>
                      <a:pt x="1" y="2215"/>
                      <a:pt x="334" y="2549"/>
                      <a:pt x="751" y="2549"/>
                    </a:cubicBezTo>
                    <a:lnTo>
                      <a:pt x="10931" y="2549"/>
                    </a:lnTo>
                    <a:cubicBezTo>
                      <a:pt x="11347" y="2549"/>
                      <a:pt x="11681" y="2215"/>
                      <a:pt x="11681" y="1799"/>
                    </a:cubicBezTo>
                    <a:lnTo>
                      <a:pt x="1168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6"/>
              <p:cNvSpPr/>
              <p:nvPr/>
            </p:nvSpPr>
            <p:spPr>
              <a:xfrm>
                <a:off x="6669275" y="45675"/>
                <a:ext cx="2143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2692" extrusionOk="0">
                    <a:moveTo>
                      <a:pt x="1346" y="0"/>
                    </a:moveTo>
                    <a:cubicBezTo>
                      <a:pt x="608" y="0"/>
                      <a:pt x="0" y="608"/>
                      <a:pt x="0" y="1346"/>
                    </a:cubicBezTo>
                    <a:cubicBezTo>
                      <a:pt x="0" y="2084"/>
                      <a:pt x="608" y="2691"/>
                      <a:pt x="1346" y="2691"/>
                    </a:cubicBezTo>
                    <a:lnTo>
                      <a:pt x="7228" y="2691"/>
                    </a:lnTo>
                    <a:cubicBezTo>
                      <a:pt x="7978" y="2691"/>
                      <a:pt x="8573" y="2084"/>
                      <a:pt x="8573" y="1346"/>
                    </a:cubicBezTo>
                    <a:cubicBezTo>
                      <a:pt x="8573" y="608"/>
                      <a:pt x="7978" y="0"/>
                      <a:pt x="72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6"/>
              <p:cNvSpPr/>
              <p:nvPr/>
            </p:nvSpPr>
            <p:spPr>
              <a:xfrm>
                <a:off x="6663025" y="39425"/>
                <a:ext cx="22712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3192" extrusionOk="0">
                    <a:moveTo>
                      <a:pt x="7489" y="500"/>
                    </a:moveTo>
                    <a:cubicBezTo>
                      <a:pt x="8085" y="500"/>
                      <a:pt x="8573" y="989"/>
                      <a:pt x="8573" y="1596"/>
                    </a:cubicBezTo>
                    <a:cubicBezTo>
                      <a:pt x="8573" y="2203"/>
                      <a:pt x="8085" y="2691"/>
                      <a:pt x="7489" y="2691"/>
                    </a:cubicBezTo>
                    <a:lnTo>
                      <a:pt x="1608" y="2691"/>
                    </a:lnTo>
                    <a:cubicBezTo>
                      <a:pt x="1001" y="2691"/>
                      <a:pt x="512" y="2203"/>
                      <a:pt x="512" y="1596"/>
                    </a:cubicBezTo>
                    <a:cubicBezTo>
                      <a:pt x="512" y="989"/>
                      <a:pt x="1001" y="500"/>
                      <a:pt x="1608" y="500"/>
                    </a:cubicBezTo>
                    <a:close/>
                    <a:moveTo>
                      <a:pt x="1608" y="0"/>
                    </a:moveTo>
                    <a:cubicBezTo>
                      <a:pt x="715" y="0"/>
                      <a:pt x="0" y="715"/>
                      <a:pt x="0" y="1596"/>
                    </a:cubicBezTo>
                    <a:cubicBezTo>
                      <a:pt x="0" y="2477"/>
                      <a:pt x="715" y="3191"/>
                      <a:pt x="1608" y="3191"/>
                    </a:cubicBezTo>
                    <a:lnTo>
                      <a:pt x="7489" y="3191"/>
                    </a:lnTo>
                    <a:cubicBezTo>
                      <a:pt x="8371" y="3191"/>
                      <a:pt x="9085" y="2477"/>
                      <a:pt x="9085" y="1596"/>
                    </a:cubicBezTo>
                    <a:cubicBezTo>
                      <a:pt x="9085" y="715"/>
                      <a:pt x="8371" y="0"/>
                      <a:pt x="74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6"/>
              <p:cNvSpPr/>
              <p:nvPr/>
            </p:nvSpPr>
            <p:spPr>
              <a:xfrm>
                <a:off x="67002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6"/>
              <p:cNvSpPr/>
              <p:nvPr/>
            </p:nvSpPr>
            <p:spPr>
              <a:xfrm>
                <a:off x="673535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6"/>
              <p:cNvSpPr/>
              <p:nvPr/>
            </p:nvSpPr>
            <p:spPr>
              <a:xfrm>
                <a:off x="6770175" y="44775"/>
                <a:ext cx="128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13" y="2727"/>
                    </a:lnTo>
                    <a:lnTo>
                      <a:pt x="5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6"/>
              <p:cNvSpPr/>
              <p:nvPr/>
            </p:nvSpPr>
            <p:spPr>
              <a:xfrm>
                <a:off x="680530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6"/>
              <p:cNvSpPr/>
              <p:nvPr/>
            </p:nvSpPr>
            <p:spPr>
              <a:xfrm>
                <a:off x="68404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6"/>
              <p:cNvSpPr/>
              <p:nvPr/>
            </p:nvSpPr>
            <p:spPr>
              <a:xfrm>
                <a:off x="6630575" y="157600"/>
                <a:ext cx="2920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810" extrusionOk="0">
                    <a:moveTo>
                      <a:pt x="1" y="0"/>
                    </a:moveTo>
                    <a:lnTo>
                      <a:pt x="1" y="810"/>
                    </a:lnTo>
                    <a:lnTo>
                      <a:pt x="11681" y="810"/>
                    </a:lnTo>
                    <a:lnTo>
                      <a:pt x="116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6"/>
              <p:cNvSpPr/>
              <p:nvPr/>
            </p:nvSpPr>
            <p:spPr>
              <a:xfrm>
                <a:off x="6707675" y="-125775"/>
                <a:ext cx="137825" cy="137825"/>
              </a:xfrm>
              <a:custGeom>
                <a:avLst/>
                <a:gdLst/>
                <a:ahLst/>
                <a:cxnLst/>
                <a:rect l="l" t="t" r="r" b="b"/>
                <a:pathLst>
                  <a:path w="5513" h="5513" extrusionOk="0">
                    <a:moveTo>
                      <a:pt x="2751" y="0"/>
                    </a:moveTo>
                    <a:cubicBezTo>
                      <a:pt x="1227" y="0"/>
                      <a:pt x="0" y="1239"/>
                      <a:pt x="0" y="2763"/>
                    </a:cubicBezTo>
                    <a:cubicBezTo>
                      <a:pt x="0" y="4287"/>
                      <a:pt x="1227" y="5513"/>
                      <a:pt x="2751" y="5513"/>
                    </a:cubicBezTo>
                    <a:cubicBezTo>
                      <a:pt x="4287" y="5513"/>
                      <a:pt x="5513" y="4287"/>
                      <a:pt x="5513" y="2763"/>
                    </a:cubicBezTo>
                    <a:cubicBezTo>
                      <a:pt x="5513" y="1239"/>
                      <a:pt x="4287" y="0"/>
                      <a:pt x="27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6"/>
              <p:cNvSpPr/>
              <p:nvPr/>
            </p:nvSpPr>
            <p:spPr>
              <a:xfrm>
                <a:off x="6723450" y="-110000"/>
                <a:ext cx="106275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4251" extrusionOk="0">
                    <a:moveTo>
                      <a:pt x="2120" y="0"/>
                    </a:moveTo>
                    <a:cubicBezTo>
                      <a:pt x="953" y="0"/>
                      <a:pt x="0" y="953"/>
                      <a:pt x="0" y="2132"/>
                    </a:cubicBezTo>
                    <a:cubicBezTo>
                      <a:pt x="0" y="3298"/>
                      <a:pt x="953" y="4251"/>
                      <a:pt x="2120" y="4251"/>
                    </a:cubicBezTo>
                    <a:cubicBezTo>
                      <a:pt x="3298" y="4251"/>
                      <a:pt x="4251" y="3298"/>
                      <a:pt x="4251" y="2132"/>
                    </a:cubicBezTo>
                    <a:cubicBezTo>
                      <a:pt x="4251" y="953"/>
                      <a:pt x="3298" y="0"/>
                      <a:pt x="212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6"/>
              <p:cNvSpPr/>
              <p:nvPr/>
            </p:nvSpPr>
            <p:spPr>
              <a:xfrm>
                <a:off x="6723450" y="-71900"/>
                <a:ext cx="106275" cy="681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2727" extrusionOk="0">
                    <a:moveTo>
                      <a:pt x="96" y="0"/>
                    </a:moveTo>
                    <a:cubicBezTo>
                      <a:pt x="36" y="191"/>
                      <a:pt x="0" y="393"/>
                      <a:pt x="0" y="608"/>
                    </a:cubicBezTo>
                    <a:cubicBezTo>
                      <a:pt x="0" y="1774"/>
                      <a:pt x="953" y="2727"/>
                      <a:pt x="2132" y="2727"/>
                    </a:cubicBezTo>
                    <a:cubicBezTo>
                      <a:pt x="3298" y="2727"/>
                      <a:pt x="4251" y="1774"/>
                      <a:pt x="4251" y="608"/>
                    </a:cubicBezTo>
                    <a:cubicBezTo>
                      <a:pt x="4251" y="393"/>
                      <a:pt x="4227" y="191"/>
                      <a:pt x="4168" y="0"/>
                    </a:cubicBezTo>
                    <a:cubicBezTo>
                      <a:pt x="3906" y="881"/>
                      <a:pt x="3084" y="1524"/>
                      <a:pt x="2132" y="1524"/>
                    </a:cubicBezTo>
                    <a:cubicBezTo>
                      <a:pt x="1167" y="1524"/>
                      <a:pt x="346" y="881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6"/>
              <p:cNvSpPr/>
              <p:nvPr/>
            </p:nvSpPr>
            <p:spPr>
              <a:xfrm>
                <a:off x="6630575" y="167700"/>
                <a:ext cx="67600" cy="6225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490" extrusionOk="0">
                    <a:moveTo>
                      <a:pt x="1394" y="1"/>
                    </a:moveTo>
                    <a:lnTo>
                      <a:pt x="1" y="1561"/>
                    </a:lnTo>
                    <a:lnTo>
                      <a:pt x="1" y="1799"/>
                    </a:lnTo>
                    <a:cubicBezTo>
                      <a:pt x="1" y="2108"/>
                      <a:pt x="203" y="2382"/>
                      <a:pt x="477" y="2489"/>
                    </a:cubicBez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6"/>
              <p:cNvSpPr/>
              <p:nvPr/>
            </p:nvSpPr>
            <p:spPr>
              <a:xfrm>
                <a:off x="6658550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5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35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6"/>
              <p:cNvSpPr/>
              <p:nvPr/>
            </p:nvSpPr>
            <p:spPr>
              <a:xfrm>
                <a:off x="6708575" y="167700"/>
                <a:ext cx="89600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4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6"/>
              <p:cNvSpPr/>
              <p:nvPr/>
            </p:nvSpPr>
            <p:spPr>
              <a:xfrm>
                <a:off x="6858275" y="167700"/>
                <a:ext cx="643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2573" y="1144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6"/>
              <p:cNvSpPr/>
              <p:nvPr/>
            </p:nvSpPr>
            <p:spPr>
              <a:xfrm>
                <a:off x="6758575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6"/>
              <p:cNvSpPr/>
              <p:nvPr/>
            </p:nvSpPr>
            <p:spPr>
              <a:xfrm>
                <a:off x="6808275" y="167700"/>
                <a:ext cx="899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22" y="2537"/>
                    </a:lnTo>
                    <a:lnTo>
                      <a:pt x="3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496D891-9DF2-CC83-D6CE-7A36E6D38BE4}"/>
              </a:ext>
            </a:extLst>
          </p:cNvPr>
          <p:cNvSpPr txBox="1"/>
          <p:nvPr/>
        </p:nvSpPr>
        <p:spPr>
          <a:xfrm>
            <a:off x="1877631" y="1114660"/>
            <a:ext cx="527080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6">
                    <a:lumMod val="95000"/>
                  </a:schemeClr>
                </a:solidFill>
              </a:rPr>
              <a:t>What it is:</a:t>
            </a:r>
            <a:r>
              <a:rPr lang="en-IN" sz="1200" dirty="0">
                <a:solidFill>
                  <a:schemeClr val="accent6">
                    <a:lumMod val="95000"/>
                  </a:schemeClr>
                </a:solidFill>
              </a:rPr>
              <a:t> A small PC (Raspberry Pi / mini-ITX/mini computer) running Linux (Ubuntu/Mint).</a:t>
            </a:r>
          </a:p>
          <a:p>
            <a:br>
              <a:rPr lang="en-IN" sz="1200" dirty="0">
                <a:solidFill>
                  <a:schemeClr val="accent6">
                    <a:lumMod val="95000"/>
                  </a:schemeClr>
                </a:solidFill>
              </a:rPr>
            </a:br>
            <a:r>
              <a:rPr lang="en-IN" sz="1200" b="1" dirty="0">
                <a:solidFill>
                  <a:schemeClr val="accent6">
                    <a:lumMod val="95000"/>
                  </a:schemeClr>
                </a:solidFill>
              </a:rPr>
              <a:t>Role:</a:t>
            </a:r>
            <a:r>
              <a:rPr lang="en-IN" sz="1200" dirty="0">
                <a:solidFill>
                  <a:schemeClr val="accent6">
                    <a:lumMod val="95000"/>
                  </a:schemeClr>
                </a:solidFill>
              </a:rPr>
              <a:t> Runs the web dashboard, AI/vision code (OpenCV/Python), hosts camera streaming, and communicates with Arduino over USB or network.</a:t>
            </a:r>
          </a:p>
          <a:p>
            <a:br>
              <a:rPr lang="en-IN" sz="1200" dirty="0">
                <a:solidFill>
                  <a:schemeClr val="accent6">
                    <a:lumMod val="95000"/>
                  </a:schemeClr>
                </a:solidFill>
              </a:rPr>
            </a:br>
            <a:r>
              <a:rPr lang="en-IN" sz="1200" b="1" dirty="0">
                <a:solidFill>
                  <a:schemeClr val="accent6">
                    <a:lumMod val="95000"/>
                  </a:schemeClr>
                </a:solidFill>
              </a:rPr>
              <a:t>Wiring/Power:</a:t>
            </a:r>
            <a:r>
              <a:rPr lang="en-IN" sz="1200" dirty="0">
                <a:solidFill>
                  <a:schemeClr val="accent6">
                    <a:lumMod val="95000"/>
                  </a:schemeClr>
                </a:solidFill>
              </a:rPr>
              <a:t> 19V → appropriate DC input (or powered by 15V PD charger with regulator). Ensure stable power (3A).</a:t>
            </a:r>
          </a:p>
          <a:p>
            <a:br>
              <a:rPr lang="en-IN" sz="1200" dirty="0">
                <a:solidFill>
                  <a:schemeClr val="accent6">
                    <a:lumMod val="95000"/>
                  </a:schemeClr>
                </a:solidFill>
              </a:rPr>
            </a:br>
            <a:r>
              <a:rPr lang="en-IN" sz="1200" b="1" dirty="0">
                <a:solidFill>
                  <a:schemeClr val="accent6">
                    <a:lumMod val="95000"/>
                  </a:schemeClr>
                </a:solidFill>
              </a:rPr>
              <a:t>Dev tips:</a:t>
            </a:r>
            <a:r>
              <a:rPr lang="en-IN" sz="1200" dirty="0">
                <a:solidFill>
                  <a:schemeClr val="accent6">
                    <a:lumMod val="95000"/>
                  </a:schemeClr>
                </a:solidFill>
              </a:rPr>
              <a:t> Install Python, Flask or </a:t>
            </a:r>
            <a:r>
              <a:rPr lang="en-IN" sz="1200" dirty="0" err="1">
                <a:solidFill>
                  <a:schemeClr val="accent6">
                    <a:lumMod val="95000"/>
                  </a:schemeClr>
                </a:solidFill>
              </a:rPr>
              <a:t>FastAPI</a:t>
            </a:r>
            <a:r>
              <a:rPr lang="en-IN" sz="1200" dirty="0">
                <a:solidFill>
                  <a:schemeClr val="accent6">
                    <a:lumMod val="95000"/>
                  </a:schemeClr>
                </a:solidFill>
              </a:rPr>
              <a:t>, OpenCV, and </a:t>
            </a:r>
            <a:r>
              <a:rPr lang="en-IN" sz="1200" dirty="0" err="1">
                <a:solidFill>
                  <a:schemeClr val="accent6">
                    <a:lumMod val="95000"/>
                  </a:schemeClr>
                </a:solidFill>
              </a:rPr>
              <a:t>websocket</a:t>
            </a:r>
            <a:r>
              <a:rPr lang="en-IN" sz="1200" dirty="0">
                <a:solidFill>
                  <a:schemeClr val="accent6">
                    <a:lumMod val="95000"/>
                  </a:schemeClr>
                </a:solidFill>
              </a:rPr>
              <a:t> libraries. Use </a:t>
            </a:r>
            <a:r>
              <a:rPr lang="en-IN" sz="1200" dirty="0">
                <a:solidFill>
                  <a:schemeClr val="accent6">
                    <a:lumMod val="95000"/>
                  </a:schemeClr>
                </a:solidFill>
                <a:latin typeface="Courier New" panose="02070309020205020404" pitchFamily="49" charset="0"/>
              </a:rPr>
              <a:t>/dev/video0</a:t>
            </a:r>
            <a:r>
              <a:rPr lang="en-IN" sz="1200" dirty="0">
                <a:solidFill>
                  <a:schemeClr val="accent6">
                    <a:lumMod val="95000"/>
                  </a:schemeClr>
                </a:solidFill>
              </a:rPr>
              <a:t> or RTSP for camera. Communicate with Arduino over serial (</a:t>
            </a:r>
            <a:r>
              <a:rPr lang="en-IN" sz="1200" dirty="0" err="1">
                <a:solidFill>
                  <a:schemeClr val="accent6">
                    <a:lumMod val="95000"/>
                  </a:schemeClr>
                </a:solidFill>
                <a:latin typeface="Courier New" panose="02070309020205020404" pitchFamily="49" charset="0"/>
              </a:rPr>
              <a:t>pyserial</a:t>
            </a:r>
            <a:r>
              <a:rPr lang="en-IN" sz="1200" dirty="0">
                <a:solidFill>
                  <a:schemeClr val="accent6">
                    <a:lumMod val="95000"/>
                  </a:schemeClr>
                </a:solidFill>
              </a:rPr>
              <a:t>) or MQTT.</a:t>
            </a:r>
          </a:p>
          <a:p>
            <a:br>
              <a:rPr lang="en-IN" sz="1200" dirty="0">
                <a:solidFill>
                  <a:schemeClr val="accent6">
                    <a:lumMod val="95000"/>
                  </a:schemeClr>
                </a:solidFill>
              </a:rPr>
            </a:br>
            <a:r>
              <a:rPr lang="en-IN" sz="1200" b="1" dirty="0">
                <a:solidFill>
                  <a:schemeClr val="accent6">
                    <a:lumMod val="95000"/>
                  </a:schemeClr>
                </a:solidFill>
              </a:rPr>
              <a:t>Test:</a:t>
            </a:r>
            <a:r>
              <a:rPr lang="en-IN" sz="1200" dirty="0">
                <a:solidFill>
                  <a:schemeClr val="accent6">
                    <a:lumMod val="95000"/>
                  </a:schemeClr>
                </a:solidFill>
              </a:rPr>
              <a:t> Run a simple Python script to capture camera frames and display them. Test serial send/receive to Arduino.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42"/>
          <p:cNvGrpSpPr/>
          <p:nvPr/>
        </p:nvGrpSpPr>
        <p:grpSpPr>
          <a:xfrm>
            <a:off x="993504" y="1141088"/>
            <a:ext cx="234762" cy="218290"/>
            <a:chOff x="8652775" y="883650"/>
            <a:chExt cx="38125" cy="35450"/>
          </a:xfrm>
        </p:grpSpPr>
        <p:sp>
          <p:nvSpPr>
            <p:cNvPr id="2086" name="Google Shape;2086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42"/>
          <p:cNvGrpSpPr/>
          <p:nvPr/>
        </p:nvGrpSpPr>
        <p:grpSpPr>
          <a:xfrm>
            <a:off x="8360690" y="406194"/>
            <a:ext cx="430885" cy="203666"/>
            <a:chOff x="8703675" y="886625"/>
            <a:chExt cx="69975" cy="33075"/>
          </a:xfrm>
        </p:grpSpPr>
        <p:sp>
          <p:nvSpPr>
            <p:cNvPr id="2090" name="Google Shape;2090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/>
          <p:cNvGrpSpPr/>
          <p:nvPr/>
        </p:nvGrpSpPr>
        <p:grpSpPr>
          <a:xfrm>
            <a:off x="2152595" y="4260310"/>
            <a:ext cx="744312" cy="221985"/>
            <a:chOff x="8652775" y="883650"/>
            <a:chExt cx="120875" cy="36050"/>
          </a:xfrm>
        </p:grpSpPr>
        <p:sp>
          <p:nvSpPr>
            <p:cNvPr id="2093" name="Google Shape;2093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42"/>
          <p:cNvSpPr txBox="1">
            <a:spLocks noGrp="1"/>
          </p:cNvSpPr>
          <p:nvPr>
            <p:ph type="subTitle" idx="1"/>
          </p:nvPr>
        </p:nvSpPr>
        <p:spPr>
          <a:xfrm>
            <a:off x="3939763" y="1632697"/>
            <a:ext cx="4951476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What it is:</a:t>
            </a:r>
            <a:r>
              <a:rPr lang="en-IN" dirty="0"/>
              <a:t> Microcontroller board used for real-time I/O.</a:t>
            </a:r>
          </a:p>
          <a:p>
            <a:br>
              <a:rPr lang="en-IN" dirty="0"/>
            </a:br>
            <a:r>
              <a:rPr lang="en-IN" b="1" dirty="0"/>
              <a:t>Role:</a:t>
            </a:r>
            <a:r>
              <a:rPr lang="en-IN" dirty="0"/>
              <a:t> Reads sensors (MQ-135, HC-SR04, DHT22), controls motor driver inputs and servos (PWM), sends sensor data to Linux.</a:t>
            </a:r>
          </a:p>
          <a:p>
            <a:br>
              <a:rPr lang="en-IN" dirty="0"/>
            </a:br>
            <a:r>
              <a:rPr lang="en-IN" b="1" dirty="0"/>
              <a:t>Wiring/Power:</a:t>
            </a:r>
            <a:r>
              <a:rPr lang="en-IN" dirty="0"/>
              <a:t> 5V logic. Power from 5V step-down module if using single battery. Connect Linux via USB (Serial). Use common ground between Arduino and other power supplies.</a:t>
            </a:r>
          </a:p>
        </p:txBody>
      </p:sp>
      <p:sp>
        <p:nvSpPr>
          <p:cNvPr id="2100" name="Google Shape;2100;p42"/>
          <p:cNvSpPr txBox="1">
            <a:spLocks noGrp="1"/>
          </p:cNvSpPr>
          <p:nvPr>
            <p:ph type="title"/>
          </p:nvPr>
        </p:nvSpPr>
        <p:spPr>
          <a:xfrm>
            <a:off x="5094766" y="754002"/>
            <a:ext cx="3018521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Arduino Uno</a:t>
            </a:r>
            <a:endParaRPr dirty="0"/>
          </a:p>
        </p:txBody>
      </p:sp>
      <p:grpSp>
        <p:nvGrpSpPr>
          <p:cNvPr id="2168" name="Google Shape;2168;p42"/>
          <p:cNvGrpSpPr/>
          <p:nvPr/>
        </p:nvGrpSpPr>
        <p:grpSpPr>
          <a:xfrm rot="20088861">
            <a:off x="275267" y="4091800"/>
            <a:ext cx="553923" cy="895985"/>
            <a:chOff x="1463275" y="2373500"/>
            <a:chExt cx="484900" cy="711125"/>
          </a:xfrm>
        </p:grpSpPr>
        <p:sp>
          <p:nvSpPr>
            <p:cNvPr id="2169" name="Google Shape;2169;p42"/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0" name="Google Shape;2170;p42"/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2171" name="Google Shape;2171;p42"/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2"/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2"/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2"/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2"/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2"/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2"/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2"/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2"/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2"/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2"/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2"/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2"/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2"/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2"/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2"/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2"/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2"/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2"/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2"/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2"/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2"/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/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/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/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/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/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2"/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2"/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/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2"/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2"/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/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2"/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2"/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2"/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2"/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2"/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2"/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2"/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2"/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2"/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2"/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2"/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2"/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2"/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2"/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2"/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2"/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2"/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2"/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D097250-FE23-4909-E564-734E23899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28" y="1499173"/>
            <a:ext cx="3574335" cy="25169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>
          <a:extLst>
            <a:ext uri="{FF2B5EF4-FFF2-40B4-BE49-F238E27FC236}">
              <a16:creationId xmlns:a16="http://schemas.microsoft.com/office/drawing/2014/main" id="{18A0AEBA-7B20-C52C-1B9F-1813913B8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42">
            <a:extLst>
              <a:ext uri="{FF2B5EF4-FFF2-40B4-BE49-F238E27FC236}">
                <a16:creationId xmlns:a16="http://schemas.microsoft.com/office/drawing/2014/main" id="{2CEA3CFD-7B35-0C2E-7D3A-AB099DFFDEEA}"/>
              </a:ext>
            </a:extLst>
          </p:cNvPr>
          <p:cNvGrpSpPr/>
          <p:nvPr/>
        </p:nvGrpSpPr>
        <p:grpSpPr>
          <a:xfrm>
            <a:off x="993504" y="1141088"/>
            <a:ext cx="234762" cy="218290"/>
            <a:chOff x="8652775" y="883650"/>
            <a:chExt cx="38125" cy="35450"/>
          </a:xfrm>
        </p:grpSpPr>
        <p:sp>
          <p:nvSpPr>
            <p:cNvPr id="2086" name="Google Shape;2086;p42">
              <a:extLst>
                <a:ext uri="{FF2B5EF4-FFF2-40B4-BE49-F238E27FC236}">
                  <a16:creationId xmlns:a16="http://schemas.microsoft.com/office/drawing/2014/main" id="{F683F00C-4E91-70A3-541D-7C8E5442B6ED}"/>
                </a:ext>
              </a:extLst>
            </p:cNvPr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>
              <a:extLst>
                <a:ext uri="{FF2B5EF4-FFF2-40B4-BE49-F238E27FC236}">
                  <a16:creationId xmlns:a16="http://schemas.microsoft.com/office/drawing/2014/main" id="{C33F1DA9-155F-97E6-63EC-C15832C343DD}"/>
                </a:ext>
              </a:extLst>
            </p:cNvPr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>
              <a:extLst>
                <a:ext uri="{FF2B5EF4-FFF2-40B4-BE49-F238E27FC236}">
                  <a16:creationId xmlns:a16="http://schemas.microsoft.com/office/drawing/2014/main" id="{6D4992F3-46D4-219C-E620-9903E42265AE}"/>
                </a:ext>
              </a:extLst>
            </p:cNvPr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42">
            <a:extLst>
              <a:ext uri="{FF2B5EF4-FFF2-40B4-BE49-F238E27FC236}">
                <a16:creationId xmlns:a16="http://schemas.microsoft.com/office/drawing/2014/main" id="{3A89ACD5-7C9E-23CB-F145-87C8F14C4C11}"/>
              </a:ext>
            </a:extLst>
          </p:cNvPr>
          <p:cNvGrpSpPr/>
          <p:nvPr/>
        </p:nvGrpSpPr>
        <p:grpSpPr>
          <a:xfrm>
            <a:off x="8360690" y="406194"/>
            <a:ext cx="430885" cy="203666"/>
            <a:chOff x="8703675" y="886625"/>
            <a:chExt cx="69975" cy="33075"/>
          </a:xfrm>
        </p:grpSpPr>
        <p:sp>
          <p:nvSpPr>
            <p:cNvPr id="2090" name="Google Shape;2090;p42">
              <a:extLst>
                <a:ext uri="{FF2B5EF4-FFF2-40B4-BE49-F238E27FC236}">
                  <a16:creationId xmlns:a16="http://schemas.microsoft.com/office/drawing/2014/main" id="{8AC418C2-2302-2415-6FB9-8E94678D7800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>
              <a:extLst>
                <a:ext uri="{FF2B5EF4-FFF2-40B4-BE49-F238E27FC236}">
                  <a16:creationId xmlns:a16="http://schemas.microsoft.com/office/drawing/2014/main" id="{342F2A2C-AE96-B68B-1D5D-D33E64DBF99D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>
            <a:extLst>
              <a:ext uri="{FF2B5EF4-FFF2-40B4-BE49-F238E27FC236}">
                <a16:creationId xmlns:a16="http://schemas.microsoft.com/office/drawing/2014/main" id="{393ED6AF-9020-A89B-C3AF-F37618AB817F}"/>
              </a:ext>
            </a:extLst>
          </p:cNvPr>
          <p:cNvGrpSpPr/>
          <p:nvPr/>
        </p:nvGrpSpPr>
        <p:grpSpPr>
          <a:xfrm>
            <a:off x="2152595" y="4260310"/>
            <a:ext cx="744312" cy="221985"/>
            <a:chOff x="8652775" y="883650"/>
            <a:chExt cx="120875" cy="36050"/>
          </a:xfrm>
        </p:grpSpPr>
        <p:sp>
          <p:nvSpPr>
            <p:cNvPr id="2093" name="Google Shape;2093;p42">
              <a:extLst>
                <a:ext uri="{FF2B5EF4-FFF2-40B4-BE49-F238E27FC236}">
                  <a16:creationId xmlns:a16="http://schemas.microsoft.com/office/drawing/2014/main" id="{1A377647-152E-ACCF-7D18-EFC0A34CDC24}"/>
                </a:ext>
              </a:extLst>
            </p:cNvPr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>
              <a:extLst>
                <a:ext uri="{FF2B5EF4-FFF2-40B4-BE49-F238E27FC236}">
                  <a16:creationId xmlns:a16="http://schemas.microsoft.com/office/drawing/2014/main" id="{1325BA80-BC34-5299-F354-F92915DC08F1}"/>
                </a:ext>
              </a:extLst>
            </p:cNvPr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>
              <a:extLst>
                <a:ext uri="{FF2B5EF4-FFF2-40B4-BE49-F238E27FC236}">
                  <a16:creationId xmlns:a16="http://schemas.microsoft.com/office/drawing/2014/main" id="{7EC07C3A-16BC-A583-EC76-19E503B95650}"/>
                </a:ext>
              </a:extLst>
            </p:cNvPr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>
              <a:extLst>
                <a:ext uri="{FF2B5EF4-FFF2-40B4-BE49-F238E27FC236}">
                  <a16:creationId xmlns:a16="http://schemas.microsoft.com/office/drawing/2014/main" id="{F2A02137-26D6-A5F7-328B-6C55F2ABD694}"/>
                </a:ext>
              </a:extLst>
            </p:cNvPr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>
              <a:extLst>
                <a:ext uri="{FF2B5EF4-FFF2-40B4-BE49-F238E27FC236}">
                  <a16:creationId xmlns:a16="http://schemas.microsoft.com/office/drawing/2014/main" id="{E8B376D4-5C05-4B52-BE45-087376517436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>
              <a:extLst>
                <a:ext uri="{FF2B5EF4-FFF2-40B4-BE49-F238E27FC236}">
                  <a16:creationId xmlns:a16="http://schemas.microsoft.com/office/drawing/2014/main" id="{231A5FD9-CC70-4C05-854F-A11CEBCBD109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42">
            <a:extLst>
              <a:ext uri="{FF2B5EF4-FFF2-40B4-BE49-F238E27FC236}">
                <a16:creationId xmlns:a16="http://schemas.microsoft.com/office/drawing/2014/main" id="{CB8FB8DF-EC9F-C65D-D486-2D1D2F4298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39763" y="1492902"/>
            <a:ext cx="4951476" cy="290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/>
              <a:t>What it is:</a:t>
            </a:r>
            <a:r>
              <a:rPr lang="en-IN" dirty="0"/>
              <a:t> Wi-Fi microcontroller with built-in BLE, many I/O, and SPI/I2C support.</a:t>
            </a:r>
          </a:p>
          <a:p>
            <a:br>
              <a:rPr lang="en-IN" dirty="0"/>
            </a:br>
            <a:r>
              <a:rPr lang="en-IN" b="1" dirty="0"/>
              <a:t>Role:</a:t>
            </a:r>
            <a:r>
              <a:rPr lang="en-IN" dirty="0"/>
              <a:t> Drives OLED displays (eyes), handles small UI/notifications, and can act as a Wi-Fi peripheral for quick status pages.</a:t>
            </a:r>
            <a:br>
              <a:rPr lang="en-IN" dirty="0"/>
            </a:br>
            <a:r>
              <a:rPr lang="en-IN" b="1" dirty="0"/>
              <a:t>Wiring/Power:</a:t>
            </a:r>
            <a:r>
              <a:rPr lang="en-IN" dirty="0"/>
              <a:t> 3.3V supply. Connect OLED via I2C (SDA, SCL). Ensure level compatibility.</a:t>
            </a:r>
            <a:br>
              <a:rPr lang="en-IN" dirty="0"/>
            </a:br>
            <a:r>
              <a:rPr lang="en-IN" b="1" dirty="0"/>
              <a:t>Dev tips:</a:t>
            </a:r>
            <a:r>
              <a:rPr lang="en-IN" dirty="0"/>
              <a:t> Use Arduino core or ESP-IDF. Use SSD1306 or Adafruit_SSD1306 libraries. Keep animations lightweight.</a:t>
            </a:r>
            <a:br>
              <a:rPr lang="en-IN" dirty="0"/>
            </a:br>
            <a:r>
              <a:rPr lang="en-IN" b="1" dirty="0"/>
              <a:t>Test:</a:t>
            </a:r>
            <a:r>
              <a:rPr lang="en-IN" dirty="0"/>
              <a:t> Display simple text and emoji-like faces on OLED. Toggle expressions from serial or via HTTP.</a:t>
            </a:r>
          </a:p>
        </p:txBody>
      </p:sp>
      <p:sp>
        <p:nvSpPr>
          <p:cNvPr id="2100" name="Google Shape;2100;p42">
            <a:extLst>
              <a:ext uri="{FF2B5EF4-FFF2-40B4-BE49-F238E27FC236}">
                <a16:creationId xmlns:a16="http://schemas.microsoft.com/office/drawing/2014/main" id="{4C17A7B4-41B3-8F4E-F711-4E3879487C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2528" y="754002"/>
            <a:ext cx="4557132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ESP32 (OLED eye)</a:t>
            </a:r>
            <a:endParaRPr dirty="0"/>
          </a:p>
        </p:txBody>
      </p:sp>
      <p:grpSp>
        <p:nvGrpSpPr>
          <p:cNvPr id="2168" name="Google Shape;2168;p42">
            <a:extLst>
              <a:ext uri="{FF2B5EF4-FFF2-40B4-BE49-F238E27FC236}">
                <a16:creationId xmlns:a16="http://schemas.microsoft.com/office/drawing/2014/main" id="{BFCFC0B4-AE7B-4DCA-31EB-88B6D6FC7C2C}"/>
              </a:ext>
            </a:extLst>
          </p:cNvPr>
          <p:cNvGrpSpPr/>
          <p:nvPr/>
        </p:nvGrpSpPr>
        <p:grpSpPr>
          <a:xfrm rot="20088861">
            <a:off x="275267" y="4091800"/>
            <a:ext cx="553923" cy="895985"/>
            <a:chOff x="1463275" y="2373500"/>
            <a:chExt cx="484900" cy="711125"/>
          </a:xfrm>
        </p:grpSpPr>
        <p:sp>
          <p:nvSpPr>
            <p:cNvPr id="2169" name="Google Shape;2169;p42">
              <a:extLst>
                <a:ext uri="{FF2B5EF4-FFF2-40B4-BE49-F238E27FC236}">
                  <a16:creationId xmlns:a16="http://schemas.microsoft.com/office/drawing/2014/main" id="{535E321D-AF98-1B81-6564-819431D18ED0}"/>
                </a:ext>
              </a:extLst>
            </p:cNvPr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0" name="Google Shape;2170;p42">
              <a:extLst>
                <a:ext uri="{FF2B5EF4-FFF2-40B4-BE49-F238E27FC236}">
                  <a16:creationId xmlns:a16="http://schemas.microsoft.com/office/drawing/2014/main" id="{D540CE2B-F659-D817-E4B0-AF3356A05D73}"/>
                </a:ext>
              </a:extLst>
            </p:cNvPr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2171" name="Google Shape;2171;p42">
                <a:extLst>
                  <a:ext uri="{FF2B5EF4-FFF2-40B4-BE49-F238E27FC236}">
                    <a16:creationId xmlns:a16="http://schemas.microsoft.com/office/drawing/2014/main" id="{DA7E5721-69D4-F233-81C8-8DAC8E0A03FF}"/>
                  </a:ext>
                </a:extLst>
              </p:cNvPr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2">
                <a:extLst>
                  <a:ext uri="{FF2B5EF4-FFF2-40B4-BE49-F238E27FC236}">
                    <a16:creationId xmlns:a16="http://schemas.microsoft.com/office/drawing/2014/main" id="{608EC133-F3BF-1601-B113-20C0DA989F42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2">
                <a:extLst>
                  <a:ext uri="{FF2B5EF4-FFF2-40B4-BE49-F238E27FC236}">
                    <a16:creationId xmlns:a16="http://schemas.microsoft.com/office/drawing/2014/main" id="{41BA4EB7-5397-7980-2F6A-A2BA52212CD4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2">
                <a:extLst>
                  <a:ext uri="{FF2B5EF4-FFF2-40B4-BE49-F238E27FC236}">
                    <a16:creationId xmlns:a16="http://schemas.microsoft.com/office/drawing/2014/main" id="{73655A41-B1C7-6222-0A2D-B7353255F021}"/>
                  </a:ext>
                </a:extLst>
              </p:cNvPr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2">
                <a:extLst>
                  <a:ext uri="{FF2B5EF4-FFF2-40B4-BE49-F238E27FC236}">
                    <a16:creationId xmlns:a16="http://schemas.microsoft.com/office/drawing/2014/main" id="{29602B03-6860-7996-D05B-58C2DBD2CFEE}"/>
                  </a:ext>
                </a:extLst>
              </p:cNvPr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2">
                <a:extLst>
                  <a:ext uri="{FF2B5EF4-FFF2-40B4-BE49-F238E27FC236}">
                    <a16:creationId xmlns:a16="http://schemas.microsoft.com/office/drawing/2014/main" id="{2508360C-30A0-A0FC-3029-0DEB5C98C4E2}"/>
                  </a:ext>
                </a:extLst>
              </p:cNvPr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2">
                <a:extLst>
                  <a:ext uri="{FF2B5EF4-FFF2-40B4-BE49-F238E27FC236}">
                    <a16:creationId xmlns:a16="http://schemas.microsoft.com/office/drawing/2014/main" id="{1A65CC7A-0CC5-D17E-E216-B382D73458B7}"/>
                  </a:ext>
                </a:extLst>
              </p:cNvPr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2">
                <a:extLst>
                  <a:ext uri="{FF2B5EF4-FFF2-40B4-BE49-F238E27FC236}">
                    <a16:creationId xmlns:a16="http://schemas.microsoft.com/office/drawing/2014/main" id="{AB6395C7-4B36-A4AD-E390-54FF5EAC9776}"/>
                  </a:ext>
                </a:extLst>
              </p:cNvPr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2">
                <a:extLst>
                  <a:ext uri="{FF2B5EF4-FFF2-40B4-BE49-F238E27FC236}">
                    <a16:creationId xmlns:a16="http://schemas.microsoft.com/office/drawing/2014/main" id="{BF0782BA-80E7-E5C1-5B12-4ECF48249927}"/>
                  </a:ext>
                </a:extLst>
              </p:cNvPr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2">
                <a:extLst>
                  <a:ext uri="{FF2B5EF4-FFF2-40B4-BE49-F238E27FC236}">
                    <a16:creationId xmlns:a16="http://schemas.microsoft.com/office/drawing/2014/main" id="{A1CB70EA-DC80-C20E-627F-750430C0432E}"/>
                  </a:ext>
                </a:extLst>
              </p:cNvPr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2">
                <a:extLst>
                  <a:ext uri="{FF2B5EF4-FFF2-40B4-BE49-F238E27FC236}">
                    <a16:creationId xmlns:a16="http://schemas.microsoft.com/office/drawing/2014/main" id="{644FFFB0-273B-409F-FADD-582C699EA508}"/>
                  </a:ext>
                </a:extLst>
              </p:cNvPr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2">
                <a:extLst>
                  <a:ext uri="{FF2B5EF4-FFF2-40B4-BE49-F238E27FC236}">
                    <a16:creationId xmlns:a16="http://schemas.microsoft.com/office/drawing/2014/main" id="{787DA03A-0ECB-A3F0-79D4-5D2ADC731BCF}"/>
                  </a:ext>
                </a:extLst>
              </p:cNvPr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2">
                <a:extLst>
                  <a:ext uri="{FF2B5EF4-FFF2-40B4-BE49-F238E27FC236}">
                    <a16:creationId xmlns:a16="http://schemas.microsoft.com/office/drawing/2014/main" id="{4C82CC0B-8170-0633-6D06-7FB829A61EB7}"/>
                  </a:ext>
                </a:extLst>
              </p:cNvPr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2">
                <a:extLst>
                  <a:ext uri="{FF2B5EF4-FFF2-40B4-BE49-F238E27FC236}">
                    <a16:creationId xmlns:a16="http://schemas.microsoft.com/office/drawing/2014/main" id="{0DE41D19-F3CD-D496-650F-CB1DE0C5361C}"/>
                  </a:ext>
                </a:extLst>
              </p:cNvPr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2">
                <a:extLst>
                  <a:ext uri="{FF2B5EF4-FFF2-40B4-BE49-F238E27FC236}">
                    <a16:creationId xmlns:a16="http://schemas.microsoft.com/office/drawing/2014/main" id="{FC70E044-D9F9-C3DC-2A38-DE11C7198FFC}"/>
                  </a:ext>
                </a:extLst>
              </p:cNvPr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2">
                <a:extLst>
                  <a:ext uri="{FF2B5EF4-FFF2-40B4-BE49-F238E27FC236}">
                    <a16:creationId xmlns:a16="http://schemas.microsoft.com/office/drawing/2014/main" id="{CBDAF369-3262-928A-5275-81DEEE7F8D28}"/>
                  </a:ext>
                </a:extLst>
              </p:cNvPr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2">
                <a:extLst>
                  <a:ext uri="{FF2B5EF4-FFF2-40B4-BE49-F238E27FC236}">
                    <a16:creationId xmlns:a16="http://schemas.microsoft.com/office/drawing/2014/main" id="{AA8F2894-DB36-2EF1-54D6-1AC9617A0C59}"/>
                  </a:ext>
                </a:extLst>
              </p:cNvPr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2">
                <a:extLst>
                  <a:ext uri="{FF2B5EF4-FFF2-40B4-BE49-F238E27FC236}">
                    <a16:creationId xmlns:a16="http://schemas.microsoft.com/office/drawing/2014/main" id="{13E96672-03E4-2183-802B-DE99BB5DC05D}"/>
                  </a:ext>
                </a:extLst>
              </p:cNvPr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2">
                <a:extLst>
                  <a:ext uri="{FF2B5EF4-FFF2-40B4-BE49-F238E27FC236}">
                    <a16:creationId xmlns:a16="http://schemas.microsoft.com/office/drawing/2014/main" id="{7FF47BBA-F64C-4BE5-6A65-26D5F5360180}"/>
                  </a:ext>
                </a:extLst>
              </p:cNvPr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2">
                <a:extLst>
                  <a:ext uri="{FF2B5EF4-FFF2-40B4-BE49-F238E27FC236}">
                    <a16:creationId xmlns:a16="http://schemas.microsoft.com/office/drawing/2014/main" id="{8A37CE66-8682-2DA6-5D22-8DD4260C426F}"/>
                  </a:ext>
                </a:extLst>
              </p:cNvPr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2">
                <a:extLst>
                  <a:ext uri="{FF2B5EF4-FFF2-40B4-BE49-F238E27FC236}">
                    <a16:creationId xmlns:a16="http://schemas.microsoft.com/office/drawing/2014/main" id="{7A1DFF10-EF53-FE8C-AA2B-88FBE5453AAD}"/>
                  </a:ext>
                </a:extLst>
              </p:cNvPr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2">
                <a:extLst>
                  <a:ext uri="{FF2B5EF4-FFF2-40B4-BE49-F238E27FC236}">
                    <a16:creationId xmlns:a16="http://schemas.microsoft.com/office/drawing/2014/main" id="{D7157D9F-70CA-EB9B-2E21-02C8EE06BBC6}"/>
                  </a:ext>
                </a:extLst>
              </p:cNvPr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>
                <a:extLst>
                  <a:ext uri="{FF2B5EF4-FFF2-40B4-BE49-F238E27FC236}">
                    <a16:creationId xmlns:a16="http://schemas.microsoft.com/office/drawing/2014/main" id="{45C1530A-AD86-9EC0-2F6F-3DE04479D79A}"/>
                  </a:ext>
                </a:extLst>
              </p:cNvPr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>
                <a:extLst>
                  <a:ext uri="{FF2B5EF4-FFF2-40B4-BE49-F238E27FC236}">
                    <a16:creationId xmlns:a16="http://schemas.microsoft.com/office/drawing/2014/main" id="{261F8F6C-DE47-7149-603D-B385750A23F4}"/>
                  </a:ext>
                </a:extLst>
              </p:cNvPr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>
                <a:extLst>
                  <a:ext uri="{FF2B5EF4-FFF2-40B4-BE49-F238E27FC236}">
                    <a16:creationId xmlns:a16="http://schemas.microsoft.com/office/drawing/2014/main" id="{AB4D47FE-355B-EE4D-CCB6-A14A0DC59BE9}"/>
                  </a:ext>
                </a:extLst>
              </p:cNvPr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>
                <a:extLst>
                  <a:ext uri="{FF2B5EF4-FFF2-40B4-BE49-F238E27FC236}">
                    <a16:creationId xmlns:a16="http://schemas.microsoft.com/office/drawing/2014/main" id="{C2F8140E-9E46-CAB4-505A-BBDE6DB2A652}"/>
                  </a:ext>
                </a:extLst>
              </p:cNvPr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>
                <a:extLst>
                  <a:ext uri="{FF2B5EF4-FFF2-40B4-BE49-F238E27FC236}">
                    <a16:creationId xmlns:a16="http://schemas.microsoft.com/office/drawing/2014/main" id="{B0C682AD-C18C-F9EE-3C80-6D741320A325}"/>
                  </a:ext>
                </a:extLst>
              </p:cNvPr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2">
                <a:extLst>
                  <a:ext uri="{FF2B5EF4-FFF2-40B4-BE49-F238E27FC236}">
                    <a16:creationId xmlns:a16="http://schemas.microsoft.com/office/drawing/2014/main" id="{E2DE087B-0832-71E2-02BF-8091EA757023}"/>
                  </a:ext>
                </a:extLst>
              </p:cNvPr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2">
                <a:extLst>
                  <a:ext uri="{FF2B5EF4-FFF2-40B4-BE49-F238E27FC236}">
                    <a16:creationId xmlns:a16="http://schemas.microsoft.com/office/drawing/2014/main" id="{AD6527F8-0DC1-DE4E-046A-3E169683BCF2}"/>
                  </a:ext>
                </a:extLst>
              </p:cNvPr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>
                <a:extLst>
                  <a:ext uri="{FF2B5EF4-FFF2-40B4-BE49-F238E27FC236}">
                    <a16:creationId xmlns:a16="http://schemas.microsoft.com/office/drawing/2014/main" id="{A61B2A13-19DF-F23D-04AF-86358E34C689}"/>
                  </a:ext>
                </a:extLst>
              </p:cNvPr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2">
                <a:extLst>
                  <a:ext uri="{FF2B5EF4-FFF2-40B4-BE49-F238E27FC236}">
                    <a16:creationId xmlns:a16="http://schemas.microsoft.com/office/drawing/2014/main" id="{6E4C6845-A9AF-02D3-3278-A3E213756401}"/>
                  </a:ext>
                </a:extLst>
              </p:cNvPr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2">
                <a:extLst>
                  <a:ext uri="{FF2B5EF4-FFF2-40B4-BE49-F238E27FC236}">
                    <a16:creationId xmlns:a16="http://schemas.microsoft.com/office/drawing/2014/main" id="{73743555-077A-BA34-84BB-0620EAA0C51D}"/>
                  </a:ext>
                </a:extLst>
              </p:cNvPr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>
                <a:extLst>
                  <a:ext uri="{FF2B5EF4-FFF2-40B4-BE49-F238E27FC236}">
                    <a16:creationId xmlns:a16="http://schemas.microsoft.com/office/drawing/2014/main" id="{FAC18D10-F962-CA0E-DACA-28EBE92BE219}"/>
                  </a:ext>
                </a:extLst>
              </p:cNvPr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2">
                <a:extLst>
                  <a:ext uri="{FF2B5EF4-FFF2-40B4-BE49-F238E27FC236}">
                    <a16:creationId xmlns:a16="http://schemas.microsoft.com/office/drawing/2014/main" id="{56245FC7-A0F4-2D9F-2F34-A9EB949CA768}"/>
                  </a:ext>
                </a:extLst>
              </p:cNvPr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2">
                <a:extLst>
                  <a:ext uri="{FF2B5EF4-FFF2-40B4-BE49-F238E27FC236}">
                    <a16:creationId xmlns:a16="http://schemas.microsoft.com/office/drawing/2014/main" id="{B31E8B7B-7601-9AE2-04C9-A83F149A4350}"/>
                  </a:ext>
                </a:extLst>
              </p:cNvPr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2">
                <a:extLst>
                  <a:ext uri="{FF2B5EF4-FFF2-40B4-BE49-F238E27FC236}">
                    <a16:creationId xmlns:a16="http://schemas.microsoft.com/office/drawing/2014/main" id="{2F79566B-A35D-968F-7482-333BA38D6CAA}"/>
                  </a:ext>
                </a:extLst>
              </p:cNvPr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2">
                <a:extLst>
                  <a:ext uri="{FF2B5EF4-FFF2-40B4-BE49-F238E27FC236}">
                    <a16:creationId xmlns:a16="http://schemas.microsoft.com/office/drawing/2014/main" id="{3558B388-F06D-6CD7-4D81-C44A9A7524EB}"/>
                  </a:ext>
                </a:extLst>
              </p:cNvPr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2">
                <a:extLst>
                  <a:ext uri="{FF2B5EF4-FFF2-40B4-BE49-F238E27FC236}">
                    <a16:creationId xmlns:a16="http://schemas.microsoft.com/office/drawing/2014/main" id="{6F4EA9A7-5BC5-4F98-DEC1-47F1DA409050}"/>
                  </a:ext>
                </a:extLst>
              </p:cNvPr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2">
                <a:extLst>
                  <a:ext uri="{FF2B5EF4-FFF2-40B4-BE49-F238E27FC236}">
                    <a16:creationId xmlns:a16="http://schemas.microsoft.com/office/drawing/2014/main" id="{7CE4B830-AA01-5AC7-64D3-01304802C429}"/>
                  </a:ext>
                </a:extLst>
              </p:cNvPr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2">
                <a:extLst>
                  <a:ext uri="{FF2B5EF4-FFF2-40B4-BE49-F238E27FC236}">
                    <a16:creationId xmlns:a16="http://schemas.microsoft.com/office/drawing/2014/main" id="{7784D8C4-7EF4-874E-E389-7B9AB2DC0B3B}"/>
                  </a:ext>
                </a:extLst>
              </p:cNvPr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2">
                <a:extLst>
                  <a:ext uri="{FF2B5EF4-FFF2-40B4-BE49-F238E27FC236}">
                    <a16:creationId xmlns:a16="http://schemas.microsoft.com/office/drawing/2014/main" id="{D23433B7-5BE3-EA2D-FB5C-B8B8B5CEDE31}"/>
                  </a:ext>
                </a:extLst>
              </p:cNvPr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2">
                <a:extLst>
                  <a:ext uri="{FF2B5EF4-FFF2-40B4-BE49-F238E27FC236}">
                    <a16:creationId xmlns:a16="http://schemas.microsoft.com/office/drawing/2014/main" id="{BCC6CE88-8702-F72C-2901-5ECF0B01138A}"/>
                  </a:ext>
                </a:extLst>
              </p:cNvPr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2">
                <a:extLst>
                  <a:ext uri="{FF2B5EF4-FFF2-40B4-BE49-F238E27FC236}">
                    <a16:creationId xmlns:a16="http://schemas.microsoft.com/office/drawing/2014/main" id="{CEEF4C85-13CA-CC92-4C6E-21506F4ECBDD}"/>
                  </a:ext>
                </a:extLst>
              </p:cNvPr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2">
                <a:extLst>
                  <a:ext uri="{FF2B5EF4-FFF2-40B4-BE49-F238E27FC236}">
                    <a16:creationId xmlns:a16="http://schemas.microsoft.com/office/drawing/2014/main" id="{70C6B6C1-13EF-4953-4E75-0016A3B5A62B}"/>
                  </a:ext>
                </a:extLst>
              </p:cNvPr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2">
                <a:extLst>
                  <a:ext uri="{FF2B5EF4-FFF2-40B4-BE49-F238E27FC236}">
                    <a16:creationId xmlns:a16="http://schemas.microsoft.com/office/drawing/2014/main" id="{40C70F2F-0678-16DE-C675-5415F4300F97}"/>
                  </a:ext>
                </a:extLst>
              </p:cNvPr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2">
                <a:extLst>
                  <a:ext uri="{FF2B5EF4-FFF2-40B4-BE49-F238E27FC236}">
                    <a16:creationId xmlns:a16="http://schemas.microsoft.com/office/drawing/2014/main" id="{807AC717-1F7A-C388-84F4-221F7C12DF46}"/>
                  </a:ext>
                </a:extLst>
              </p:cNvPr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2">
                <a:extLst>
                  <a:ext uri="{FF2B5EF4-FFF2-40B4-BE49-F238E27FC236}">
                    <a16:creationId xmlns:a16="http://schemas.microsoft.com/office/drawing/2014/main" id="{D5D475DE-9CF0-FC51-8A86-8148D9848993}"/>
                  </a:ext>
                </a:extLst>
              </p:cNvPr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2">
                <a:extLst>
                  <a:ext uri="{FF2B5EF4-FFF2-40B4-BE49-F238E27FC236}">
                    <a16:creationId xmlns:a16="http://schemas.microsoft.com/office/drawing/2014/main" id="{2B2216AD-B38F-8DEE-87B6-88F3CCA06F7A}"/>
                  </a:ext>
                </a:extLst>
              </p:cNvPr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2">
                <a:extLst>
                  <a:ext uri="{FF2B5EF4-FFF2-40B4-BE49-F238E27FC236}">
                    <a16:creationId xmlns:a16="http://schemas.microsoft.com/office/drawing/2014/main" id="{98B2CB2C-E68C-4A0F-0B2C-B848029CB009}"/>
                  </a:ext>
                </a:extLst>
              </p:cNvPr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2">
                <a:extLst>
                  <a:ext uri="{FF2B5EF4-FFF2-40B4-BE49-F238E27FC236}">
                    <a16:creationId xmlns:a16="http://schemas.microsoft.com/office/drawing/2014/main" id="{DED2A172-EAD7-068D-FFA9-1884A3B9DD56}"/>
                  </a:ext>
                </a:extLst>
              </p:cNvPr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2">
                <a:extLst>
                  <a:ext uri="{FF2B5EF4-FFF2-40B4-BE49-F238E27FC236}">
                    <a16:creationId xmlns:a16="http://schemas.microsoft.com/office/drawing/2014/main" id="{C34B1601-A7DF-8D58-ADE9-2AE8DD6A5B0C}"/>
                  </a:ext>
                </a:extLst>
              </p:cNvPr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C5324D7-1677-358F-9469-8A7DEAFF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77" y="1723299"/>
            <a:ext cx="3764633" cy="219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2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>
          <a:extLst>
            <a:ext uri="{FF2B5EF4-FFF2-40B4-BE49-F238E27FC236}">
              <a16:creationId xmlns:a16="http://schemas.microsoft.com/office/drawing/2014/main" id="{AF741F0A-DDD5-4A6C-1E6C-77918871B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42">
            <a:extLst>
              <a:ext uri="{FF2B5EF4-FFF2-40B4-BE49-F238E27FC236}">
                <a16:creationId xmlns:a16="http://schemas.microsoft.com/office/drawing/2014/main" id="{50BF62E4-4DC9-6FD9-94A9-DABF055C3162}"/>
              </a:ext>
            </a:extLst>
          </p:cNvPr>
          <p:cNvGrpSpPr/>
          <p:nvPr/>
        </p:nvGrpSpPr>
        <p:grpSpPr>
          <a:xfrm>
            <a:off x="993504" y="1141088"/>
            <a:ext cx="234762" cy="218290"/>
            <a:chOff x="8652775" y="883650"/>
            <a:chExt cx="38125" cy="35450"/>
          </a:xfrm>
        </p:grpSpPr>
        <p:sp>
          <p:nvSpPr>
            <p:cNvPr id="2086" name="Google Shape;2086;p42">
              <a:extLst>
                <a:ext uri="{FF2B5EF4-FFF2-40B4-BE49-F238E27FC236}">
                  <a16:creationId xmlns:a16="http://schemas.microsoft.com/office/drawing/2014/main" id="{0725C4C8-4FFB-6FF9-B70C-17A79586BBCF}"/>
                </a:ext>
              </a:extLst>
            </p:cNvPr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>
              <a:extLst>
                <a:ext uri="{FF2B5EF4-FFF2-40B4-BE49-F238E27FC236}">
                  <a16:creationId xmlns:a16="http://schemas.microsoft.com/office/drawing/2014/main" id="{E107C228-3BFA-366A-5B84-15844C060701}"/>
                </a:ext>
              </a:extLst>
            </p:cNvPr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>
              <a:extLst>
                <a:ext uri="{FF2B5EF4-FFF2-40B4-BE49-F238E27FC236}">
                  <a16:creationId xmlns:a16="http://schemas.microsoft.com/office/drawing/2014/main" id="{0CF01F7E-0A0E-20B8-C8AC-352CA4691CDD}"/>
                </a:ext>
              </a:extLst>
            </p:cNvPr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42">
            <a:extLst>
              <a:ext uri="{FF2B5EF4-FFF2-40B4-BE49-F238E27FC236}">
                <a16:creationId xmlns:a16="http://schemas.microsoft.com/office/drawing/2014/main" id="{08DB5188-70E5-5214-A4C7-36C086490B57}"/>
              </a:ext>
            </a:extLst>
          </p:cNvPr>
          <p:cNvGrpSpPr/>
          <p:nvPr/>
        </p:nvGrpSpPr>
        <p:grpSpPr>
          <a:xfrm>
            <a:off x="8360690" y="406194"/>
            <a:ext cx="430885" cy="203666"/>
            <a:chOff x="8703675" y="886625"/>
            <a:chExt cx="69975" cy="33075"/>
          </a:xfrm>
        </p:grpSpPr>
        <p:sp>
          <p:nvSpPr>
            <p:cNvPr id="2090" name="Google Shape;2090;p42">
              <a:extLst>
                <a:ext uri="{FF2B5EF4-FFF2-40B4-BE49-F238E27FC236}">
                  <a16:creationId xmlns:a16="http://schemas.microsoft.com/office/drawing/2014/main" id="{D4BFFEDD-9A34-C0FA-768C-7E6E70AB9512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>
              <a:extLst>
                <a:ext uri="{FF2B5EF4-FFF2-40B4-BE49-F238E27FC236}">
                  <a16:creationId xmlns:a16="http://schemas.microsoft.com/office/drawing/2014/main" id="{B3AB9D41-F289-39D4-644A-85CE6E1CFDF3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>
            <a:extLst>
              <a:ext uri="{FF2B5EF4-FFF2-40B4-BE49-F238E27FC236}">
                <a16:creationId xmlns:a16="http://schemas.microsoft.com/office/drawing/2014/main" id="{EA4258AD-9BA3-4B1B-8A4C-D5785E7DC007}"/>
              </a:ext>
            </a:extLst>
          </p:cNvPr>
          <p:cNvGrpSpPr/>
          <p:nvPr/>
        </p:nvGrpSpPr>
        <p:grpSpPr>
          <a:xfrm>
            <a:off x="2152595" y="4260310"/>
            <a:ext cx="744312" cy="221985"/>
            <a:chOff x="8652775" y="883650"/>
            <a:chExt cx="120875" cy="36050"/>
          </a:xfrm>
        </p:grpSpPr>
        <p:sp>
          <p:nvSpPr>
            <p:cNvPr id="2093" name="Google Shape;2093;p42">
              <a:extLst>
                <a:ext uri="{FF2B5EF4-FFF2-40B4-BE49-F238E27FC236}">
                  <a16:creationId xmlns:a16="http://schemas.microsoft.com/office/drawing/2014/main" id="{2698B058-4D52-7436-09CA-F89F72FA1083}"/>
                </a:ext>
              </a:extLst>
            </p:cNvPr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>
              <a:extLst>
                <a:ext uri="{FF2B5EF4-FFF2-40B4-BE49-F238E27FC236}">
                  <a16:creationId xmlns:a16="http://schemas.microsoft.com/office/drawing/2014/main" id="{025E1EF6-A73A-4783-70F1-A5F0EC815451}"/>
                </a:ext>
              </a:extLst>
            </p:cNvPr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>
              <a:extLst>
                <a:ext uri="{FF2B5EF4-FFF2-40B4-BE49-F238E27FC236}">
                  <a16:creationId xmlns:a16="http://schemas.microsoft.com/office/drawing/2014/main" id="{F2701CF2-D339-013D-C097-1368D730A832}"/>
                </a:ext>
              </a:extLst>
            </p:cNvPr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>
              <a:extLst>
                <a:ext uri="{FF2B5EF4-FFF2-40B4-BE49-F238E27FC236}">
                  <a16:creationId xmlns:a16="http://schemas.microsoft.com/office/drawing/2014/main" id="{84B8C6A9-8683-7A39-F748-BC3218CBDF36}"/>
                </a:ext>
              </a:extLst>
            </p:cNvPr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>
              <a:extLst>
                <a:ext uri="{FF2B5EF4-FFF2-40B4-BE49-F238E27FC236}">
                  <a16:creationId xmlns:a16="http://schemas.microsoft.com/office/drawing/2014/main" id="{221EB3E5-D115-DB3A-935D-FFD50FE9A9DE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>
              <a:extLst>
                <a:ext uri="{FF2B5EF4-FFF2-40B4-BE49-F238E27FC236}">
                  <a16:creationId xmlns:a16="http://schemas.microsoft.com/office/drawing/2014/main" id="{2BB8BA0E-7982-D97D-8C55-A7C88833CAAB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42">
            <a:extLst>
              <a:ext uri="{FF2B5EF4-FFF2-40B4-BE49-F238E27FC236}">
                <a16:creationId xmlns:a16="http://schemas.microsoft.com/office/drawing/2014/main" id="{5EF9AE38-D60A-2179-5394-4300BA8126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39763" y="1492902"/>
            <a:ext cx="4951476" cy="290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What it is:</a:t>
            </a:r>
            <a:r>
              <a:rPr lang="en-US" dirty="0"/>
              <a:t> Gas sensor for detecting air pollutants / general air quality.</a:t>
            </a:r>
            <a:br>
              <a:rPr lang="en-US" dirty="0"/>
            </a:br>
            <a:r>
              <a:rPr lang="en-US" b="1" dirty="0"/>
              <a:t>Role:</a:t>
            </a:r>
            <a:r>
              <a:rPr lang="en-US" dirty="0"/>
              <a:t> Detects smoke/air quality changes to trigger alerts.</a:t>
            </a:r>
            <a:br>
              <a:rPr lang="en-US" dirty="0"/>
            </a:br>
            <a:r>
              <a:rPr lang="en-US" b="1" dirty="0"/>
              <a:t>Wiring/Power:</a:t>
            </a:r>
            <a:r>
              <a:rPr lang="en-US" dirty="0"/>
              <a:t> Analog output to Arduino A0. Needs heater preheating (~24–48 </a:t>
            </a:r>
            <a:r>
              <a:rPr lang="en-US" dirty="0" err="1"/>
              <a:t>hrs</a:t>
            </a:r>
            <a:r>
              <a:rPr lang="en-US" dirty="0"/>
              <a:t> when new) and stable supply (5V).</a:t>
            </a:r>
            <a:br>
              <a:rPr lang="en-US" dirty="0"/>
            </a:br>
            <a:r>
              <a:rPr lang="en-US" b="1" dirty="0"/>
              <a:t>Dev tips:</a:t>
            </a:r>
            <a:r>
              <a:rPr lang="en-US" dirty="0"/>
              <a:t> Calibrate baseline in fresh air; use moving average and thresholds. Don’t rely on absolute ppm values—use relative change/trend.</a:t>
            </a:r>
            <a:br>
              <a:rPr lang="en-US" dirty="0"/>
            </a:br>
            <a:r>
              <a:rPr lang="en-US" b="1" dirty="0"/>
              <a:t>Test:</a:t>
            </a:r>
            <a:r>
              <a:rPr lang="en-US" dirty="0"/>
              <a:t> Measure baseline; exhale near sensor to see value spike; set threshold to trigger alert.</a:t>
            </a:r>
            <a:endParaRPr lang="en-IN" dirty="0"/>
          </a:p>
        </p:txBody>
      </p:sp>
      <p:sp>
        <p:nvSpPr>
          <p:cNvPr id="2100" name="Google Shape;2100;p42">
            <a:extLst>
              <a:ext uri="{FF2B5EF4-FFF2-40B4-BE49-F238E27FC236}">
                <a16:creationId xmlns:a16="http://schemas.microsoft.com/office/drawing/2014/main" id="{05B4DAE7-E514-6782-4EDF-69FA1AF1C9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75224" y="754002"/>
            <a:ext cx="4894436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MQ-135 (Air Quality)</a:t>
            </a:r>
            <a:endParaRPr dirty="0"/>
          </a:p>
        </p:txBody>
      </p:sp>
      <p:grpSp>
        <p:nvGrpSpPr>
          <p:cNvPr id="2168" name="Google Shape;2168;p42">
            <a:extLst>
              <a:ext uri="{FF2B5EF4-FFF2-40B4-BE49-F238E27FC236}">
                <a16:creationId xmlns:a16="http://schemas.microsoft.com/office/drawing/2014/main" id="{E27E37EF-B5BA-3B60-85C6-ABB6227DA5F8}"/>
              </a:ext>
            </a:extLst>
          </p:cNvPr>
          <p:cNvGrpSpPr/>
          <p:nvPr/>
        </p:nvGrpSpPr>
        <p:grpSpPr>
          <a:xfrm rot="20088861">
            <a:off x="275267" y="4091800"/>
            <a:ext cx="553923" cy="895985"/>
            <a:chOff x="1463275" y="2373500"/>
            <a:chExt cx="484900" cy="711125"/>
          </a:xfrm>
        </p:grpSpPr>
        <p:sp>
          <p:nvSpPr>
            <p:cNvPr id="2169" name="Google Shape;2169;p42">
              <a:extLst>
                <a:ext uri="{FF2B5EF4-FFF2-40B4-BE49-F238E27FC236}">
                  <a16:creationId xmlns:a16="http://schemas.microsoft.com/office/drawing/2014/main" id="{40A532E6-41F4-EBA0-0C0E-D2F91609C2F3}"/>
                </a:ext>
              </a:extLst>
            </p:cNvPr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0" name="Google Shape;2170;p42">
              <a:extLst>
                <a:ext uri="{FF2B5EF4-FFF2-40B4-BE49-F238E27FC236}">
                  <a16:creationId xmlns:a16="http://schemas.microsoft.com/office/drawing/2014/main" id="{34D206E5-A33B-9F40-3857-B34280852C58}"/>
                </a:ext>
              </a:extLst>
            </p:cNvPr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2171" name="Google Shape;2171;p42">
                <a:extLst>
                  <a:ext uri="{FF2B5EF4-FFF2-40B4-BE49-F238E27FC236}">
                    <a16:creationId xmlns:a16="http://schemas.microsoft.com/office/drawing/2014/main" id="{6A98398A-B8AD-A5E7-9F5E-04DF57A6E1FB}"/>
                  </a:ext>
                </a:extLst>
              </p:cNvPr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2">
                <a:extLst>
                  <a:ext uri="{FF2B5EF4-FFF2-40B4-BE49-F238E27FC236}">
                    <a16:creationId xmlns:a16="http://schemas.microsoft.com/office/drawing/2014/main" id="{03A7425A-555D-5FF2-9E79-B7CF307E4F21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2">
                <a:extLst>
                  <a:ext uri="{FF2B5EF4-FFF2-40B4-BE49-F238E27FC236}">
                    <a16:creationId xmlns:a16="http://schemas.microsoft.com/office/drawing/2014/main" id="{DF4C5D09-BD2D-54C9-C2F0-69E3BCA99108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2">
                <a:extLst>
                  <a:ext uri="{FF2B5EF4-FFF2-40B4-BE49-F238E27FC236}">
                    <a16:creationId xmlns:a16="http://schemas.microsoft.com/office/drawing/2014/main" id="{257387E5-4693-D3C9-6621-BA595F4EB587}"/>
                  </a:ext>
                </a:extLst>
              </p:cNvPr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2">
                <a:extLst>
                  <a:ext uri="{FF2B5EF4-FFF2-40B4-BE49-F238E27FC236}">
                    <a16:creationId xmlns:a16="http://schemas.microsoft.com/office/drawing/2014/main" id="{80A045CD-A4CA-077E-A86E-A5CC5FBD1AA1}"/>
                  </a:ext>
                </a:extLst>
              </p:cNvPr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2">
                <a:extLst>
                  <a:ext uri="{FF2B5EF4-FFF2-40B4-BE49-F238E27FC236}">
                    <a16:creationId xmlns:a16="http://schemas.microsoft.com/office/drawing/2014/main" id="{BD284E26-E954-CC53-B587-50D6D58A4477}"/>
                  </a:ext>
                </a:extLst>
              </p:cNvPr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2">
                <a:extLst>
                  <a:ext uri="{FF2B5EF4-FFF2-40B4-BE49-F238E27FC236}">
                    <a16:creationId xmlns:a16="http://schemas.microsoft.com/office/drawing/2014/main" id="{F88198B5-4FA2-F432-FFB2-2EF66B4AA3BB}"/>
                  </a:ext>
                </a:extLst>
              </p:cNvPr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2">
                <a:extLst>
                  <a:ext uri="{FF2B5EF4-FFF2-40B4-BE49-F238E27FC236}">
                    <a16:creationId xmlns:a16="http://schemas.microsoft.com/office/drawing/2014/main" id="{AC58C1A5-27EF-1469-04AD-A849210016C4}"/>
                  </a:ext>
                </a:extLst>
              </p:cNvPr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2">
                <a:extLst>
                  <a:ext uri="{FF2B5EF4-FFF2-40B4-BE49-F238E27FC236}">
                    <a16:creationId xmlns:a16="http://schemas.microsoft.com/office/drawing/2014/main" id="{F90396EB-581D-DD26-DA2B-477BD829C680}"/>
                  </a:ext>
                </a:extLst>
              </p:cNvPr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2">
                <a:extLst>
                  <a:ext uri="{FF2B5EF4-FFF2-40B4-BE49-F238E27FC236}">
                    <a16:creationId xmlns:a16="http://schemas.microsoft.com/office/drawing/2014/main" id="{6FBE0C3A-7539-6041-BC08-A98F83663976}"/>
                  </a:ext>
                </a:extLst>
              </p:cNvPr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2">
                <a:extLst>
                  <a:ext uri="{FF2B5EF4-FFF2-40B4-BE49-F238E27FC236}">
                    <a16:creationId xmlns:a16="http://schemas.microsoft.com/office/drawing/2014/main" id="{161EF44A-338A-805E-E58B-C67C5AB6D106}"/>
                  </a:ext>
                </a:extLst>
              </p:cNvPr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2">
                <a:extLst>
                  <a:ext uri="{FF2B5EF4-FFF2-40B4-BE49-F238E27FC236}">
                    <a16:creationId xmlns:a16="http://schemas.microsoft.com/office/drawing/2014/main" id="{E92FB6CD-7FFD-E224-08BD-FB7E92C4532F}"/>
                  </a:ext>
                </a:extLst>
              </p:cNvPr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2">
                <a:extLst>
                  <a:ext uri="{FF2B5EF4-FFF2-40B4-BE49-F238E27FC236}">
                    <a16:creationId xmlns:a16="http://schemas.microsoft.com/office/drawing/2014/main" id="{A11E24CB-D93B-4599-3078-85E87C9C315D}"/>
                  </a:ext>
                </a:extLst>
              </p:cNvPr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2">
                <a:extLst>
                  <a:ext uri="{FF2B5EF4-FFF2-40B4-BE49-F238E27FC236}">
                    <a16:creationId xmlns:a16="http://schemas.microsoft.com/office/drawing/2014/main" id="{353A9096-BB5F-7C91-3E3E-83935BBCCE88}"/>
                  </a:ext>
                </a:extLst>
              </p:cNvPr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2">
                <a:extLst>
                  <a:ext uri="{FF2B5EF4-FFF2-40B4-BE49-F238E27FC236}">
                    <a16:creationId xmlns:a16="http://schemas.microsoft.com/office/drawing/2014/main" id="{0A5037B2-65C7-0A68-7F4F-8225C391FCC4}"/>
                  </a:ext>
                </a:extLst>
              </p:cNvPr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2">
                <a:extLst>
                  <a:ext uri="{FF2B5EF4-FFF2-40B4-BE49-F238E27FC236}">
                    <a16:creationId xmlns:a16="http://schemas.microsoft.com/office/drawing/2014/main" id="{B957EEC1-E852-E369-A883-5CB4B491F126}"/>
                  </a:ext>
                </a:extLst>
              </p:cNvPr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2">
                <a:extLst>
                  <a:ext uri="{FF2B5EF4-FFF2-40B4-BE49-F238E27FC236}">
                    <a16:creationId xmlns:a16="http://schemas.microsoft.com/office/drawing/2014/main" id="{FED2FB88-13CF-D05B-E74C-992766D47824}"/>
                  </a:ext>
                </a:extLst>
              </p:cNvPr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2">
                <a:extLst>
                  <a:ext uri="{FF2B5EF4-FFF2-40B4-BE49-F238E27FC236}">
                    <a16:creationId xmlns:a16="http://schemas.microsoft.com/office/drawing/2014/main" id="{5814675B-69FB-4D15-71D6-1CF33455066D}"/>
                  </a:ext>
                </a:extLst>
              </p:cNvPr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2">
                <a:extLst>
                  <a:ext uri="{FF2B5EF4-FFF2-40B4-BE49-F238E27FC236}">
                    <a16:creationId xmlns:a16="http://schemas.microsoft.com/office/drawing/2014/main" id="{EF2E2CBF-0F3D-6EE3-FC1C-8BA271BFC24C}"/>
                  </a:ext>
                </a:extLst>
              </p:cNvPr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2">
                <a:extLst>
                  <a:ext uri="{FF2B5EF4-FFF2-40B4-BE49-F238E27FC236}">
                    <a16:creationId xmlns:a16="http://schemas.microsoft.com/office/drawing/2014/main" id="{1793DAC3-715A-53DE-C5D0-B17C044528DA}"/>
                  </a:ext>
                </a:extLst>
              </p:cNvPr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2">
                <a:extLst>
                  <a:ext uri="{FF2B5EF4-FFF2-40B4-BE49-F238E27FC236}">
                    <a16:creationId xmlns:a16="http://schemas.microsoft.com/office/drawing/2014/main" id="{65FE6934-4C3F-0081-ADB5-7052C11D57B2}"/>
                  </a:ext>
                </a:extLst>
              </p:cNvPr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2">
                <a:extLst>
                  <a:ext uri="{FF2B5EF4-FFF2-40B4-BE49-F238E27FC236}">
                    <a16:creationId xmlns:a16="http://schemas.microsoft.com/office/drawing/2014/main" id="{4FAD0F50-377A-D9DA-2CB0-72428709F990}"/>
                  </a:ext>
                </a:extLst>
              </p:cNvPr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>
                <a:extLst>
                  <a:ext uri="{FF2B5EF4-FFF2-40B4-BE49-F238E27FC236}">
                    <a16:creationId xmlns:a16="http://schemas.microsoft.com/office/drawing/2014/main" id="{2F61A4AE-04DD-39DD-8910-74EC8B1AA4CC}"/>
                  </a:ext>
                </a:extLst>
              </p:cNvPr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>
                <a:extLst>
                  <a:ext uri="{FF2B5EF4-FFF2-40B4-BE49-F238E27FC236}">
                    <a16:creationId xmlns:a16="http://schemas.microsoft.com/office/drawing/2014/main" id="{4BD984FA-BDA4-AD6B-2239-727F27D5D2D0}"/>
                  </a:ext>
                </a:extLst>
              </p:cNvPr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>
                <a:extLst>
                  <a:ext uri="{FF2B5EF4-FFF2-40B4-BE49-F238E27FC236}">
                    <a16:creationId xmlns:a16="http://schemas.microsoft.com/office/drawing/2014/main" id="{9F0761BA-0E37-4A8B-18DA-3F115765BFD7}"/>
                  </a:ext>
                </a:extLst>
              </p:cNvPr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>
                <a:extLst>
                  <a:ext uri="{FF2B5EF4-FFF2-40B4-BE49-F238E27FC236}">
                    <a16:creationId xmlns:a16="http://schemas.microsoft.com/office/drawing/2014/main" id="{AD124159-A423-BEEC-0199-6B6D110AEFCA}"/>
                  </a:ext>
                </a:extLst>
              </p:cNvPr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>
                <a:extLst>
                  <a:ext uri="{FF2B5EF4-FFF2-40B4-BE49-F238E27FC236}">
                    <a16:creationId xmlns:a16="http://schemas.microsoft.com/office/drawing/2014/main" id="{FA12B5F5-C185-9419-F701-FC5C9C308AD3}"/>
                  </a:ext>
                </a:extLst>
              </p:cNvPr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2">
                <a:extLst>
                  <a:ext uri="{FF2B5EF4-FFF2-40B4-BE49-F238E27FC236}">
                    <a16:creationId xmlns:a16="http://schemas.microsoft.com/office/drawing/2014/main" id="{4D5E614E-73D6-CA16-69F6-0A8B163397B9}"/>
                  </a:ext>
                </a:extLst>
              </p:cNvPr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2">
                <a:extLst>
                  <a:ext uri="{FF2B5EF4-FFF2-40B4-BE49-F238E27FC236}">
                    <a16:creationId xmlns:a16="http://schemas.microsoft.com/office/drawing/2014/main" id="{7C2C7F66-9833-497F-11F9-D478CDD04551}"/>
                  </a:ext>
                </a:extLst>
              </p:cNvPr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>
                <a:extLst>
                  <a:ext uri="{FF2B5EF4-FFF2-40B4-BE49-F238E27FC236}">
                    <a16:creationId xmlns:a16="http://schemas.microsoft.com/office/drawing/2014/main" id="{8392EBFA-C865-7884-A980-CC3712C7320B}"/>
                  </a:ext>
                </a:extLst>
              </p:cNvPr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2">
                <a:extLst>
                  <a:ext uri="{FF2B5EF4-FFF2-40B4-BE49-F238E27FC236}">
                    <a16:creationId xmlns:a16="http://schemas.microsoft.com/office/drawing/2014/main" id="{52E66194-D7F1-DF39-B9A3-F0717C023D43}"/>
                  </a:ext>
                </a:extLst>
              </p:cNvPr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2">
                <a:extLst>
                  <a:ext uri="{FF2B5EF4-FFF2-40B4-BE49-F238E27FC236}">
                    <a16:creationId xmlns:a16="http://schemas.microsoft.com/office/drawing/2014/main" id="{752A61DC-A52D-5710-5CDB-386B41C96EE6}"/>
                  </a:ext>
                </a:extLst>
              </p:cNvPr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>
                <a:extLst>
                  <a:ext uri="{FF2B5EF4-FFF2-40B4-BE49-F238E27FC236}">
                    <a16:creationId xmlns:a16="http://schemas.microsoft.com/office/drawing/2014/main" id="{94060B5F-4D57-F020-E6F9-DA93C67A4C19}"/>
                  </a:ext>
                </a:extLst>
              </p:cNvPr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2">
                <a:extLst>
                  <a:ext uri="{FF2B5EF4-FFF2-40B4-BE49-F238E27FC236}">
                    <a16:creationId xmlns:a16="http://schemas.microsoft.com/office/drawing/2014/main" id="{2D665B61-FB1B-0BDD-EEEA-624717C9BC72}"/>
                  </a:ext>
                </a:extLst>
              </p:cNvPr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2">
                <a:extLst>
                  <a:ext uri="{FF2B5EF4-FFF2-40B4-BE49-F238E27FC236}">
                    <a16:creationId xmlns:a16="http://schemas.microsoft.com/office/drawing/2014/main" id="{9909EAC8-80ED-66A5-CB45-56375DFC6B16}"/>
                  </a:ext>
                </a:extLst>
              </p:cNvPr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2">
                <a:extLst>
                  <a:ext uri="{FF2B5EF4-FFF2-40B4-BE49-F238E27FC236}">
                    <a16:creationId xmlns:a16="http://schemas.microsoft.com/office/drawing/2014/main" id="{2248C85B-CCE3-D92D-6F89-E3FC63A59583}"/>
                  </a:ext>
                </a:extLst>
              </p:cNvPr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2">
                <a:extLst>
                  <a:ext uri="{FF2B5EF4-FFF2-40B4-BE49-F238E27FC236}">
                    <a16:creationId xmlns:a16="http://schemas.microsoft.com/office/drawing/2014/main" id="{DDF39189-DD96-DE7F-C1C7-D329057E9D7E}"/>
                  </a:ext>
                </a:extLst>
              </p:cNvPr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2">
                <a:extLst>
                  <a:ext uri="{FF2B5EF4-FFF2-40B4-BE49-F238E27FC236}">
                    <a16:creationId xmlns:a16="http://schemas.microsoft.com/office/drawing/2014/main" id="{FF603428-DFB2-969C-0897-6AEE0562D842}"/>
                  </a:ext>
                </a:extLst>
              </p:cNvPr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2">
                <a:extLst>
                  <a:ext uri="{FF2B5EF4-FFF2-40B4-BE49-F238E27FC236}">
                    <a16:creationId xmlns:a16="http://schemas.microsoft.com/office/drawing/2014/main" id="{BD7E8C61-EEF1-3238-A522-EDB97386C6CB}"/>
                  </a:ext>
                </a:extLst>
              </p:cNvPr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2">
                <a:extLst>
                  <a:ext uri="{FF2B5EF4-FFF2-40B4-BE49-F238E27FC236}">
                    <a16:creationId xmlns:a16="http://schemas.microsoft.com/office/drawing/2014/main" id="{0A691C75-611C-19BB-72D0-84865D03073A}"/>
                  </a:ext>
                </a:extLst>
              </p:cNvPr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2">
                <a:extLst>
                  <a:ext uri="{FF2B5EF4-FFF2-40B4-BE49-F238E27FC236}">
                    <a16:creationId xmlns:a16="http://schemas.microsoft.com/office/drawing/2014/main" id="{F0808273-15EE-5D87-5789-BBE56714EDC9}"/>
                  </a:ext>
                </a:extLst>
              </p:cNvPr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2">
                <a:extLst>
                  <a:ext uri="{FF2B5EF4-FFF2-40B4-BE49-F238E27FC236}">
                    <a16:creationId xmlns:a16="http://schemas.microsoft.com/office/drawing/2014/main" id="{A7F4F5F8-22BD-621D-A09B-09392134423B}"/>
                  </a:ext>
                </a:extLst>
              </p:cNvPr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2">
                <a:extLst>
                  <a:ext uri="{FF2B5EF4-FFF2-40B4-BE49-F238E27FC236}">
                    <a16:creationId xmlns:a16="http://schemas.microsoft.com/office/drawing/2014/main" id="{B7764CA3-45FA-13A7-7337-85F2D63C27E5}"/>
                  </a:ext>
                </a:extLst>
              </p:cNvPr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2">
                <a:extLst>
                  <a:ext uri="{FF2B5EF4-FFF2-40B4-BE49-F238E27FC236}">
                    <a16:creationId xmlns:a16="http://schemas.microsoft.com/office/drawing/2014/main" id="{72F44F8B-1E3F-CA5E-768D-1B4F38076A50}"/>
                  </a:ext>
                </a:extLst>
              </p:cNvPr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2">
                <a:extLst>
                  <a:ext uri="{FF2B5EF4-FFF2-40B4-BE49-F238E27FC236}">
                    <a16:creationId xmlns:a16="http://schemas.microsoft.com/office/drawing/2014/main" id="{0AC0F2E0-F98B-C7B1-25EC-0D977F99CB2A}"/>
                  </a:ext>
                </a:extLst>
              </p:cNvPr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2">
                <a:extLst>
                  <a:ext uri="{FF2B5EF4-FFF2-40B4-BE49-F238E27FC236}">
                    <a16:creationId xmlns:a16="http://schemas.microsoft.com/office/drawing/2014/main" id="{4386A892-4CD6-A462-3812-73036A1D530F}"/>
                  </a:ext>
                </a:extLst>
              </p:cNvPr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2">
                <a:extLst>
                  <a:ext uri="{FF2B5EF4-FFF2-40B4-BE49-F238E27FC236}">
                    <a16:creationId xmlns:a16="http://schemas.microsoft.com/office/drawing/2014/main" id="{176A012F-48B7-F843-452F-2CCACBAC340B}"/>
                  </a:ext>
                </a:extLst>
              </p:cNvPr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2">
                <a:extLst>
                  <a:ext uri="{FF2B5EF4-FFF2-40B4-BE49-F238E27FC236}">
                    <a16:creationId xmlns:a16="http://schemas.microsoft.com/office/drawing/2014/main" id="{C1E9BC22-6187-FA50-A050-205E3AE3B049}"/>
                  </a:ext>
                </a:extLst>
              </p:cNvPr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2">
                <a:extLst>
                  <a:ext uri="{FF2B5EF4-FFF2-40B4-BE49-F238E27FC236}">
                    <a16:creationId xmlns:a16="http://schemas.microsoft.com/office/drawing/2014/main" id="{BE5F3530-911C-9B6C-BB5A-864EA3B0E644}"/>
                  </a:ext>
                </a:extLst>
              </p:cNvPr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2">
                <a:extLst>
                  <a:ext uri="{FF2B5EF4-FFF2-40B4-BE49-F238E27FC236}">
                    <a16:creationId xmlns:a16="http://schemas.microsoft.com/office/drawing/2014/main" id="{AB575C6E-2E93-3F40-7114-4D7E85A1443F}"/>
                  </a:ext>
                </a:extLst>
              </p:cNvPr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2">
                <a:extLst>
                  <a:ext uri="{FF2B5EF4-FFF2-40B4-BE49-F238E27FC236}">
                    <a16:creationId xmlns:a16="http://schemas.microsoft.com/office/drawing/2014/main" id="{4138E703-CC14-803A-EA69-E4EF47A4000E}"/>
                  </a:ext>
                </a:extLst>
              </p:cNvPr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3ED381D-A4C5-1E90-3262-53F9DB549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10" y="1683702"/>
            <a:ext cx="3627918" cy="207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100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>
          <a:extLst>
            <a:ext uri="{FF2B5EF4-FFF2-40B4-BE49-F238E27FC236}">
              <a16:creationId xmlns:a16="http://schemas.microsoft.com/office/drawing/2014/main" id="{8CC7C743-0812-341F-D42E-68011891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9" name="Google Shape;2089;p42">
            <a:extLst>
              <a:ext uri="{FF2B5EF4-FFF2-40B4-BE49-F238E27FC236}">
                <a16:creationId xmlns:a16="http://schemas.microsoft.com/office/drawing/2014/main" id="{FF3257D4-5DF8-97D9-7943-E1A49EDBDCFA}"/>
              </a:ext>
            </a:extLst>
          </p:cNvPr>
          <p:cNvGrpSpPr/>
          <p:nvPr/>
        </p:nvGrpSpPr>
        <p:grpSpPr>
          <a:xfrm>
            <a:off x="8360690" y="406194"/>
            <a:ext cx="430885" cy="203666"/>
            <a:chOff x="8703675" y="886625"/>
            <a:chExt cx="69975" cy="33075"/>
          </a:xfrm>
        </p:grpSpPr>
        <p:sp>
          <p:nvSpPr>
            <p:cNvPr id="2090" name="Google Shape;2090;p42">
              <a:extLst>
                <a:ext uri="{FF2B5EF4-FFF2-40B4-BE49-F238E27FC236}">
                  <a16:creationId xmlns:a16="http://schemas.microsoft.com/office/drawing/2014/main" id="{796BCE2E-D2A9-8375-2BA2-479A14D3B232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>
              <a:extLst>
                <a:ext uri="{FF2B5EF4-FFF2-40B4-BE49-F238E27FC236}">
                  <a16:creationId xmlns:a16="http://schemas.microsoft.com/office/drawing/2014/main" id="{CE860F56-0978-612F-788C-D7638E1C9580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>
            <a:extLst>
              <a:ext uri="{FF2B5EF4-FFF2-40B4-BE49-F238E27FC236}">
                <a16:creationId xmlns:a16="http://schemas.microsoft.com/office/drawing/2014/main" id="{6E5D7E36-7CCE-7652-C3CA-0D1B3B5F7D45}"/>
              </a:ext>
            </a:extLst>
          </p:cNvPr>
          <p:cNvGrpSpPr/>
          <p:nvPr/>
        </p:nvGrpSpPr>
        <p:grpSpPr>
          <a:xfrm>
            <a:off x="2152595" y="4260310"/>
            <a:ext cx="744312" cy="221985"/>
            <a:chOff x="8652775" y="883650"/>
            <a:chExt cx="120875" cy="36050"/>
          </a:xfrm>
        </p:grpSpPr>
        <p:sp>
          <p:nvSpPr>
            <p:cNvPr id="2093" name="Google Shape;2093;p42">
              <a:extLst>
                <a:ext uri="{FF2B5EF4-FFF2-40B4-BE49-F238E27FC236}">
                  <a16:creationId xmlns:a16="http://schemas.microsoft.com/office/drawing/2014/main" id="{402A9664-2A08-F4E5-FF75-7EBC220198AC}"/>
                </a:ext>
              </a:extLst>
            </p:cNvPr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>
              <a:extLst>
                <a:ext uri="{FF2B5EF4-FFF2-40B4-BE49-F238E27FC236}">
                  <a16:creationId xmlns:a16="http://schemas.microsoft.com/office/drawing/2014/main" id="{0B7D8C11-D6C1-078A-DEB6-C206284CCE5B}"/>
                </a:ext>
              </a:extLst>
            </p:cNvPr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>
              <a:extLst>
                <a:ext uri="{FF2B5EF4-FFF2-40B4-BE49-F238E27FC236}">
                  <a16:creationId xmlns:a16="http://schemas.microsoft.com/office/drawing/2014/main" id="{4517D5E5-3CCB-4E2B-305B-B6E64A151818}"/>
                </a:ext>
              </a:extLst>
            </p:cNvPr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>
              <a:extLst>
                <a:ext uri="{FF2B5EF4-FFF2-40B4-BE49-F238E27FC236}">
                  <a16:creationId xmlns:a16="http://schemas.microsoft.com/office/drawing/2014/main" id="{B6C04C71-F385-00A3-55E1-733D06B3C70C}"/>
                </a:ext>
              </a:extLst>
            </p:cNvPr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>
              <a:extLst>
                <a:ext uri="{FF2B5EF4-FFF2-40B4-BE49-F238E27FC236}">
                  <a16:creationId xmlns:a16="http://schemas.microsoft.com/office/drawing/2014/main" id="{B91304A9-9F35-0520-7285-FBA467EF9C50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>
              <a:extLst>
                <a:ext uri="{FF2B5EF4-FFF2-40B4-BE49-F238E27FC236}">
                  <a16:creationId xmlns:a16="http://schemas.microsoft.com/office/drawing/2014/main" id="{FB08236B-C02D-08C1-F2E6-B93A0207CC3F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42">
            <a:extLst>
              <a:ext uri="{FF2B5EF4-FFF2-40B4-BE49-F238E27FC236}">
                <a16:creationId xmlns:a16="http://schemas.microsoft.com/office/drawing/2014/main" id="{60FD0A5B-0B4E-6099-6474-20D97F6368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39763" y="1492902"/>
            <a:ext cx="4951476" cy="290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What it is:</a:t>
            </a:r>
            <a:r>
              <a:rPr lang="en-US" dirty="0"/>
              <a:t> Distance sensor using ultrasonic pulses.</a:t>
            </a:r>
            <a:br>
              <a:rPr lang="en-US" dirty="0"/>
            </a:br>
            <a:r>
              <a:rPr lang="en-US" b="1" dirty="0"/>
              <a:t>Role:</a:t>
            </a:r>
            <a:r>
              <a:rPr lang="en-US" dirty="0"/>
              <a:t> Detects obstacles, intrusions, and proximity to trigger movement or alerts.</a:t>
            </a:r>
            <a:br>
              <a:rPr lang="en-US" dirty="0"/>
            </a:br>
            <a:r>
              <a:rPr lang="en-US" b="1" dirty="0"/>
              <a:t>Wiring/Power:</a:t>
            </a:r>
            <a:r>
              <a:rPr lang="en-US" dirty="0"/>
              <a:t> </a:t>
            </a:r>
            <a:r>
              <a:rPr lang="en-US" dirty="0" err="1"/>
              <a:t>Vcc</a:t>
            </a:r>
            <a:r>
              <a:rPr lang="en-US" dirty="0"/>
              <a:t> 5V, GND, TRIG and ECHO to Arduino digital pins (use resistor divider for Echo if needed).</a:t>
            </a:r>
            <a:br>
              <a:rPr lang="en-US" dirty="0"/>
            </a:br>
            <a:r>
              <a:rPr lang="en-US" b="1" dirty="0"/>
              <a:t>Dev tips:</a:t>
            </a:r>
            <a:r>
              <a:rPr lang="en-US" dirty="0"/>
              <a:t> Use timer-based measurement; ignore readings &lt;2cm or &gt;400cm; average multiple readings to reduce noise.</a:t>
            </a:r>
            <a:br>
              <a:rPr lang="en-US" dirty="0"/>
            </a:br>
            <a:r>
              <a:rPr lang="en-US" b="1" dirty="0"/>
              <a:t>Test:</a:t>
            </a:r>
            <a:r>
              <a:rPr lang="en-US" dirty="0"/>
              <a:t> Run distance scan and display on serial; verify readings change when moving object.</a:t>
            </a:r>
            <a:endParaRPr lang="en-IN" dirty="0"/>
          </a:p>
        </p:txBody>
      </p:sp>
      <p:sp>
        <p:nvSpPr>
          <p:cNvPr id="2100" name="Google Shape;2100;p42">
            <a:extLst>
              <a:ext uri="{FF2B5EF4-FFF2-40B4-BE49-F238E27FC236}">
                <a16:creationId xmlns:a16="http://schemas.microsoft.com/office/drawing/2014/main" id="{0F622E3C-0F36-67AF-DE66-00E981210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9473" y="641235"/>
            <a:ext cx="7188821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Ultrasonic Sensor (HC-SR04)</a:t>
            </a:r>
            <a:endParaRPr dirty="0"/>
          </a:p>
        </p:txBody>
      </p:sp>
      <p:grpSp>
        <p:nvGrpSpPr>
          <p:cNvPr id="2168" name="Google Shape;2168;p42">
            <a:extLst>
              <a:ext uri="{FF2B5EF4-FFF2-40B4-BE49-F238E27FC236}">
                <a16:creationId xmlns:a16="http://schemas.microsoft.com/office/drawing/2014/main" id="{E85C9A38-6692-03AA-BF56-AA559029AF54}"/>
              </a:ext>
            </a:extLst>
          </p:cNvPr>
          <p:cNvGrpSpPr/>
          <p:nvPr/>
        </p:nvGrpSpPr>
        <p:grpSpPr>
          <a:xfrm rot="20088861">
            <a:off x="275267" y="4091800"/>
            <a:ext cx="553923" cy="895985"/>
            <a:chOff x="1463275" y="2373500"/>
            <a:chExt cx="484900" cy="711125"/>
          </a:xfrm>
        </p:grpSpPr>
        <p:sp>
          <p:nvSpPr>
            <p:cNvPr id="2169" name="Google Shape;2169;p42">
              <a:extLst>
                <a:ext uri="{FF2B5EF4-FFF2-40B4-BE49-F238E27FC236}">
                  <a16:creationId xmlns:a16="http://schemas.microsoft.com/office/drawing/2014/main" id="{4CB625E6-37B2-8379-FFB5-3B0A561775AC}"/>
                </a:ext>
              </a:extLst>
            </p:cNvPr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0" name="Google Shape;2170;p42">
              <a:extLst>
                <a:ext uri="{FF2B5EF4-FFF2-40B4-BE49-F238E27FC236}">
                  <a16:creationId xmlns:a16="http://schemas.microsoft.com/office/drawing/2014/main" id="{FD3C902B-859C-AAF6-C1BB-716AAAE25720}"/>
                </a:ext>
              </a:extLst>
            </p:cNvPr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2171" name="Google Shape;2171;p42">
                <a:extLst>
                  <a:ext uri="{FF2B5EF4-FFF2-40B4-BE49-F238E27FC236}">
                    <a16:creationId xmlns:a16="http://schemas.microsoft.com/office/drawing/2014/main" id="{FD14D650-4580-342C-EFE2-B6BC29B8151F}"/>
                  </a:ext>
                </a:extLst>
              </p:cNvPr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2">
                <a:extLst>
                  <a:ext uri="{FF2B5EF4-FFF2-40B4-BE49-F238E27FC236}">
                    <a16:creationId xmlns:a16="http://schemas.microsoft.com/office/drawing/2014/main" id="{034B46BE-7940-4724-B1EB-CC7D5912BA16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2">
                <a:extLst>
                  <a:ext uri="{FF2B5EF4-FFF2-40B4-BE49-F238E27FC236}">
                    <a16:creationId xmlns:a16="http://schemas.microsoft.com/office/drawing/2014/main" id="{2F98352C-9775-57F4-91D8-9529539B2A5D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2">
                <a:extLst>
                  <a:ext uri="{FF2B5EF4-FFF2-40B4-BE49-F238E27FC236}">
                    <a16:creationId xmlns:a16="http://schemas.microsoft.com/office/drawing/2014/main" id="{F0B0E0C4-A983-DE9C-4829-FC9AF67F4C3D}"/>
                  </a:ext>
                </a:extLst>
              </p:cNvPr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2">
                <a:extLst>
                  <a:ext uri="{FF2B5EF4-FFF2-40B4-BE49-F238E27FC236}">
                    <a16:creationId xmlns:a16="http://schemas.microsoft.com/office/drawing/2014/main" id="{27E0DF67-1BD2-6ED9-3D10-67B72BA69F1C}"/>
                  </a:ext>
                </a:extLst>
              </p:cNvPr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2">
                <a:extLst>
                  <a:ext uri="{FF2B5EF4-FFF2-40B4-BE49-F238E27FC236}">
                    <a16:creationId xmlns:a16="http://schemas.microsoft.com/office/drawing/2014/main" id="{A356AF87-239F-95F4-34C5-E0D90B96B8B4}"/>
                  </a:ext>
                </a:extLst>
              </p:cNvPr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2">
                <a:extLst>
                  <a:ext uri="{FF2B5EF4-FFF2-40B4-BE49-F238E27FC236}">
                    <a16:creationId xmlns:a16="http://schemas.microsoft.com/office/drawing/2014/main" id="{0826C9C3-C737-4A42-7016-ECAA8C688CF4}"/>
                  </a:ext>
                </a:extLst>
              </p:cNvPr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2">
                <a:extLst>
                  <a:ext uri="{FF2B5EF4-FFF2-40B4-BE49-F238E27FC236}">
                    <a16:creationId xmlns:a16="http://schemas.microsoft.com/office/drawing/2014/main" id="{2AE3CF1F-C20A-0111-CBB7-6015820AFC02}"/>
                  </a:ext>
                </a:extLst>
              </p:cNvPr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2">
                <a:extLst>
                  <a:ext uri="{FF2B5EF4-FFF2-40B4-BE49-F238E27FC236}">
                    <a16:creationId xmlns:a16="http://schemas.microsoft.com/office/drawing/2014/main" id="{A54F952F-2F93-8A21-7143-5EFF6FF984CE}"/>
                  </a:ext>
                </a:extLst>
              </p:cNvPr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2">
                <a:extLst>
                  <a:ext uri="{FF2B5EF4-FFF2-40B4-BE49-F238E27FC236}">
                    <a16:creationId xmlns:a16="http://schemas.microsoft.com/office/drawing/2014/main" id="{271DBF8D-93B4-A0B6-B57C-A8B6B7D978B2}"/>
                  </a:ext>
                </a:extLst>
              </p:cNvPr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2">
                <a:extLst>
                  <a:ext uri="{FF2B5EF4-FFF2-40B4-BE49-F238E27FC236}">
                    <a16:creationId xmlns:a16="http://schemas.microsoft.com/office/drawing/2014/main" id="{ECA62BEB-BB06-C083-EB2A-1CFD553EE11A}"/>
                  </a:ext>
                </a:extLst>
              </p:cNvPr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2">
                <a:extLst>
                  <a:ext uri="{FF2B5EF4-FFF2-40B4-BE49-F238E27FC236}">
                    <a16:creationId xmlns:a16="http://schemas.microsoft.com/office/drawing/2014/main" id="{32ECDCB3-0DAC-EC81-9C02-CEE816D4E281}"/>
                  </a:ext>
                </a:extLst>
              </p:cNvPr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2">
                <a:extLst>
                  <a:ext uri="{FF2B5EF4-FFF2-40B4-BE49-F238E27FC236}">
                    <a16:creationId xmlns:a16="http://schemas.microsoft.com/office/drawing/2014/main" id="{5FBB1695-F872-EE6F-C82C-7F013C0A2CEC}"/>
                  </a:ext>
                </a:extLst>
              </p:cNvPr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2">
                <a:extLst>
                  <a:ext uri="{FF2B5EF4-FFF2-40B4-BE49-F238E27FC236}">
                    <a16:creationId xmlns:a16="http://schemas.microsoft.com/office/drawing/2014/main" id="{AD47FF5F-04A7-49E8-4054-A90AB119252B}"/>
                  </a:ext>
                </a:extLst>
              </p:cNvPr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2">
                <a:extLst>
                  <a:ext uri="{FF2B5EF4-FFF2-40B4-BE49-F238E27FC236}">
                    <a16:creationId xmlns:a16="http://schemas.microsoft.com/office/drawing/2014/main" id="{01ECC732-933E-B557-75E9-D08141495E40}"/>
                  </a:ext>
                </a:extLst>
              </p:cNvPr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2">
                <a:extLst>
                  <a:ext uri="{FF2B5EF4-FFF2-40B4-BE49-F238E27FC236}">
                    <a16:creationId xmlns:a16="http://schemas.microsoft.com/office/drawing/2014/main" id="{DFAE514F-F331-42E7-D14F-068DEA7D558B}"/>
                  </a:ext>
                </a:extLst>
              </p:cNvPr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2">
                <a:extLst>
                  <a:ext uri="{FF2B5EF4-FFF2-40B4-BE49-F238E27FC236}">
                    <a16:creationId xmlns:a16="http://schemas.microsoft.com/office/drawing/2014/main" id="{34E322B4-6428-F6AF-BDE6-047508DCA6A4}"/>
                  </a:ext>
                </a:extLst>
              </p:cNvPr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2">
                <a:extLst>
                  <a:ext uri="{FF2B5EF4-FFF2-40B4-BE49-F238E27FC236}">
                    <a16:creationId xmlns:a16="http://schemas.microsoft.com/office/drawing/2014/main" id="{5500A549-5086-EA08-3059-E7B26F732E00}"/>
                  </a:ext>
                </a:extLst>
              </p:cNvPr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2">
                <a:extLst>
                  <a:ext uri="{FF2B5EF4-FFF2-40B4-BE49-F238E27FC236}">
                    <a16:creationId xmlns:a16="http://schemas.microsoft.com/office/drawing/2014/main" id="{100EFA79-2422-0E81-C55D-73143C7A4D79}"/>
                  </a:ext>
                </a:extLst>
              </p:cNvPr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2">
                <a:extLst>
                  <a:ext uri="{FF2B5EF4-FFF2-40B4-BE49-F238E27FC236}">
                    <a16:creationId xmlns:a16="http://schemas.microsoft.com/office/drawing/2014/main" id="{0B48D871-8445-615E-1D62-7731E8F6AAED}"/>
                  </a:ext>
                </a:extLst>
              </p:cNvPr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2">
                <a:extLst>
                  <a:ext uri="{FF2B5EF4-FFF2-40B4-BE49-F238E27FC236}">
                    <a16:creationId xmlns:a16="http://schemas.microsoft.com/office/drawing/2014/main" id="{C880A401-6E76-BD68-A756-5BE67460DC13}"/>
                  </a:ext>
                </a:extLst>
              </p:cNvPr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2">
                <a:extLst>
                  <a:ext uri="{FF2B5EF4-FFF2-40B4-BE49-F238E27FC236}">
                    <a16:creationId xmlns:a16="http://schemas.microsoft.com/office/drawing/2014/main" id="{40511A93-2679-4029-A983-4D77B2E68BE1}"/>
                  </a:ext>
                </a:extLst>
              </p:cNvPr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>
                <a:extLst>
                  <a:ext uri="{FF2B5EF4-FFF2-40B4-BE49-F238E27FC236}">
                    <a16:creationId xmlns:a16="http://schemas.microsoft.com/office/drawing/2014/main" id="{1FF71968-A825-E3F5-8137-FE937807E17E}"/>
                  </a:ext>
                </a:extLst>
              </p:cNvPr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>
                <a:extLst>
                  <a:ext uri="{FF2B5EF4-FFF2-40B4-BE49-F238E27FC236}">
                    <a16:creationId xmlns:a16="http://schemas.microsoft.com/office/drawing/2014/main" id="{B45FB753-644B-8C70-97D9-FA1A7A80A340}"/>
                  </a:ext>
                </a:extLst>
              </p:cNvPr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>
                <a:extLst>
                  <a:ext uri="{FF2B5EF4-FFF2-40B4-BE49-F238E27FC236}">
                    <a16:creationId xmlns:a16="http://schemas.microsoft.com/office/drawing/2014/main" id="{B40AB2ED-62B0-1CE8-35EA-76C6BE0E493D}"/>
                  </a:ext>
                </a:extLst>
              </p:cNvPr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>
                <a:extLst>
                  <a:ext uri="{FF2B5EF4-FFF2-40B4-BE49-F238E27FC236}">
                    <a16:creationId xmlns:a16="http://schemas.microsoft.com/office/drawing/2014/main" id="{B2118AD9-246F-A0B2-76A4-8339EE3441F0}"/>
                  </a:ext>
                </a:extLst>
              </p:cNvPr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>
                <a:extLst>
                  <a:ext uri="{FF2B5EF4-FFF2-40B4-BE49-F238E27FC236}">
                    <a16:creationId xmlns:a16="http://schemas.microsoft.com/office/drawing/2014/main" id="{E0CB2C23-6387-448D-6616-ECD566F39FD6}"/>
                  </a:ext>
                </a:extLst>
              </p:cNvPr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2">
                <a:extLst>
                  <a:ext uri="{FF2B5EF4-FFF2-40B4-BE49-F238E27FC236}">
                    <a16:creationId xmlns:a16="http://schemas.microsoft.com/office/drawing/2014/main" id="{EB726C7F-9450-B416-8ECC-380635B63865}"/>
                  </a:ext>
                </a:extLst>
              </p:cNvPr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2">
                <a:extLst>
                  <a:ext uri="{FF2B5EF4-FFF2-40B4-BE49-F238E27FC236}">
                    <a16:creationId xmlns:a16="http://schemas.microsoft.com/office/drawing/2014/main" id="{93B128E1-5694-67DF-8532-6108B39DEF4D}"/>
                  </a:ext>
                </a:extLst>
              </p:cNvPr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>
                <a:extLst>
                  <a:ext uri="{FF2B5EF4-FFF2-40B4-BE49-F238E27FC236}">
                    <a16:creationId xmlns:a16="http://schemas.microsoft.com/office/drawing/2014/main" id="{7BC01BB6-61C3-76F8-F7D4-7DE4691B71AD}"/>
                  </a:ext>
                </a:extLst>
              </p:cNvPr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2">
                <a:extLst>
                  <a:ext uri="{FF2B5EF4-FFF2-40B4-BE49-F238E27FC236}">
                    <a16:creationId xmlns:a16="http://schemas.microsoft.com/office/drawing/2014/main" id="{F149BE47-4B7D-D450-0A2F-E893750595CC}"/>
                  </a:ext>
                </a:extLst>
              </p:cNvPr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2">
                <a:extLst>
                  <a:ext uri="{FF2B5EF4-FFF2-40B4-BE49-F238E27FC236}">
                    <a16:creationId xmlns:a16="http://schemas.microsoft.com/office/drawing/2014/main" id="{665885D0-FA70-1A22-3B18-25F6AAAB8F5A}"/>
                  </a:ext>
                </a:extLst>
              </p:cNvPr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>
                <a:extLst>
                  <a:ext uri="{FF2B5EF4-FFF2-40B4-BE49-F238E27FC236}">
                    <a16:creationId xmlns:a16="http://schemas.microsoft.com/office/drawing/2014/main" id="{C5D283DC-4132-A99A-D4DA-123DDC117214}"/>
                  </a:ext>
                </a:extLst>
              </p:cNvPr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2">
                <a:extLst>
                  <a:ext uri="{FF2B5EF4-FFF2-40B4-BE49-F238E27FC236}">
                    <a16:creationId xmlns:a16="http://schemas.microsoft.com/office/drawing/2014/main" id="{6216F012-E8DF-CF55-386F-F16F923D3607}"/>
                  </a:ext>
                </a:extLst>
              </p:cNvPr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2">
                <a:extLst>
                  <a:ext uri="{FF2B5EF4-FFF2-40B4-BE49-F238E27FC236}">
                    <a16:creationId xmlns:a16="http://schemas.microsoft.com/office/drawing/2014/main" id="{1C34581B-18FA-5120-A4C1-D7AB4685AEF9}"/>
                  </a:ext>
                </a:extLst>
              </p:cNvPr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2">
                <a:extLst>
                  <a:ext uri="{FF2B5EF4-FFF2-40B4-BE49-F238E27FC236}">
                    <a16:creationId xmlns:a16="http://schemas.microsoft.com/office/drawing/2014/main" id="{DD27F3CB-8B6C-9AF7-242A-0D80A8468DB2}"/>
                  </a:ext>
                </a:extLst>
              </p:cNvPr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2">
                <a:extLst>
                  <a:ext uri="{FF2B5EF4-FFF2-40B4-BE49-F238E27FC236}">
                    <a16:creationId xmlns:a16="http://schemas.microsoft.com/office/drawing/2014/main" id="{D72B6EBF-FEEC-9B1A-DE69-2D0481E52F93}"/>
                  </a:ext>
                </a:extLst>
              </p:cNvPr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2">
                <a:extLst>
                  <a:ext uri="{FF2B5EF4-FFF2-40B4-BE49-F238E27FC236}">
                    <a16:creationId xmlns:a16="http://schemas.microsoft.com/office/drawing/2014/main" id="{9E7E3987-6DED-8187-D2C8-8C1748A2AC4F}"/>
                  </a:ext>
                </a:extLst>
              </p:cNvPr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2">
                <a:extLst>
                  <a:ext uri="{FF2B5EF4-FFF2-40B4-BE49-F238E27FC236}">
                    <a16:creationId xmlns:a16="http://schemas.microsoft.com/office/drawing/2014/main" id="{42F95912-69F1-D0C2-1D60-A60D5C02AD0E}"/>
                  </a:ext>
                </a:extLst>
              </p:cNvPr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2">
                <a:extLst>
                  <a:ext uri="{FF2B5EF4-FFF2-40B4-BE49-F238E27FC236}">
                    <a16:creationId xmlns:a16="http://schemas.microsoft.com/office/drawing/2014/main" id="{E4F47887-E069-FCE1-E0E4-3DDA77F7599C}"/>
                  </a:ext>
                </a:extLst>
              </p:cNvPr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2">
                <a:extLst>
                  <a:ext uri="{FF2B5EF4-FFF2-40B4-BE49-F238E27FC236}">
                    <a16:creationId xmlns:a16="http://schemas.microsoft.com/office/drawing/2014/main" id="{E17AE304-FAF1-C402-8685-8C1ADCD29DE2}"/>
                  </a:ext>
                </a:extLst>
              </p:cNvPr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2">
                <a:extLst>
                  <a:ext uri="{FF2B5EF4-FFF2-40B4-BE49-F238E27FC236}">
                    <a16:creationId xmlns:a16="http://schemas.microsoft.com/office/drawing/2014/main" id="{82D849DB-0F2B-CF45-EEAB-0C3AE01886D5}"/>
                  </a:ext>
                </a:extLst>
              </p:cNvPr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2">
                <a:extLst>
                  <a:ext uri="{FF2B5EF4-FFF2-40B4-BE49-F238E27FC236}">
                    <a16:creationId xmlns:a16="http://schemas.microsoft.com/office/drawing/2014/main" id="{BFC2213F-0A84-4EFA-CB79-F8DB4CCC73F3}"/>
                  </a:ext>
                </a:extLst>
              </p:cNvPr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2">
                <a:extLst>
                  <a:ext uri="{FF2B5EF4-FFF2-40B4-BE49-F238E27FC236}">
                    <a16:creationId xmlns:a16="http://schemas.microsoft.com/office/drawing/2014/main" id="{F900CC6E-7F6B-06A2-8128-DA8A05F3D6FD}"/>
                  </a:ext>
                </a:extLst>
              </p:cNvPr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2">
                <a:extLst>
                  <a:ext uri="{FF2B5EF4-FFF2-40B4-BE49-F238E27FC236}">
                    <a16:creationId xmlns:a16="http://schemas.microsoft.com/office/drawing/2014/main" id="{E57A885B-3AAC-CDBD-9B3C-1CF2C11B15FB}"/>
                  </a:ext>
                </a:extLst>
              </p:cNvPr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2">
                <a:extLst>
                  <a:ext uri="{FF2B5EF4-FFF2-40B4-BE49-F238E27FC236}">
                    <a16:creationId xmlns:a16="http://schemas.microsoft.com/office/drawing/2014/main" id="{18A7041F-F4EE-3BE6-1049-8731D460DE1C}"/>
                  </a:ext>
                </a:extLst>
              </p:cNvPr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2">
                <a:extLst>
                  <a:ext uri="{FF2B5EF4-FFF2-40B4-BE49-F238E27FC236}">
                    <a16:creationId xmlns:a16="http://schemas.microsoft.com/office/drawing/2014/main" id="{7E64BAE4-D8EA-CBF1-AB03-A6AAD1549F1C}"/>
                  </a:ext>
                </a:extLst>
              </p:cNvPr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2">
                <a:extLst>
                  <a:ext uri="{FF2B5EF4-FFF2-40B4-BE49-F238E27FC236}">
                    <a16:creationId xmlns:a16="http://schemas.microsoft.com/office/drawing/2014/main" id="{CA8F2F7B-120B-3AB7-2E53-8B9CD60F89B0}"/>
                  </a:ext>
                </a:extLst>
              </p:cNvPr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2">
                <a:extLst>
                  <a:ext uri="{FF2B5EF4-FFF2-40B4-BE49-F238E27FC236}">
                    <a16:creationId xmlns:a16="http://schemas.microsoft.com/office/drawing/2014/main" id="{5FE98262-FE7E-E370-9308-2AD31C5EA005}"/>
                  </a:ext>
                </a:extLst>
              </p:cNvPr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2">
                <a:extLst>
                  <a:ext uri="{FF2B5EF4-FFF2-40B4-BE49-F238E27FC236}">
                    <a16:creationId xmlns:a16="http://schemas.microsoft.com/office/drawing/2014/main" id="{575374DA-4652-1476-BFB7-638AF51A07E1}"/>
                  </a:ext>
                </a:extLst>
              </p:cNvPr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2">
                <a:extLst>
                  <a:ext uri="{FF2B5EF4-FFF2-40B4-BE49-F238E27FC236}">
                    <a16:creationId xmlns:a16="http://schemas.microsoft.com/office/drawing/2014/main" id="{23F95209-CFC4-C480-1C05-74A8945D1FA3}"/>
                  </a:ext>
                </a:extLst>
              </p:cNvPr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D504F23-3975-5B83-50EE-69F0FF43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23" y="1856094"/>
            <a:ext cx="3867544" cy="184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66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>
          <a:extLst>
            <a:ext uri="{FF2B5EF4-FFF2-40B4-BE49-F238E27FC236}">
              <a16:creationId xmlns:a16="http://schemas.microsoft.com/office/drawing/2014/main" id="{DFC7BFC7-8452-7690-A6AA-36E541499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9" name="Google Shape;2089;p42">
            <a:extLst>
              <a:ext uri="{FF2B5EF4-FFF2-40B4-BE49-F238E27FC236}">
                <a16:creationId xmlns:a16="http://schemas.microsoft.com/office/drawing/2014/main" id="{3CAB5E8D-F8E9-8D26-D4EC-0278AE351153}"/>
              </a:ext>
            </a:extLst>
          </p:cNvPr>
          <p:cNvGrpSpPr/>
          <p:nvPr/>
        </p:nvGrpSpPr>
        <p:grpSpPr>
          <a:xfrm>
            <a:off x="8360690" y="406194"/>
            <a:ext cx="430885" cy="203666"/>
            <a:chOff x="8703675" y="886625"/>
            <a:chExt cx="69975" cy="33075"/>
          </a:xfrm>
        </p:grpSpPr>
        <p:sp>
          <p:nvSpPr>
            <p:cNvPr id="2090" name="Google Shape;2090;p42">
              <a:extLst>
                <a:ext uri="{FF2B5EF4-FFF2-40B4-BE49-F238E27FC236}">
                  <a16:creationId xmlns:a16="http://schemas.microsoft.com/office/drawing/2014/main" id="{ED8B727D-3E64-E609-8BDC-8E6B66245A32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>
              <a:extLst>
                <a:ext uri="{FF2B5EF4-FFF2-40B4-BE49-F238E27FC236}">
                  <a16:creationId xmlns:a16="http://schemas.microsoft.com/office/drawing/2014/main" id="{0523E594-DDE7-FEE5-EEB9-86DC7E3E71EE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42">
            <a:extLst>
              <a:ext uri="{FF2B5EF4-FFF2-40B4-BE49-F238E27FC236}">
                <a16:creationId xmlns:a16="http://schemas.microsoft.com/office/drawing/2014/main" id="{120048F0-5812-454B-36B1-AE3EA3157B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78688" y="1618546"/>
            <a:ext cx="6497444" cy="290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What it is:</a:t>
            </a:r>
            <a:r>
              <a:rPr lang="en-US" sz="1600" dirty="0"/>
              <a:t> Digital temperature and humidity sensor.</a:t>
            </a:r>
          </a:p>
          <a:p>
            <a:br>
              <a:rPr lang="en-US" sz="1600" dirty="0"/>
            </a:br>
            <a:r>
              <a:rPr lang="en-US" sz="1600" b="1" dirty="0"/>
              <a:t>Role:</a:t>
            </a:r>
            <a:r>
              <a:rPr lang="en-US" sz="1600" dirty="0"/>
              <a:t> Monitors environment for overheating or unusual humidity (fire or leak indicators).</a:t>
            </a:r>
            <a:br>
              <a:rPr lang="en-US" sz="1600" dirty="0"/>
            </a:br>
            <a:r>
              <a:rPr lang="en-US" sz="1600" b="1" dirty="0"/>
              <a:t>Wiring/Power:</a:t>
            </a:r>
            <a:r>
              <a:rPr lang="en-US" sz="1600" dirty="0"/>
              <a:t> Single-wire data to Arduino digital pin + 5V/GND (+ pull-up resistor ~4.7K).</a:t>
            </a:r>
            <a:br>
              <a:rPr lang="en-US" sz="1600" dirty="0"/>
            </a:br>
            <a:r>
              <a:rPr lang="en-US" sz="1600" b="1" dirty="0"/>
              <a:t>Dev tips:</a:t>
            </a:r>
            <a:r>
              <a:rPr lang="en-US" sz="1600" dirty="0"/>
              <a:t> Use a stable library (e.g., DHT sensor library). Readings should be polled every 2–5 seconds (not too often).</a:t>
            </a:r>
            <a:br>
              <a:rPr lang="en-US" sz="1600" dirty="0"/>
            </a:br>
            <a:r>
              <a:rPr lang="en-US" sz="1600" b="1" dirty="0"/>
              <a:t>Test:</a:t>
            </a:r>
            <a:r>
              <a:rPr lang="en-US" sz="1600" dirty="0"/>
              <a:t> Print temp and humidity on Serial; warm or cool the sensor to confirm changes.</a:t>
            </a:r>
            <a:endParaRPr lang="en-IN" sz="1600" dirty="0"/>
          </a:p>
        </p:txBody>
      </p:sp>
      <p:sp>
        <p:nvSpPr>
          <p:cNvPr id="2100" name="Google Shape;2100;p42">
            <a:extLst>
              <a:ext uri="{FF2B5EF4-FFF2-40B4-BE49-F238E27FC236}">
                <a16:creationId xmlns:a16="http://schemas.microsoft.com/office/drawing/2014/main" id="{13A83A69-D365-F383-A7F6-8E89609F5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8561" y="641978"/>
            <a:ext cx="7672102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DHT22 (Temperature &amp; Humidity)</a:t>
            </a:r>
            <a:endParaRPr dirty="0"/>
          </a:p>
        </p:txBody>
      </p:sp>
      <p:grpSp>
        <p:nvGrpSpPr>
          <p:cNvPr id="2168" name="Google Shape;2168;p42">
            <a:extLst>
              <a:ext uri="{FF2B5EF4-FFF2-40B4-BE49-F238E27FC236}">
                <a16:creationId xmlns:a16="http://schemas.microsoft.com/office/drawing/2014/main" id="{5FE9894D-302F-281C-D24B-27F27E25E233}"/>
              </a:ext>
            </a:extLst>
          </p:cNvPr>
          <p:cNvGrpSpPr/>
          <p:nvPr/>
        </p:nvGrpSpPr>
        <p:grpSpPr>
          <a:xfrm rot="20088861">
            <a:off x="275267" y="4091800"/>
            <a:ext cx="553923" cy="895985"/>
            <a:chOff x="1463275" y="2373500"/>
            <a:chExt cx="484900" cy="711125"/>
          </a:xfrm>
        </p:grpSpPr>
        <p:sp>
          <p:nvSpPr>
            <p:cNvPr id="2169" name="Google Shape;2169;p42">
              <a:extLst>
                <a:ext uri="{FF2B5EF4-FFF2-40B4-BE49-F238E27FC236}">
                  <a16:creationId xmlns:a16="http://schemas.microsoft.com/office/drawing/2014/main" id="{7125D264-AA29-5577-3AB8-72514036EBF5}"/>
                </a:ext>
              </a:extLst>
            </p:cNvPr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0" name="Google Shape;2170;p42">
              <a:extLst>
                <a:ext uri="{FF2B5EF4-FFF2-40B4-BE49-F238E27FC236}">
                  <a16:creationId xmlns:a16="http://schemas.microsoft.com/office/drawing/2014/main" id="{F019CFCE-86E6-5577-02A0-F0D8FEC393E3}"/>
                </a:ext>
              </a:extLst>
            </p:cNvPr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2171" name="Google Shape;2171;p42">
                <a:extLst>
                  <a:ext uri="{FF2B5EF4-FFF2-40B4-BE49-F238E27FC236}">
                    <a16:creationId xmlns:a16="http://schemas.microsoft.com/office/drawing/2014/main" id="{B3296C0B-93B3-9712-6A1B-CDFD1F7079D4}"/>
                  </a:ext>
                </a:extLst>
              </p:cNvPr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2">
                <a:extLst>
                  <a:ext uri="{FF2B5EF4-FFF2-40B4-BE49-F238E27FC236}">
                    <a16:creationId xmlns:a16="http://schemas.microsoft.com/office/drawing/2014/main" id="{9C4184B6-C028-8DDD-3894-954DA1901DD6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2">
                <a:extLst>
                  <a:ext uri="{FF2B5EF4-FFF2-40B4-BE49-F238E27FC236}">
                    <a16:creationId xmlns:a16="http://schemas.microsoft.com/office/drawing/2014/main" id="{EC0F0087-6211-55E0-F918-3AA5583C0230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2">
                <a:extLst>
                  <a:ext uri="{FF2B5EF4-FFF2-40B4-BE49-F238E27FC236}">
                    <a16:creationId xmlns:a16="http://schemas.microsoft.com/office/drawing/2014/main" id="{45FE1668-7B7D-E8DE-B9DA-A09A61D298BF}"/>
                  </a:ext>
                </a:extLst>
              </p:cNvPr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2">
                <a:extLst>
                  <a:ext uri="{FF2B5EF4-FFF2-40B4-BE49-F238E27FC236}">
                    <a16:creationId xmlns:a16="http://schemas.microsoft.com/office/drawing/2014/main" id="{4F23A511-3A2F-0194-AD4E-3A6A601F901A}"/>
                  </a:ext>
                </a:extLst>
              </p:cNvPr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2">
                <a:extLst>
                  <a:ext uri="{FF2B5EF4-FFF2-40B4-BE49-F238E27FC236}">
                    <a16:creationId xmlns:a16="http://schemas.microsoft.com/office/drawing/2014/main" id="{D570A025-48C2-2667-E5BF-0FC3764A5FB5}"/>
                  </a:ext>
                </a:extLst>
              </p:cNvPr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2">
                <a:extLst>
                  <a:ext uri="{FF2B5EF4-FFF2-40B4-BE49-F238E27FC236}">
                    <a16:creationId xmlns:a16="http://schemas.microsoft.com/office/drawing/2014/main" id="{BD83BB88-B52F-39AA-10DA-B66ABBB177F6}"/>
                  </a:ext>
                </a:extLst>
              </p:cNvPr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2">
                <a:extLst>
                  <a:ext uri="{FF2B5EF4-FFF2-40B4-BE49-F238E27FC236}">
                    <a16:creationId xmlns:a16="http://schemas.microsoft.com/office/drawing/2014/main" id="{57D5CCC4-6AF6-763D-F1A3-5ECF9A8D18D8}"/>
                  </a:ext>
                </a:extLst>
              </p:cNvPr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2">
                <a:extLst>
                  <a:ext uri="{FF2B5EF4-FFF2-40B4-BE49-F238E27FC236}">
                    <a16:creationId xmlns:a16="http://schemas.microsoft.com/office/drawing/2014/main" id="{2018FF03-804D-7C2A-94FA-66EE428A31A6}"/>
                  </a:ext>
                </a:extLst>
              </p:cNvPr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2">
                <a:extLst>
                  <a:ext uri="{FF2B5EF4-FFF2-40B4-BE49-F238E27FC236}">
                    <a16:creationId xmlns:a16="http://schemas.microsoft.com/office/drawing/2014/main" id="{77D6E3B2-1247-D155-D007-84D8C0EA11C1}"/>
                  </a:ext>
                </a:extLst>
              </p:cNvPr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2">
                <a:extLst>
                  <a:ext uri="{FF2B5EF4-FFF2-40B4-BE49-F238E27FC236}">
                    <a16:creationId xmlns:a16="http://schemas.microsoft.com/office/drawing/2014/main" id="{602326B6-E017-09FC-2A5F-636E1FE30F71}"/>
                  </a:ext>
                </a:extLst>
              </p:cNvPr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2">
                <a:extLst>
                  <a:ext uri="{FF2B5EF4-FFF2-40B4-BE49-F238E27FC236}">
                    <a16:creationId xmlns:a16="http://schemas.microsoft.com/office/drawing/2014/main" id="{F1EBDF5C-0AB4-B7C6-BED6-E559733576C1}"/>
                  </a:ext>
                </a:extLst>
              </p:cNvPr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2">
                <a:extLst>
                  <a:ext uri="{FF2B5EF4-FFF2-40B4-BE49-F238E27FC236}">
                    <a16:creationId xmlns:a16="http://schemas.microsoft.com/office/drawing/2014/main" id="{7A7D9E17-C38D-47A3-6452-96A294E29EF0}"/>
                  </a:ext>
                </a:extLst>
              </p:cNvPr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2">
                <a:extLst>
                  <a:ext uri="{FF2B5EF4-FFF2-40B4-BE49-F238E27FC236}">
                    <a16:creationId xmlns:a16="http://schemas.microsoft.com/office/drawing/2014/main" id="{4D42A0ED-9C56-BFE5-7F1D-736E674038F8}"/>
                  </a:ext>
                </a:extLst>
              </p:cNvPr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2">
                <a:extLst>
                  <a:ext uri="{FF2B5EF4-FFF2-40B4-BE49-F238E27FC236}">
                    <a16:creationId xmlns:a16="http://schemas.microsoft.com/office/drawing/2014/main" id="{0C5CE3AC-93ED-EA57-FBF9-8D6C93CB52B2}"/>
                  </a:ext>
                </a:extLst>
              </p:cNvPr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2">
                <a:extLst>
                  <a:ext uri="{FF2B5EF4-FFF2-40B4-BE49-F238E27FC236}">
                    <a16:creationId xmlns:a16="http://schemas.microsoft.com/office/drawing/2014/main" id="{D716F351-CD14-AFA0-C7D7-07415F20FAF4}"/>
                  </a:ext>
                </a:extLst>
              </p:cNvPr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2">
                <a:extLst>
                  <a:ext uri="{FF2B5EF4-FFF2-40B4-BE49-F238E27FC236}">
                    <a16:creationId xmlns:a16="http://schemas.microsoft.com/office/drawing/2014/main" id="{B0477023-C323-8A93-031C-243AA2416B00}"/>
                  </a:ext>
                </a:extLst>
              </p:cNvPr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2">
                <a:extLst>
                  <a:ext uri="{FF2B5EF4-FFF2-40B4-BE49-F238E27FC236}">
                    <a16:creationId xmlns:a16="http://schemas.microsoft.com/office/drawing/2014/main" id="{449843DB-E085-2DCE-0DD0-418B5B4E4D16}"/>
                  </a:ext>
                </a:extLst>
              </p:cNvPr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2">
                <a:extLst>
                  <a:ext uri="{FF2B5EF4-FFF2-40B4-BE49-F238E27FC236}">
                    <a16:creationId xmlns:a16="http://schemas.microsoft.com/office/drawing/2014/main" id="{9913516C-3240-1DE4-1DF9-18C225A03484}"/>
                  </a:ext>
                </a:extLst>
              </p:cNvPr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2">
                <a:extLst>
                  <a:ext uri="{FF2B5EF4-FFF2-40B4-BE49-F238E27FC236}">
                    <a16:creationId xmlns:a16="http://schemas.microsoft.com/office/drawing/2014/main" id="{4BB07526-B72B-FF38-C251-A6F43D716E23}"/>
                  </a:ext>
                </a:extLst>
              </p:cNvPr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2">
                <a:extLst>
                  <a:ext uri="{FF2B5EF4-FFF2-40B4-BE49-F238E27FC236}">
                    <a16:creationId xmlns:a16="http://schemas.microsoft.com/office/drawing/2014/main" id="{8758A972-67A0-9064-44C4-4D8AE7F96D04}"/>
                  </a:ext>
                </a:extLst>
              </p:cNvPr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2">
                <a:extLst>
                  <a:ext uri="{FF2B5EF4-FFF2-40B4-BE49-F238E27FC236}">
                    <a16:creationId xmlns:a16="http://schemas.microsoft.com/office/drawing/2014/main" id="{14D75699-178F-8D50-AFE5-9ABFBD38E493}"/>
                  </a:ext>
                </a:extLst>
              </p:cNvPr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>
                <a:extLst>
                  <a:ext uri="{FF2B5EF4-FFF2-40B4-BE49-F238E27FC236}">
                    <a16:creationId xmlns:a16="http://schemas.microsoft.com/office/drawing/2014/main" id="{E1490BEE-728E-881F-A2B3-A39DE23C2C4D}"/>
                  </a:ext>
                </a:extLst>
              </p:cNvPr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>
                <a:extLst>
                  <a:ext uri="{FF2B5EF4-FFF2-40B4-BE49-F238E27FC236}">
                    <a16:creationId xmlns:a16="http://schemas.microsoft.com/office/drawing/2014/main" id="{271DBBFF-AF67-6A1C-A7F0-862C3374F332}"/>
                  </a:ext>
                </a:extLst>
              </p:cNvPr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>
                <a:extLst>
                  <a:ext uri="{FF2B5EF4-FFF2-40B4-BE49-F238E27FC236}">
                    <a16:creationId xmlns:a16="http://schemas.microsoft.com/office/drawing/2014/main" id="{0E239520-D01D-987A-2666-BF1B27BC835E}"/>
                  </a:ext>
                </a:extLst>
              </p:cNvPr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>
                <a:extLst>
                  <a:ext uri="{FF2B5EF4-FFF2-40B4-BE49-F238E27FC236}">
                    <a16:creationId xmlns:a16="http://schemas.microsoft.com/office/drawing/2014/main" id="{3A18CF10-AB97-4905-135A-008A3ECB9039}"/>
                  </a:ext>
                </a:extLst>
              </p:cNvPr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>
                <a:extLst>
                  <a:ext uri="{FF2B5EF4-FFF2-40B4-BE49-F238E27FC236}">
                    <a16:creationId xmlns:a16="http://schemas.microsoft.com/office/drawing/2014/main" id="{3F6672EC-2262-A0C4-F45E-D88CE32FEBAA}"/>
                  </a:ext>
                </a:extLst>
              </p:cNvPr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2">
                <a:extLst>
                  <a:ext uri="{FF2B5EF4-FFF2-40B4-BE49-F238E27FC236}">
                    <a16:creationId xmlns:a16="http://schemas.microsoft.com/office/drawing/2014/main" id="{D6DB65D2-36C9-B09D-A81B-0D47DE59253B}"/>
                  </a:ext>
                </a:extLst>
              </p:cNvPr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2">
                <a:extLst>
                  <a:ext uri="{FF2B5EF4-FFF2-40B4-BE49-F238E27FC236}">
                    <a16:creationId xmlns:a16="http://schemas.microsoft.com/office/drawing/2014/main" id="{D510843B-3AAB-CFAD-629A-4A748B211AE7}"/>
                  </a:ext>
                </a:extLst>
              </p:cNvPr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>
                <a:extLst>
                  <a:ext uri="{FF2B5EF4-FFF2-40B4-BE49-F238E27FC236}">
                    <a16:creationId xmlns:a16="http://schemas.microsoft.com/office/drawing/2014/main" id="{927F10C9-BC1A-6939-6359-2CE9D39077E2}"/>
                  </a:ext>
                </a:extLst>
              </p:cNvPr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2">
                <a:extLst>
                  <a:ext uri="{FF2B5EF4-FFF2-40B4-BE49-F238E27FC236}">
                    <a16:creationId xmlns:a16="http://schemas.microsoft.com/office/drawing/2014/main" id="{1E741D87-BBF3-DB6D-44D9-2436FA1C1AC5}"/>
                  </a:ext>
                </a:extLst>
              </p:cNvPr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2">
                <a:extLst>
                  <a:ext uri="{FF2B5EF4-FFF2-40B4-BE49-F238E27FC236}">
                    <a16:creationId xmlns:a16="http://schemas.microsoft.com/office/drawing/2014/main" id="{FCAD0DCD-5606-BAC2-A146-578C85888D26}"/>
                  </a:ext>
                </a:extLst>
              </p:cNvPr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>
                <a:extLst>
                  <a:ext uri="{FF2B5EF4-FFF2-40B4-BE49-F238E27FC236}">
                    <a16:creationId xmlns:a16="http://schemas.microsoft.com/office/drawing/2014/main" id="{AA0F8622-C377-B956-1FDA-B260535BA21C}"/>
                  </a:ext>
                </a:extLst>
              </p:cNvPr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2">
                <a:extLst>
                  <a:ext uri="{FF2B5EF4-FFF2-40B4-BE49-F238E27FC236}">
                    <a16:creationId xmlns:a16="http://schemas.microsoft.com/office/drawing/2014/main" id="{71B44CED-C0CB-8E46-5728-29838FADB70B}"/>
                  </a:ext>
                </a:extLst>
              </p:cNvPr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2">
                <a:extLst>
                  <a:ext uri="{FF2B5EF4-FFF2-40B4-BE49-F238E27FC236}">
                    <a16:creationId xmlns:a16="http://schemas.microsoft.com/office/drawing/2014/main" id="{A4AE1424-7126-5423-73E9-A1E84D19BD90}"/>
                  </a:ext>
                </a:extLst>
              </p:cNvPr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2">
                <a:extLst>
                  <a:ext uri="{FF2B5EF4-FFF2-40B4-BE49-F238E27FC236}">
                    <a16:creationId xmlns:a16="http://schemas.microsoft.com/office/drawing/2014/main" id="{8DB6EEC9-DC9E-9479-4171-AD8A4C88CE39}"/>
                  </a:ext>
                </a:extLst>
              </p:cNvPr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2">
                <a:extLst>
                  <a:ext uri="{FF2B5EF4-FFF2-40B4-BE49-F238E27FC236}">
                    <a16:creationId xmlns:a16="http://schemas.microsoft.com/office/drawing/2014/main" id="{0B9E190C-2463-4778-7B67-C37311627187}"/>
                  </a:ext>
                </a:extLst>
              </p:cNvPr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2">
                <a:extLst>
                  <a:ext uri="{FF2B5EF4-FFF2-40B4-BE49-F238E27FC236}">
                    <a16:creationId xmlns:a16="http://schemas.microsoft.com/office/drawing/2014/main" id="{357AE016-44C4-DEF6-3083-B40F7D09B0FB}"/>
                  </a:ext>
                </a:extLst>
              </p:cNvPr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2">
                <a:extLst>
                  <a:ext uri="{FF2B5EF4-FFF2-40B4-BE49-F238E27FC236}">
                    <a16:creationId xmlns:a16="http://schemas.microsoft.com/office/drawing/2014/main" id="{6108DE1C-95F7-5F29-D4BC-F36357DBF114}"/>
                  </a:ext>
                </a:extLst>
              </p:cNvPr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2">
                <a:extLst>
                  <a:ext uri="{FF2B5EF4-FFF2-40B4-BE49-F238E27FC236}">
                    <a16:creationId xmlns:a16="http://schemas.microsoft.com/office/drawing/2014/main" id="{5A6126CA-79C2-2590-4A7D-748D198DE0F5}"/>
                  </a:ext>
                </a:extLst>
              </p:cNvPr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2">
                <a:extLst>
                  <a:ext uri="{FF2B5EF4-FFF2-40B4-BE49-F238E27FC236}">
                    <a16:creationId xmlns:a16="http://schemas.microsoft.com/office/drawing/2014/main" id="{C203D3FD-838C-6A1C-A3F5-FDB073A8ED4A}"/>
                  </a:ext>
                </a:extLst>
              </p:cNvPr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2">
                <a:extLst>
                  <a:ext uri="{FF2B5EF4-FFF2-40B4-BE49-F238E27FC236}">
                    <a16:creationId xmlns:a16="http://schemas.microsoft.com/office/drawing/2014/main" id="{8E7E0E90-38B2-463C-946D-8BCFEB6326FE}"/>
                  </a:ext>
                </a:extLst>
              </p:cNvPr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2">
                <a:extLst>
                  <a:ext uri="{FF2B5EF4-FFF2-40B4-BE49-F238E27FC236}">
                    <a16:creationId xmlns:a16="http://schemas.microsoft.com/office/drawing/2014/main" id="{E45A6906-114D-3064-34EE-C8E4E9B25AE7}"/>
                  </a:ext>
                </a:extLst>
              </p:cNvPr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2">
                <a:extLst>
                  <a:ext uri="{FF2B5EF4-FFF2-40B4-BE49-F238E27FC236}">
                    <a16:creationId xmlns:a16="http://schemas.microsoft.com/office/drawing/2014/main" id="{40CE585B-58F5-AE7E-C50F-63AE79FBDCC9}"/>
                  </a:ext>
                </a:extLst>
              </p:cNvPr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2">
                <a:extLst>
                  <a:ext uri="{FF2B5EF4-FFF2-40B4-BE49-F238E27FC236}">
                    <a16:creationId xmlns:a16="http://schemas.microsoft.com/office/drawing/2014/main" id="{F0FB604F-ADEB-3426-CFB3-E9DFFC68A480}"/>
                  </a:ext>
                </a:extLst>
              </p:cNvPr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2">
                <a:extLst>
                  <a:ext uri="{FF2B5EF4-FFF2-40B4-BE49-F238E27FC236}">
                    <a16:creationId xmlns:a16="http://schemas.microsoft.com/office/drawing/2014/main" id="{0D16DC9A-C5B3-DD61-1CD4-28839ED37FEC}"/>
                  </a:ext>
                </a:extLst>
              </p:cNvPr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2">
                <a:extLst>
                  <a:ext uri="{FF2B5EF4-FFF2-40B4-BE49-F238E27FC236}">
                    <a16:creationId xmlns:a16="http://schemas.microsoft.com/office/drawing/2014/main" id="{7F1CEAB7-7482-A288-3EC4-7267899E4AFB}"/>
                  </a:ext>
                </a:extLst>
              </p:cNvPr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2">
                <a:extLst>
                  <a:ext uri="{FF2B5EF4-FFF2-40B4-BE49-F238E27FC236}">
                    <a16:creationId xmlns:a16="http://schemas.microsoft.com/office/drawing/2014/main" id="{63379C48-D179-F0DB-B3FB-D5822F07E1A0}"/>
                  </a:ext>
                </a:extLst>
              </p:cNvPr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2">
                <a:extLst>
                  <a:ext uri="{FF2B5EF4-FFF2-40B4-BE49-F238E27FC236}">
                    <a16:creationId xmlns:a16="http://schemas.microsoft.com/office/drawing/2014/main" id="{BABFC497-F6F6-E0B5-166A-0B698B362055}"/>
                  </a:ext>
                </a:extLst>
              </p:cNvPr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2">
                <a:extLst>
                  <a:ext uri="{FF2B5EF4-FFF2-40B4-BE49-F238E27FC236}">
                    <a16:creationId xmlns:a16="http://schemas.microsoft.com/office/drawing/2014/main" id="{4F762941-6DD8-D95D-D951-C7A13EFB4536}"/>
                  </a:ext>
                </a:extLst>
              </p:cNvPr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2">
                <a:extLst>
                  <a:ext uri="{FF2B5EF4-FFF2-40B4-BE49-F238E27FC236}">
                    <a16:creationId xmlns:a16="http://schemas.microsoft.com/office/drawing/2014/main" id="{71477B60-EEC6-5DFA-167F-E1829B4C7F71}"/>
                  </a:ext>
                </a:extLst>
              </p:cNvPr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F6D6B7E-5546-39B0-8125-BE239E08E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27" y="1618546"/>
            <a:ext cx="1177226" cy="240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10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>
          <a:extLst>
            <a:ext uri="{FF2B5EF4-FFF2-40B4-BE49-F238E27FC236}">
              <a16:creationId xmlns:a16="http://schemas.microsoft.com/office/drawing/2014/main" id="{9F6B5664-B535-11F3-525A-D17E9F5F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9" name="Google Shape;2089;p42">
            <a:extLst>
              <a:ext uri="{FF2B5EF4-FFF2-40B4-BE49-F238E27FC236}">
                <a16:creationId xmlns:a16="http://schemas.microsoft.com/office/drawing/2014/main" id="{5D8AE892-3B28-19A9-3355-1CF25EE8142C}"/>
              </a:ext>
            </a:extLst>
          </p:cNvPr>
          <p:cNvGrpSpPr/>
          <p:nvPr/>
        </p:nvGrpSpPr>
        <p:grpSpPr>
          <a:xfrm>
            <a:off x="8360690" y="406194"/>
            <a:ext cx="430885" cy="203666"/>
            <a:chOff x="8703675" y="886625"/>
            <a:chExt cx="69975" cy="33075"/>
          </a:xfrm>
        </p:grpSpPr>
        <p:sp>
          <p:nvSpPr>
            <p:cNvPr id="2090" name="Google Shape;2090;p42">
              <a:extLst>
                <a:ext uri="{FF2B5EF4-FFF2-40B4-BE49-F238E27FC236}">
                  <a16:creationId xmlns:a16="http://schemas.microsoft.com/office/drawing/2014/main" id="{FDD4FDCC-9112-D563-BE60-ED9E3C4198D1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>
              <a:extLst>
                <a:ext uri="{FF2B5EF4-FFF2-40B4-BE49-F238E27FC236}">
                  <a16:creationId xmlns:a16="http://schemas.microsoft.com/office/drawing/2014/main" id="{E4BFB675-0CCA-9DF0-25AC-B11E52574B47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>
            <a:extLst>
              <a:ext uri="{FF2B5EF4-FFF2-40B4-BE49-F238E27FC236}">
                <a16:creationId xmlns:a16="http://schemas.microsoft.com/office/drawing/2014/main" id="{A8E9F584-D475-4C85-25B2-AACF535B65FD}"/>
              </a:ext>
            </a:extLst>
          </p:cNvPr>
          <p:cNvGrpSpPr/>
          <p:nvPr/>
        </p:nvGrpSpPr>
        <p:grpSpPr>
          <a:xfrm>
            <a:off x="2152595" y="4260310"/>
            <a:ext cx="744312" cy="221985"/>
            <a:chOff x="8652775" y="883650"/>
            <a:chExt cx="120875" cy="36050"/>
          </a:xfrm>
        </p:grpSpPr>
        <p:sp>
          <p:nvSpPr>
            <p:cNvPr id="2093" name="Google Shape;2093;p42">
              <a:extLst>
                <a:ext uri="{FF2B5EF4-FFF2-40B4-BE49-F238E27FC236}">
                  <a16:creationId xmlns:a16="http://schemas.microsoft.com/office/drawing/2014/main" id="{AB03D68F-AFCB-FBF5-41C5-4B7E1C292BD9}"/>
                </a:ext>
              </a:extLst>
            </p:cNvPr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>
              <a:extLst>
                <a:ext uri="{FF2B5EF4-FFF2-40B4-BE49-F238E27FC236}">
                  <a16:creationId xmlns:a16="http://schemas.microsoft.com/office/drawing/2014/main" id="{DEDB669A-D5AF-7B63-ECA7-47DF9AD21745}"/>
                </a:ext>
              </a:extLst>
            </p:cNvPr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>
              <a:extLst>
                <a:ext uri="{FF2B5EF4-FFF2-40B4-BE49-F238E27FC236}">
                  <a16:creationId xmlns:a16="http://schemas.microsoft.com/office/drawing/2014/main" id="{DC59794E-0400-86C9-A53B-A00B89AB934D}"/>
                </a:ext>
              </a:extLst>
            </p:cNvPr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>
              <a:extLst>
                <a:ext uri="{FF2B5EF4-FFF2-40B4-BE49-F238E27FC236}">
                  <a16:creationId xmlns:a16="http://schemas.microsoft.com/office/drawing/2014/main" id="{D95200A0-0E9F-F82D-6A57-F7343F57CB8E}"/>
                </a:ext>
              </a:extLst>
            </p:cNvPr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>
              <a:extLst>
                <a:ext uri="{FF2B5EF4-FFF2-40B4-BE49-F238E27FC236}">
                  <a16:creationId xmlns:a16="http://schemas.microsoft.com/office/drawing/2014/main" id="{5589C628-6A9F-12D4-DFF2-074AF4182AAE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>
              <a:extLst>
                <a:ext uri="{FF2B5EF4-FFF2-40B4-BE49-F238E27FC236}">
                  <a16:creationId xmlns:a16="http://schemas.microsoft.com/office/drawing/2014/main" id="{230C6138-AE24-3DEC-2BA2-938B5E5A0180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42">
            <a:extLst>
              <a:ext uri="{FF2B5EF4-FFF2-40B4-BE49-F238E27FC236}">
                <a16:creationId xmlns:a16="http://schemas.microsoft.com/office/drawing/2014/main" id="{0E023AF5-9F7C-B74A-287D-8FB2DA6944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6683" y="1492902"/>
            <a:ext cx="5694556" cy="290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What it is:</a:t>
            </a:r>
            <a:r>
              <a:rPr lang="en-US" dirty="0"/>
              <a:t> H-bridge driver to control DC motors direction and speed.</a:t>
            </a:r>
          </a:p>
          <a:p>
            <a:br>
              <a:rPr lang="en-US" dirty="0"/>
            </a:br>
            <a:r>
              <a:rPr lang="en-US" b="1" dirty="0"/>
              <a:t>Role:</a:t>
            </a:r>
            <a:r>
              <a:rPr lang="en-US" dirty="0"/>
              <a:t> Drives the 6 DC motors for movement.</a:t>
            </a:r>
            <a:br>
              <a:rPr lang="en-US" dirty="0"/>
            </a:br>
            <a:r>
              <a:rPr lang="en-US" b="1" dirty="0"/>
              <a:t>Wiring/Power:</a:t>
            </a:r>
            <a:r>
              <a:rPr lang="en-US" dirty="0"/>
              <a:t> Motor supply (12V) to driver </a:t>
            </a:r>
            <a:r>
              <a:rPr lang="en-US" dirty="0" err="1"/>
              <a:t>Vmotor</a:t>
            </a:r>
            <a:r>
              <a:rPr lang="en-US" dirty="0"/>
              <a:t>, driver logic to 5V. Connect Arduino PWM outputs to EN pins and digital pins to IN1–IN4. Use flyback diodes and proper current rating.</a:t>
            </a:r>
            <a:br>
              <a:rPr lang="en-US" dirty="0"/>
            </a:br>
            <a:r>
              <a:rPr lang="en-US" b="1" dirty="0"/>
              <a:t>Dev tips:</a:t>
            </a:r>
            <a:r>
              <a:rPr lang="en-US" dirty="0"/>
              <a:t> L298N is bulky and dissipates heat—use heatsink. Consider modern MOSFET drivers or motor controllers for efficiency.</a:t>
            </a:r>
            <a:br>
              <a:rPr lang="en-US" dirty="0"/>
            </a:br>
            <a:r>
              <a:rPr lang="en-US" b="1" dirty="0"/>
              <a:t>Test:</a:t>
            </a:r>
            <a:r>
              <a:rPr lang="en-US" dirty="0"/>
              <a:t> Send PWM and direction commands; verify motors turn correctly and stop on command.</a:t>
            </a:r>
            <a:endParaRPr lang="en-IN" dirty="0"/>
          </a:p>
        </p:txBody>
      </p:sp>
      <p:sp>
        <p:nvSpPr>
          <p:cNvPr id="2100" name="Google Shape;2100;p42">
            <a:extLst>
              <a:ext uri="{FF2B5EF4-FFF2-40B4-BE49-F238E27FC236}">
                <a16:creationId xmlns:a16="http://schemas.microsoft.com/office/drawing/2014/main" id="{66775EBA-122B-D56A-C0A6-4BD67E4071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9473" y="641235"/>
            <a:ext cx="7188821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Motor Driver (L298N / L293D)</a:t>
            </a:r>
            <a:endParaRPr dirty="0"/>
          </a:p>
        </p:txBody>
      </p:sp>
      <p:grpSp>
        <p:nvGrpSpPr>
          <p:cNvPr id="2168" name="Google Shape;2168;p42">
            <a:extLst>
              <a:ext uri="{FF2B5EF4-FFF2-40B4-BE49-F238E27FC236}">
                <a16:creationId xmlns:a16="http://schemas.microsoft.com/office/drawing/2014/main" id="{7B2C51B7-9683-906B-6135-77246DCDD150}"/>
              </a:ext>
            </a:extLst>
          </p:cNvPr>
          <p:cNvGrpSpPr/>
          <p:nvPr/>
        </p:nvGrpSpPr>
        <p:grpSpPr>
          <a:xfrm rot="20088861">
            <a:off x="275267" y="4091800"/>
            <a:ext cx="553923" cy="895985"/>
            <a:chOff x="1463275" y="2373500"/>
            <a:chExt cx="484900" cy="711125"/>
          </a:xfrm>
        </p:grpSpPr>
        <p:sp>
          <p:nvSpPr>
            <p:cNvPr id="2169" name="Google Shape;2169;p42">
              <a:extLst>
                <a:ext uri="{FF2B5EF4-FFF2-40B4-BE49-F238E27FC236}">
                  <a16:creationId xmlns:a16="http://schemas.microsoft.com/office/drawing/2014/main" id="{1BF088FC-E12A-06E6-20DE-BDF0B19B4A08}"/>
                </a:ext>
              </a:extLst>
            </p:cNvPr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0" name="Google Shape;2170;p42">
              <a:extLst>
                <a:ext uri="{FF2B5EF4-FFF2-40B4-BE49-F238E27FC236}">
                  <a16:creationId xmlns:a16="http://schemas.microsoft.com/office/drawing/2014/main" id="{58463680-C535-9817-65B1-3A0E8F403589}"/>
                </a:ext>
              </a:extLst>
            </p:cNvPr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2171" name="Google Shape;2171;p42">
                <a:extLst>
                  <a:ext uri="{FF2B5EF4-FFF2-40B4-BE49-F238E27FC236}">
                    <a16:creationId xmlns:a16="http://schemas.microsoft.com/office/drawing/2014/main" id="{9AF29A03-B526-77B6-77E6-9BDEA0EEB84F}"/>
                  </a:ext>
                </a:extLst>
              </p:cNvPr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2">
                <a:extLst>
                  <a:ext uri="{FF2B5EF4-FFF2-40B4-BE49-F238E27FC236}">
                    <a16:creationId xmlns:a16="http://schemas.microsoft.com/office/drawing/2014/main" id="{E53604DE-3AEC-C649-4315-D00BCC76624E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2">
                <a:extLst>
                  <a:ext uri="{FF2B5EF4-FFF2-40B4-BE49-F238E27FC236}">
                    <a16:creationId xmlns:a16="http://schemas.microsoft.com/office/drawing/2014/main" id="{722889EA-AA76-AA90-D9CE-E161C675CFB7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2">
                <a:extLst>
                  <a:ext uri="{FF2B5EF4-FFF2-40B4-BE49-F238E27FC236}">
                    <a16:creationId xmlns:a16="http://schemas.microsoft.com/office/drawing/2014/main" id="{5C8760AA-9B39-7B47-9B82-96883B37BE1C}"/>
                  </a:ext>
                </a:extLst>
              </p:cNvPr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2">
                <a:extLst>
                  <a:ext uri="{FF2B5EF4-FFF2-40B4-BE49-F238E27FC236}">
                    <a16:creationId xmlns:a16="http://schemas.microsoft.com/office/drawing/2014/main" id="{4BEB2647-B31D-C8F6-2B64-AD917C7AD1AF}"/>
                  </a:ext>
                </a:extLst>
              </p:cNvPr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2">
                <a:extLst>
                  <a:ext uri="{FF2B5EF4-FFF2-40B4-BE49-F238E27FC236}">
                    <a16:creationId xmlns:a16="http://schemas.microsoft.com/office/drawing/2014/main" id="{E0FFAFC6-2332-DF6F-59FF-78A30735D122}"/>
                  </a:ext>
                </a:extLst>
              </p:cNvPr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2">
                <a:extLst>
                  <a:ext uri="{FF2B5EF4-FFF2-40B4-BE49-F238E27FC236}">
                    <a16:creationId xmlns:a16="http://schemas.microsoft.com/office/drawing/2014/main" id="{01A6029C-9328-16CE-5AB2-1EA55BC14A84}"/>
                  </a:ext>
                </a:extLst>
              </p:cNvPr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2">
                <a:extLst>
                  <a:ext uri="{FF2B5EF4-FFF2-40B4-BE49-F238E27FC236}">
                    <a16:creationId xmlns:a16="http://schemas.microsoft.com/office/drawing/2014/main" id="{70A2A31D-A9AA-D0CE-722D-CC8812EB2261}"/>
                  </a:ext>
                </a:extLst>
              </p:cNvPr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2">
                <a:extLst>
                  <a:ext uri="{FF2B5EF4-FFF2-40B4-BE49-F238E27FC236}">
                    <a16:creationId xmlns:a16="http://schemas.microsoft.com/office/drawing/2014/main" id="{40541078-0A3F-D1EB-DA4F-E53F3C137C3F}"/>
                  </a:ext>
                </a:extLst>
              </p:cNvPr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2">
                <a:extLst>
                  <a:ext uri="{FF2B5EF4-FFF2-40B4-BE49-F238E27FC236}">
                    <a16:creationId xmlns:a16="http://schemas.microsoft.com/office/drawing/2014/main" id="{268F0B69-B77C-0569-8266-0EB3C5B947D3}"/>
                  </a:ext>
                </a:extLst>
              </p:cNvPr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2">
                <a:extLst>
                  <a:ext uri="{FF2B5EF4-FFF2-40B4-BE49-F238E27FC236}">
                    <a16:creationId xmlns:a16="http://schemas.microsoft.com/office/drawing/2014/main" id="{E72DABE8-463D-2C84-53DB-40AAC79D8B2F}"/>
                  </a:ext>
                </a:extLst>
              </p:cNvPr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2">
                <a:extLst>
                  <a:ext uri="{FF2B5EF4-FFF2-40B4-BE49-F238E27FC236}">
                    <a16:creationId xmlns:a16="http://schemas.microsoft.com/office/drawing/2014/main" id="{B002BF1E-585C-F7F7-62FD-EEBF2C4050BE}"/>
                  </a:ext>
                </a:extLst>
              </p:cNvPr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2">
                <a:extLst>
                  <a:ext uri="{FF2B5EF4-FFF2-40B4-BE49-F238E27FC236}">
                    <a16:creationId xmlns:a16="http://schemas.microsoft.com/office/drawing/2014/main" id="{8B3F5F38-0EDF-E7C2-C8F4-3E7FA138D6C2}"/>
                  </a:ext>
                </a:extLst>
              </p:cNvPr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2">
                <a:extLst>
                  <a:ext uri="{FF2B5EF4-FFF2-40B4-BE49-F238E27FC236}">
                    <a16:creationId xmlns:a16="http://schemas.microsoft.com/office/drawing/2014/main" id="{E90779EA-F173-398F-2343-A424E0ACBE8C}"/>
                  </a:ext>
                </a:extLst>
              </p:cNvPr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2">
                <a:extLst>
                  <a:ext uri="{FF2B5EF4-FFF2-40B4-BE49-F238E27FC236}">
                    <a16:creationId xmlns:a16="http://schemas.microsoft.com/office/drawing/2014/main" id="{D07D9F95-2EB6-7979-859C-AF8C47EC2968}"/>
                  </a:ext>
                </a:extLst>
              </p:cNvPr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2">
                <a:extLst>
                  <a:ext uri="{FF2B5EF4-FFF2-40B4-BE49-F238E27FC236}">
                    <a16:creationId xmlns:a16="http://schemas.microsoft.com/office/drawing/2014/main" id="{1E77BAEF-C6FC-7CBC-D4E4-F61C680C29E4}"/>
                  </a:ext>
                </a:extLst>
              </p:cNvPr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2">
                <a:extLst>
                  <a:ext uri="{FF2B5EF4-FFF2-40B4-BE49-F238E27FC236}">
                    <a16:creationId xmlns:a16="http://schemas.microsoft.com/office/drawing/2014/main" id="{1093ACAC-2B5A-2289-4227-974C6D2C1044}"/>
                  </a:ext>
                </a:extLst>
              </p:cNvPr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2">
                <a:extLst>
                  <a:ext uri="{FF2B5EF4-FFF2-40B4-BE49-F238E27FC236}">
                    <a16:creationId xmlns:a16="http://schemas.microsoft.com/office/drawing/2014/main" id="{A843D5D7-EB5C-1313-A526-E5191ADA1A96}"/>
                  </a:ext>
                </a:extLst>
              </p:cNvPr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2">
                <a:extLst>
                  <a:ext uri="{FF2B5EF4-FFF2-40B4-BE49-F238E27FC236}">
                    <a16:creationId xmlns:a16="http://schemas.microsoft.com/office/drawing/2014/main" id="{2384F592-97F5-402D-5F30-41EACB30C5E6}"/>
                  </a:ext>
                </a:extLst>
              </p:cNvPr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2">
                <a:extLst>
                  <a:ext uri="{FF2B5EF4-FFF2-40B4-BE49-F238E27FC236}">
                    <a16:creationId xmlns:a16="http://schemas.microsoft.com/office/drawing/2014/main" id="{857A6F76-4300-4E95-DBEA-B2699FAAA528}"/>
                  </a:ext>
                </a:extLst>
              </p:cNvPr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2">
                <a:extLst>
                  <a:ext uri="{FF2B5EF4-FFF2-40B4-BE49-F238E27FC236}">
                    <a16:creationId xmlns:a16="http://schemas.microsoft.com/office/drawing/2014/main" id="{7DE57CAC-32E6-1CA6-C270-6B2C55949AFA}"/>
                  </a:ext>
                </a:extLst>
              </p:cNvPr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2">
                <a:extLst>
                  <a:ext uri="{FF2B5EF4-FFF2-40B4-BE49-F238E27FC236}">
                    <a16:creationId xmlns:a16="http://schemas.microsoft.com/office/drawing/2014/main" id="{44A633AF-FF88-92AE-05E7-15F739307ABC}"/>
                  </a:ext>
                </a:extLst>
              </p:cNvPr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>
                <a:extLst>
                  <a:ext uri="{FF2B5EF4-FFF2-40B4-BE49-F238E27FC236}">
                    <a16:creationId xmlns:a16="http://schemas.microsoft.com/office/drawing/2014/main" id="{F9DB7FC4-C53B-253B-7D6C-9815F217508D}"/>
                  </a:ext>
                </a:extLst>
              </p:cNvPr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>
                <a:extLst>
                  <a:ext uri="{FF2B5EF4-FFF2-40B4-BE49-F238E27FC236}">
                    <a16:creationId xmlns:a16="http://schemas.microsoft.com/office/drawing/2014/main" id="{2A37A35B-A8F0-B1B3-E23C-0D86C086C160}"/>
                  </a:ext>
                </a:extLst>
              </p:cNvPr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>
                <a:extLst>
                  <a:ext uri="{FF2B5EF4-FFF2-40B4-BE49-F238E27FC236}">
                    <a16:creationId xmlns:a16="http://schemas.microsoft.com/office/drawing/2014/main" id="{024916C3-5C52-E2F9-EAC0-E4BBCAAC3ECE}"/>
                  </a:ext>
                </a:extLst>
              </p:cNvPr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>
                <a:extLst>
                  <a:ext uri="{FF2B5EF4-FFF2-40B4-BE49-F238E27FC236}">
                    <a16:creationId xmlns:a16="http://schemas.microsoft.com/office/drawing/2014/main" id="{D929D2EC-D9B4-CD30-8441-983957B9E7FF}"/>
                  </a:ext>
                </a:extLst>
              </p:cNvPr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>
                <a:extLst>
                  <a:ext uri="{FF2B5EF4-FFF2-40B4-BE49-F238E27FC236}">
                    <a16:creationId xmlns:a16="http://schemas.microsoft.com/office/drawing/2014/main" id="{07E2048D-E229-71FA-127C-42906E5BC632}"/>
                  </a:ext>
                </a:extLst>
              </p:cNvPr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2">
                <a:extLst>
                  <a:ext uri="{FF2B5EF4-FFF2-40B4-BE49-F238E27FC236}">
                    <a16:creationId xmlns:a16="http://schemas.microsoft.com/office/drawing/2014/main" id="{6B23577B-DA65-C8FA-3E7B-7A114CA572F2}"/>
                  </a:ext>
                </a:extLst>
              </p:cNvPr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2">
                <a:extLst>
                  <a:ext uri="{FF2B5EF4-FFF2-40B4-BE49-F238E27FC236}">
                    <a16:creationId xmlns:a16="http://schemas.microsoft.com/office/drawing/2014/main" id="{ADC2ADFA-0403-134D-F38E-9EE87F0D8FB2}"/>
                  </a:ext>
                </a:extLst>
              </p:cNvPr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>
                <a:extLst>
                  <a:ext uri="{FF2B5EF4-FFF2-40B4-BE49-F238E27FC236}">
                    <a16:creationId xmlns:a16="http://schemas.microsoft.com/office/drawing/2014/main" id="{8604F099-AF5C-3096-6506-69BB1B9613A2}"/>
                  </a:ext>
                </a:extLst>
              </p:cNvPr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2">
                <a:extLst>
                  <a:ext uri="{FF2B5EF4-FFF2-40B4-BE49-F238E27FC236}">
                    <a16:creationId xmlns:a16="http://schemas.microsoft.com/office/drawing/2014/main" id="{C2E087DE-F10C-A305-C8C4-30DD322A7821}"/>
                  </a:ext>
                </a:extLst>
              </p:cNvPr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2">
                <a:extLst>
                  <a:ext uri="{FF2B5EF4-FFF2-40B4-BE49-F238E27FC236}">
                    <a16:creationId xmlns:a16="http://schemas.microsoft.com/office/drawing/2014/main" id="{5CE13D64-45E5-1A4B-F523-06DF70DDD094}"/>
                  </a:ext>
                </a:extLst>
              </p:cNvPr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>
                <a:extLst>
                  <a:ext uri="{FF2B5EF4-FFF2-40B4-BE49-F238E27FC236}">
                    <a16:creationId xmlns:a16="http://schemas.microsoft.com/office/drawing/2014/main" id="{BB8633D5-94C3-4715-D0BB-E4CBC2EED9B7}"/>
                  </a:ext>
                </a:extLst>
              </p:cNvPr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2">
                <a:extLst>
                  <a:ext uri="{FF2B5EF4-FFF2-40B4-BE49-F238E27FC236}">
                    <a16:creationId xmlns:a16="http://schemas.microsoft.com/office/drawing/2014/main" id="{DB14AC12-1243-EE69-0A12-021D1502B31F}"/>
                  </a:ext>
                </a:extLst>
              </p:cNvPr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2">
                <a:extLst>
                  <a:ext uri="{FF2B5EF4-FFF2-40B4-BE49-F238E27FC236}">
                    <a16:creationId xmlns:a16="http://schemas.microsoft.com/office/drawing/2014/main" id="{ADE48326-A683-8ADC-9034-12395FB85296}"/>
                  </a:ext>
                </a:extLst>
              </p:cNvPr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2">
                <a:extLst>
                  <a:ext uri="{FF2B5EF4-FFF2-40B4-BE49-F238E27FC236}">
                    <a16:creationId xmlns:a16="http://schemas.microsoft.com/office/drawing/2014/main" id="{48D84FA6-FBAF-FC82-FFA1-54827984C23E}"/>
                  </a:ext>
                </a:extLst>
              </p:cNvPr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2">
                <a:extLst>
                  <a:ext uri="{FF2B5EF4-FFF2-40B4-BE49-F238E27FC236}">
                    <a16:creationId xmlns:a16="http://schemas.microsoft.com/office/drawing/2014/main" id="{4A3A5F66-E767-0E2E-CB5B-BE5D8C0F9235}"/>
                  </a:ext>
                </a:extLst>
              </p:cNvPr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2">
                <a:extLst>
                  <a:ext uri="{FF2B5EF4-FFF2-40B4-BE49-F238E27FC236}">
                    <a16:creationId xmlns:a16="http://schemas.microsoft.com/office/drawing/2014/main" id="{AF368905-ABBC-3235-60F6-03327E9A2A9B}"/>
                  </a:ext>
                </a:extLst>
              </p:cNvPr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2">
                <a:extLst>
                  <a:ext uri="{FF2B5EF4-FFF2-40B4-BE49-F238E27FC236}">
                    <a16:creationId xmlns:a16="http://schemas.microsoft.com/office/drawing/2014/main" id="{48A8E6A6-03D9-7390-E4D0-C18DA7550FB9}"/>
                  </a:ext>
                </a:extLst>
              </p:cNvPr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2">
                <a:extLst>
                  <a:ext uri="{FF2B5EF4-FFF2-40B4-BE49-F238E27FC236}">
                    <a16:creationId xmlns:a16="http://schemas.microsoft.com/office/drawing/2014/main" id="{0450F282-3A16-BDC1-75E7-C40AD81A8A03}"/>
                  </a:ext>
                </a:extLst>
              </p:cNvPr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2">
                <a:extLst>
                  <a:ext uri="{FF2B5EF4-FFF2-40B4-BE49-F238E27FC236}">
                    <a16:creationId xmlns:a16="http://schemas.microsoft.com/office/drawing/2014/main" id="{8869E832-5103-81E5-7905-612E21AB5252}"/>
                  </a:ext>
                </a:extLst>
              </p:cNvPr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2">
                <a:extLst>
                  <a:ext uri="{FF2B5EF4-FFF2-40B4-BE49-F238E27FC236}">
                    <a16:creationId xmlns:a16="http://schemas.microsoft.com/office/drawing/2014/main" id="{302E2DB1-335D-F531-0D9B-C7DB3A436747}"/>
                  </a:ext>
                </a:extLst>
              </p:cNvPr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2">
                <a:extLst>
                  <a:ext uri="{FF2B5EF4-FFF2-40B4-BE49-F238E27FC236}">
                    <a16:creationId xmlns:a16="http://schemas.microsoft.com/office/drawing/2014/main" id="{53945592-A356-70DE-F6E2-A30C300A08F7}"/>
                  </a:ext>
                </a:extLst>
              </p:cNvPr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2">
                <a:extLst>
                  <a:ext uri="{FF2B5EF4-FFF2-40B4-BE49-F238E27FC236}">
                    <a16:creationId xmlns:a16="http://schemas.microsoft.com/office/drawing/2014/main" id="{ACE579DD-4930-6609-F77D-99AF300CD0D3}"/>
                  </a:ext>
                </a:extLst>
              </p:cNvPr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2">
                <a:extLst>
                  <a:ext uri="{FF2B5EF4-FFF2-40B4-BE49-F238E27FC236}">
                    <a16:creationId xmlns:a16="http://schemas.microsoft.com/office/drawing/2014/main" id="{755FE5BA-50D3-D0AB-0533-BEA311373596}"/>
                  </a:ext>
                </a:extLst>
              </p:cNvPr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2">
                <a:extLst>
                  <a:ext uri="{FF2B5EF4-FFF2-40B4-BE49-F238E27FC236}">
                    <a16:creationId xmlns:a16="http://schemas.microsoft.com/office/drawing/2014/main" id="{51A8A859-E7AD-16FA-A535-EDB7D1261786}"/>
                  </a:ext>
                </a:extLst>
              </p:cNvPr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2">
                <a:extLst>
                  <a:ext uri="{FF2B5EF4-FFF2-40B4-BE49-F238E27FC236}">
                    <a16:creationId xmlns:a16="http://schemas.microsoft.com/office/drawing/2014/main" id="{7173A7F9-B412-AB7B-CAC3-3FFFF9B6E509}"/>
                  </a:ext>
                </a:extLst>
              </p:cNvPr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2">
                <a:extLst>
                  <a:ext uri="{FF2B5EF4-FFF2-40B4-BE49-F238E27FC236}">
                    <a16:creationId xmlns:a16="http://schemas.microsoft.com/office/drawing/2014/main" id="{E453B25C-FBDB-9B41-9EAA-632E661B7596}"/>
                  </a:ext>
                </a:extLst>
              </p:cNvPr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2">
                <a:extLst>
                  <a:ext uri="{FF2B5EF4-FFF2-40B4-BE49-F238E27FC236}">
                    <a16:creationId xmlns:a16="http://schemas.microsoft.com/office/drawing/2014/main" id="{E1F87C12-659A-9A39-64AE-D813C19946B8}"/>
                  </a:ext>
                </a:extLst>
              </p:cNvPr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2">
                <a:extLst>
                  <a:ext uri="{FF2B5EF4-FFF2-40B4-BE49-F238E27FC236}">
                    <a16:creationId xmlns:a16="http://schemas.microsoft.com/office/drawing/2014/main" id="{80F2E5AD-8B6F-500A-8497-8FD1868AF47C}"/>
                  </a:ext>
                </a:extLst>
              </p:cNvPr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2">
                <a:extLst>
                  <a:ext uri="{FF2B5EF4-FFF2-40B4-BE49-F238E27FC236}">
                    <a16:creationId xmlns:a16="http://schemas.microsoft.com/office/drawing/2014/main" id="{34EA0626-4566-677B-6511-7D292C489D96}"/>
                  </a:ext>
                </a:extLst>
              </p:cNvPr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45950B5-340B-CEEC-9F5A-CB44FA92D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20" y="1423180"/>
            <a:ext cx="2771312" cy="264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38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>
          <a:extLst>
            <a:ext uri="{FF2B5EF4-FFF2-40B4-BE49-F238E27FC236}">
              <a16:creationId xmlns:a16="http://schemas.microsoft.com/office/drawing/2014/main" id="{613D94EC-1835-305A-4037-FB694E6B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9" name="Google Shape;2089;p42">
            <a:extLst>
              <a:ext uri="{FF2B5EF4-FFF2-40B4-BE49-F238E27FC236}">
                <a16:creationId xmlns:a16="http://schemas.microsoft.com/office/drawing/2014/main" id="{B477566E-26C1-1FA5-E3D6-9BD560850BF2}"/>
              </a:ext>
            </a:extLst>
          </p:cNvPr>
          <p:cNvGrpSpPr/>
          <p:nvPr/>
        </p:nvGrpSpPr>
        <p:grpSpPr>
          <a:xfrm>
            <a:off x="8360690" y="406194"/>
            <a:ext cx="430885" cy="203666"/>
            <a:chOff x="8703675" y="886625"/>
            <a:chExt cx="69975" cy="33075"/>
          </a:xfrm>
        </p:grpSpPr>
        <p:sp>
          <p:nvSpPr>
            <p:cNvPr id="2090" name="Google Shape;2090;p42">
              <a:extLst>
                <a:ext uri="{FF2B5EF4-FFF2-40B4-BE49-F238E27FC236}">
                  <a16:creationId xmlns:a16="http://schemas.microsoft.com/office/drawing/2014/main" id="{F5D8D5B7-5828-515B-B767-2C3703DA5BF6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>
              <a:extLst>
                <a:ext uri="{FF2B5EF4-FFF2-40B4-BE49-F238E27FC236}">
                  <a16:creationId xmlns:a16="http://schemas.microsoft.com/office/drawing/2014/main" id="{4043E1EA-8712-0077-AEEB-BA2B5AB0050D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>
            <a:extLst>
              <a:ext uri="{FF2B5EF4-FFF2-40B4-BE49-F238E27FC236}">
                <a16:creationId xmlns:a16="http://schemas.microsoft.com/office/drawing/2014/main" id="{E9C46126-425A-2C36-17F8-5C69A5A64418}"/>
              </a:ext>
            </a:extLst>
          </p:cNvPr>
          <p:cNvGrpSpPr/>
          <p:nvPr/>
        </p:nvGrpSpPr>
        <p:grpSpPr>
          <a:xfrm>
            <a:off x="2152595" y="4260310"/>
            <a:ext cx="744312" cy="221985"/>
            <a:chOff x="8652775" y="883650"/>
            <a:chExt cx="120875" cy="36050"/>
          </a:xfrm>
        </p:grpSpPr>
        <p:sp>
          <p:nvSpPr>
            <p:cNvPr id="2093" name="Google Shape;2093;p42">
              <a:extLst>
                <a:ext uri="{FF2B5EF4-FFF2-40B4-BE49-F238E27FC236}">
                  <a16:creationId xmlns:a16="http://schemas.microsoft.com/office/drawing/2014/main" id="{F1C13FF3-E58B-2184-F543-762BD5E14571}"/>
                </a:ext>
              </a:extLst>
            </p:cNvPr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>
              <a:extLst>
                <a:ext uri="{FF2B5EF4-FFF2-40B4-BE49-F238E27FC236}">
                  <a16:creationId xmlns:a16="http://schemas.microsoft.com/office/drawing/2014/main" id="{2DF1175F-B331-89BB-9B19-DC79FFCDB882}"/>
                </a:ext>
              </a:extLst>
            </p:cNvPr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>
              <a:extLst>
                <a:ext uri="{FF2B5EF4-FFF2-40B4-BE49-F238E27FC236}">
                  <a16:creationId xmlns:a16="http://schemas.microsoft.com/office/drawing/2014/main" id="{5D6D859B-3FDC-0412-36AE-BC4883960D53}"/>
                </a:ext>
              </a:extLst>
            </p:cNvPr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>
              <a:extLst>
                <a:ext uri="{FF2B5EF4-FFF2-40B4-BE49-F238E27FC236}">
                  <a16:creationId xmlns:a16="http://schemas.microsoft.com/office/drawing/2014/main" id="{C683CE55-35C9-7C97-B18E-BE591F7F44C4}"/>
                </a:ext>
              </a:extLst>
            </p:cNvPr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>
              <a:extLst>
                <a:ext uri="{FF2B5EF4-FFF2-40B4-BE49-F238E27FC236}">
                  <a16:creationId xmlns:a16="http://schemas.microsoft.com/office/drawing/2014/main" id="{5441C7C0-2A0A-FBBE-F3BC-879388C82032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>
              <a:extLst>
                <a:ext uri="{FF2B5EF4-FFF2-40B4-BE49-F238E27FC236}">
                  <a16:creationId xmlns:a16="http://schemas.microsoft.com/office/drawing/2014/main" id="{CCBAF0DD-D0E8-9729-FDD9-F635CB6E538C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42">
            <a:extLst>
              <a:ext uri="{FF2B5EF4-FFF2-40B4-BE49-F238E27FC236}">
                <a16:creationId xmlns:a16="http://schemas.microsoft.com/office/drawing/2014/main" id="{8AE7B2BA-0BAE-F20C-8409-490E4F0E175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39763" y="1492902"/>
            <a:ext cx="4951476" cy="290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What it is:</a:t>
            </a:r>
            <a:r>
              <a:rPr lang="en-US" dirty="0"/>
              <a:t> Distance sensor using ultrasonic pulses.</a:t>
            </a:r>
            <a:br>
              <a:rPr lang="en-US" dirty="0"/>
            </a:br>
            <a:r>
              <a:rPr lang="en-US" b="1" dirty="0"/>
              <a:t>Role:</a:t>
            </a:r>
            <a:r>
              <a:rPr lang="en-US" dirty="0"/>
              <a:t> Detects obstacles, intrusions, and proximity to trigger movement or alerts.</a:t>
            </a:r>
            <a:br>
              <a:rPr lang="en-US" dirty="0"/>
            </a:br>
            <a:r>
              <a:rPr lang="en-US" b="1" dirty="0"/>
              <a:t>Wiring/Power:</a:t>
            </a:r>
            <a:r>
              <a:rPr lang="en-US" dirty="0"/>
              <a:t> </a:t>
            </a:r>
            <a:r>
              <a:rPr lang="en-US" dirty="0" err="1"/>
              <a:t>Vcc</a:t>
            </a:r>
            <a:r>
              <a:rPr lang="en-US" dirty="0"/>
              <a:t> 5V, GND, TRIG and ECHO to Arduino digital pins (use resistor divider for Echo if needed).</a:t>
            </a:r>
            <a:br>
              <a:rPr lang="en-US" dirty="0"/>
            </a:br>
            <a:r>
              <a:rPr lang="en-US" b="1" dirty="0"/>
              <a:t>Dev tips:</a:t>
            </a:r>
            <a:r>
              <a:rPr lang="en-US" dirty="0"/>
              <a:t> Use timer-based measurement; ignore readings &lt;2cm or &gt;400cm; average multiple readings to reduce noise.</a:t>
            </a:r>
            <a:br>
              <a:rPr lang="en-US" dirty="0"/>
            </a:br>
            <a:r>
              <a:rPr lang="en-US" b="1" dirty="0"/>
              <a:t>Test:</a:t>
            </a:r>
            <a:r>
              <a:rPr lang="en-US" dirty="0"/>
              <a:t> Run distance scan and display on serial; verify readings change when moving object.</a:t>
            </a:r>
            <a:endParaRPr lang="en-IN" dirty="0"/>
          </a:p>
        </p:txBody>
      </p:sp>
      <p:sp>
        <p:nvSpPr>
          <p:cNvPr id="2100" name="Google Shape;2100;p42">
            <a:extLst>
              <a:ext uri="{FF2B5EF4-FFF2-40B4-BE49-F238E27FC236}">
                <a16:creationId xmlns:a16="http://schemas.microsoft.com/office/drawing/2014/main" id="{C762500E-5F24-996B-FE95-2BDA1C7F6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691" y="729294"/>
            <a:ext cx="7455999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/>
              <a:t>Servos (Tower Pro mini x4, Metal Gear x1)</a:t>
            </a:r>
            <a:endParaRPr sz="2800" dirty="0"/>
          </a:p>
        </p:txBody>
      </p:sp>
      <p:grpSp>
        <p:nvGrpSpPr>
          <p:cNvPr id="2168" name="Google Shape;2168;p42">
            <a:extLst>
              <a:ext uri="{FF2B5EF4-FFF2-40B4-BE49-F238E27FC236}">
                <a16:creationId xmlns:a16="http://schemas.microsoft.com/office/drawing/2014/main" id="{AB13EA31-4491-36C9-E972-219DF523DDA6}"/>
              </a:ext>
            </a:extLst>
          </p:cNvPr>
          <p:cNvGrpSpPr/>
          <p:nvPr/>
        </p:nvGrpSpPr>
        <p:grpSpPr>
          <a:xfrm rot="20088861">
            <a:off x="275267" y="4091800"/>
            <a:ext cx="553923" cy="895985"/>
            <a:chOff x="1463275" y="2373500"/>
            <a:chExt cx="484900" cy="711125"/>
          </a:xfrm>
        </p:grpSpPr>
        <p:sp>
          <p:nvSpPr>
            <p:cNvPr id="2169" name="Google Shape;2169;p42">
              <a:extLst>
                <a:ext uri="{FF2B5EF4-FFF2-40B4-BE49-F238E27FC236}">
                  <a16:creationId xmlns:a16="http://schemas.microsoft.com/office/drawing/2014/main" id="{1E3D0B02-4B79-4E23-7A7E-533C51459F70}"/>
                </a:ext>
              </a:extLst>
            </p:cNvPr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0" name="Google Shape;2170;p42">
              <a:extLst>
                <a:ext uri="{FF2B5EF4-FFF2-40B4-BE49-F238E27FC236}">
                  <a16:creationId xmlns:a16="http://schemas.microsoft.com/office/drawing/2014/main" id="{76F099B6-007C-057E-DCEF-17083D08C60F}"/>
                </a:ext>
              </a:extLst>
            </p:cNvPr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2171" name="Google Shape;2171;p42">
                <a:extLst>
                  <a:ext uri="{FF2B5EF4-FFF2-40B4-BE49-F238E27FC236}">
                    <a16:creationId xmlns:a16="http://schemas.microsoft.com/office/drawing/2014/main" id="{5C73A2EF-DFB4-F674-C435-E2F3B209913D}"/>
                  </a:ext>
                </a:extLst>
              </p:cNvPr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2">
                <a:extLst>
                  <a:ext uri="{FF2B5EF4-FFF2-40B4-BE49-F238E27FC236}">
                    <a16:creationId xmlns:a16="http://schemas.microsoft.com/office/drawing/2014/main" id="{EE1D4B21-797D-8A5A-97D5-8ECBC1205756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2">
                <a:extLst>
                  <a:ext uri="{FF2B5EF4-FFF2-40B4-BE49-F238E27FC236}">
                    <a16:creationId xmlns:a16="http://schemas.microsoft.com/office/drawing/2014/main" id="{5EEAD51D-5C9C-8A14-53A9-27E0D7D086CA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2">
                <a:extLst>
                  <a:ext uri="{FF2B5EF4-FFF2-40B4-BE49-F238E27FC236}">
                    <a16:creationId xmlns:a16="http://schemas.microsoft.com/office/drawing/2014/main" id="{2B221E0D-B44D-E218-B8E7-8DAB357A622C}"/>
                  </a:ext>
                </a:extLst>
              </p:cNvPr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2">
                <a:extLst>
                  <a:ext uri="{FF2B5EF4-FFF2-40B4-BE49-F238E27FC236}">
                    <a16:creationId xmlns:a16="http://schemas.microsoft.com/office/drawing/2014/main" id="{67738045-77E4-CECB-1717-6C5F4FA1567A}"/>
                  </a:ext>
                </a:extLst>
              </p:cNvPr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2">
                <a:extLst>
                  <a:ext uri="{FF2B5EF4-FFF2-40B4-BE49-F238E27FC236}">
                    <a16:creationId xmlns:a16="http://schemas.microsoft.com/office/drawing/2014/main" id="{8612BE07-CDB4-0AC4-5507-F91C6D0565C5}"/>
                  </a:ext>
                </a:extLst>
              </p:cNvPr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2">
                <a:extLst>
                  <a:ext uri="{FF2B5EF4-FFF2-40B4-BE49-F238E27FC236}">
                    <a16:creationId xmlns:a16="http://schemas.microsoft.com/office/drawing/2014/main" id="{1C99D3A5-7AF0-E443-7EAF-4B6D5997421F}"/>
                  </a:ext>
                </a:extLst>
              </p:cNvPr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2">
                <a:extLst>
                  <a:ext uri="{FF2B5EF4-FFF2-40B4-BE49-F238E27FC236}">
                    <a16:creationId xmlns:a16="http://schemas.microsoft.com/office/drawing/2014/main" id="{5018DBEE-1C76-37B9-A40C-DADE62FE546D}"/>
                  </a:ext>
                </a:extLst>
              </p:cNvPr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2">
                <a:extLst>
                  <a:ext uri="{FF2B5EF4-FFF2-40B4-BE49-F238E27FC236}">
                    <a16:creationId xmlns:a16="http://schemas.microsoft.com/office/drawing/2014/main" id="{4D302FB1-8BC8-C497-1FAD-CD5574C257FF}"/>
                  </a:ext>
                </a:extLst>
              </p:cNvPr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2">
                <a:extLst>
                  <a:ext uri="{FF2B5EF4-FFF2-40B4-BE49-F238E27FC236}">
                    <a16:creationId xmlns:a16="http://schemas.microsoft.com/office/drawing/2014/main" id="{7006FFB9-87B7-3BEA-6F67-BD54D8717DC4}"/>
                  </a:ext>
                </a:extLst>
              </p:cNvPr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2">
                <a:extLst>
                  <a:ext uri="{FF2B5EF4-FFF2-40B4-BE49-F238E27FC236}">
                    <a16:creationId xmlns:a16="http://schemas.microsoft.com/office/drawing/2014/main" id="{F278BF22-B425-F2ED-7DA2-2475F869B89C}"/>
                  </a:ext>
                </a:extLst>
              </p:cNvPr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2">
                <a:extLst>
                  <a:ext uri="{FF2B5EF4-FFF2-40B4-BE49-F238E27FC236}">
                    <a16:creationId xmlns:a16="http://schemas.microsoft.com/office/drawing/2014/main" id="{C6C70A60-043D-F44C-1B88-223CFAB3E300}"/>
                  </a:ext>
                </a:extLst>
              </p:cNvPr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2">
                <a:extLst>
                  <a:ext uri="{FF2B5EF4-FFF2-40B4-BE49-F238E27FC236}">
                    <a16:creationId xmlns:a16="http://schemas.microsoft.com/office/drawing/2014/main" id="{8601A348-2D0C-FF42-C741-8B513DEEF255}"/>
                  </a:ext>
                </a:extLst>
              </p:cNvPr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2">
                <a:extLst>
                  <a:ext uri="{FF2B5EF4-FFF2-40B4-BE49-F238E27FC236}">
                    <a16:creationId xmlns:a16="http://schemas.microsoft.com/office/drawing/2014/main" id="{CF714692-B8D5-151C-696F-1310496DA59D}"/>
                  </a:ext>
                </a:extLst>
              </p:cNvPr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2">
                <a:extLst>
                  <a:ext uri="{FF2B5EF4-FFF2-40B4-BE49-F238E27FC236}">
                    <a16:creationId xmlns:a16="http://schemas.microsoft.com/office/drawing/2014/main" id="{45580EE1-B827-03CB-DD6B-353259518B50}"/>
                  </a:ext>
                </a:extLst>
              </p:cNvPr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2">
                <a:extLst>
                  <a:ext uri="{FF2B5EF4-FFF2-40B4-BE49-F238E27FC236}">
                    <a16:creationId xmlns:a16="http://schemas.microsoft.com/office/drawing/2014/main" id="{DB51851E-E3F0-8AF7-5E7B-8C2387005684}"/>
                  </a:ext>
                </a:extLst>
              </p:cNvPr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2">
                <a:extLst>
                  <a:ext uri="{FF2B5EF4-FFF2-40B4-BE49-F238E27FC236}">
                    <a16:creationId xmlns:a16="http://schemas.microsoft.com/office/drawing/2014/main" id="{49603327-6AA7-81CD-7BAF-A97572DF25CE}"/>
                  </a:ext>
                </a:extLst>
              </p:cNvPr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2">
                <a:extLst>
                  <a:ext uri="{FF2B5EF4-FFF2-40B4-BE49-F238E27FC236}">
                    <a16:creationId xmlns:a16="http://schemas.microsoft.com/office/drawing/2014/main" id="{E3F921BD-C67F-17EC-55F2-17DCFA081474}"/>
                  </a:ext>
                </a:extLst>
              </p:cNvPr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2">
                <a:extLst>
                  <a:ext uri="{FF2B5EF4-FFF2-40B4-BE49-F238E27FC236}">
                    <a16:creationId xmlns:a16="http://schemas.microsoft.com/office/drawing/2014/main" id="{CD2191CE-8492-64A1-5E7A-D860A41E0684}"/>
                  </a:ext>
                </a:extLst>
              </p:cNvPr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2">
                <a:extLst>
                  <a:ext uri="{FF2B5EF4-FFF2-40B4-BE49-F238E27FC236}">
                    <a16:creationId xmlns:a16="http://schemas.microsoft.com/office/drawing/2014/main" id="{0F3F9079-3CD4-D41A-4C9F-55C303D79544}"/>
                  </a:ext>
                </a:extLst>
              </p:cNvPr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2">
                <a:extLst>
                  <a:ext uri="{FF2B5EF4-FFF2-40B4-BE49-F238E27FC236}">
                    <a16:creationId xmlns:a16="http://schemas.microsoft.com/office/drawing/2014/main" id="{8BF5F378-AD2F-5BF8-3FAD-1118D6DE948F}"/>
                  </a:ext>
                </a:extLst>
              </p:cNvPr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2">
                <a:extLst>
                  <a:ext uri="{FF2B5EF4-FFF2-40B4-BE49-F238E27FC236}">
                    <a16:creationId xmlns:a16="http://schemas.microsoft.com/office/drawing/2014/main" id="{EF80132F-677B-F7EF-CDDD-B354B422937F}"/>
                  </a:ext>
                </a:extLst>
              </p:cNvPr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>
                <a:extLst>
                  <a:ext uri="{FF2B5EF4-FFF2-40B4-BE49-F238E27FC236}">
                    <a16:creationId xmlns:a16="http://schemas.microsoft.com/office/drawing/2014/main" id="{40B9B7B2-F839-7DC1-9202-844A5F5DC509}"/>
                  </a:ext>
                </a:extLst>
              </p:cNvPr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>
                <a:extLst>
                  <a:ext uri="{FF2B5EF4-FFF2-40B4-BE49-F238E27FC236}">
                    <a16:creationId xmlns:a16="http://schemas.microsoft.com/office/drawing/2014/main" id="{7FB5DD48-7868-3B7C-5F2E-19943BD70E75}"/>
                  </a:ext>
                </a:extLst>
              </p:cNvPr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>
                <a:extLst>
                  <a:ext uri="{FF2B5EF4-FFF2-40B4-BE49-F238E27FC236}">
                    <a16:creationId xmlns:a16="http://schemas.microsoft.com/office/drawing/2014/main" id="{279FAD81-2DA4-5F25-D662-3192D6A3AD0A}"/>
                  </a:ext>
                </a:extLst>
              </p:cNvPr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>
                <a:extLst>
                  <a:ext uri="{FF2B5EF4-FFF2-40B4-BE49-F238E27FC236}">
                    <a16:creationId xmlns:a16="http://schemas.microsoft.com/office/drawing/2014/main" id="{A678C423-00EC-8E2F-0E24-14CCD1B8B02B}"/>
                  </a:ext>
                </a:extLst>
              </p:cNvPr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>
                <a:extLst>
                  <a:ext uri="{FF2B5EF4-FFF2-40B4-BE49-F238E27FC236}">
                    <a16:creationId xmlns:a16="http://schemas.microsoft.com/office/drawing/2014/main" id="{B59E86F3-3297-FD49-E659-092A0600DD29}"/>
                  </a:ext>
                </a:extLst>
              </p:cNvPr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2">
                <a:extLst>
                  <a:ext uri="{FF2B5EF4-FFF2-40B4-BE49-F238E27FC236}">
                    <a16:creationId xmlns:a16="http://schemas.microsoft.com/office/drawing/2014/main" id="{FA6CB888-1DA5-BD86-0DC0-D56F975DCC9A}"/>
                  </a:ext>
                </a:extLst>
              </p:cNvPr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2">
                <a:extLst>
                  <a:ext uri="{FF2B5EF4-FFF2-40B4-BE49-F238E27FC236}">
                    <a16:creationId xmlns:a16="http://schemas.microsoft.com/office/drawing/2014/main" id="{CC4B7E7D-24E7-5F2D-423A-F23123374598}"/>
                  </a:ext>
                </a:extLst>
              </p:cNvPr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>
                <a:extLst>
                  <a:ext uri="{FF2B5EF4-FFF2-40B4-BE49-F238E27FC236}">
                    <a16:creationId xmlns:a16="http://schemas.microsoft.com/office/drawing/2014/main" id="{6CA3A3B9-71F3-881A-6764-0BE7A225D925}"/>
                  </a:ext>
                </a:extLst>
              </p:cNvPr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2">
                <a:extLst>
                  <a:ext uri="{FF2B5EF4-FFF2-40B4-BE49-F238E27FC236}">
                    <a16:creationId xmlns:a16="http://schemas.microsoft.com/office/drawing/2014/main" id="{DD9C6260-A208-BB1A-E863-C0321C15504B}"/>
                  </a:ext>
                </a:extLst>
              </p:cNvPr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2">
                <a:extLst>
                  <a:ext uri="{FF2B5EF4-FFF2-40B4-BE49-F238E27FC236}">
                    <a16:creationId xmlns:a16="http://schemas.microsoft.com/office/drawing/2014/main" id="{CC30FE8D-51B6-A077-776E-72C402A9D581}"/>
                  </a:ext>
                </a:extLst>
              </p:cNvPr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>
                <a:extLst>
                  <a:ext uri="{FF2B5EF4-FFF2-40B4-BE49-F238E27FC236}">
                    <a16:creationId xmlns:a16="http://schemas.microsoft.com/office/drawing/2014/main" id="{4DDC568B-5B05-08AB-4C01-D99C2B26AF96}"/>
                  </a:ext>
                </a:extLst>
              </p:cNvPr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2">
                <a:extLst>
                  <a:ext uri="{FF2B5EF4-FFF2-40B4-BE49-F238E27FC236}">
                    <a16:creationId xmlns:a16="http://schemas.microsoft.com/office/drawing/2014/main" id="{5EF3AB70-EE35-8537-93A3-0B5000C0F3DD}"/>
                  </a:ext>
                </a:extLst>
              </p:cNvPr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2">
                <a:extLst>
                  <a:ext uri="{FF2B5EF4-FFF2-40B4-BE49-F238E27FC236}">
                    <a16:creationId xmlns:a16="http://schemas.microsoft.com/office/drawing/2014/main" id="{593C14EB-BA6D-C34A-2485-99F75CEF19F7}"/>
                  </a:ext>
                </a:extLst>
              </p:cNvPr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2">
                <a:extLst>
                  <a:ext uri="{FF2B5EF4-FFF2-40B4-BE49-F238E27FC236}">
                    <a16:creationId xmlns:a16="http://schemas.microsoft.com/office/drawing/2014/main" id="{F2588EB3-08BB-F58E-5750-CAEF68C918E9}"/>
                  </a:ext>
                </a:extLst>
              </p:cNvPr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2">
                <a:extLst>
                  <a:ext uri="{FF2B5EF4-FFF2-40B4-BE49-F238E27FC236}">
                    <a16:creationId xmlns:a16="http://schemas.microsoft.com/office/drawing/2014/main" id="{84367D32-FDA7-72C9-FE3F-EBCAEC2B43BA}"/>
                  </a:ext>
                </a:extLst>
              </p:cNvPr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2">
                <a:extLst>
                  <a:ext uri="{FF2B5EF4-FFF2-40B4-BE49-F238E27FC236}">
                    <a16:creationId xmlns:a16="http://schemas.microsoft.com/office/drawing/2014/main" id="{1F9ED0B2-2FBD-AED2-1C4B-85B070151DAB}"/>
                  </a:ext>
                </a:extLst>
              </p:cNvPr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2">
                <a:extLst>
                  <a:ext uri="{FF2B5EF4-FFF2-40B4-BE49-F238E27FC236}">
                    <a16:creationId xmlns:a16="http://schemas.microsoft.com/office/drawing/2014/main" id="{44AECA36-4E33-DFBE-05B2-157E1FDB49BD}"/>
                  </a:ext>
                </a:extLst>
              </p:cNvPr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2">
                <a:extLst>
                  <a:ext uri="{FF2B5EF4-FFF2-40B4-BE49-F238E27FC236}">
                    <a16:creationId xmlns:a16="http://schemas.microsoft.com/office/drawing/2014/main" id="{945C2E72-A97F-0BF0-7530-BA2A203B1D35}"/>
                  </a:ext>
                </a:extLst>
              </p:cNvPr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2">
                <a:extLst>
                  <a:ext uri="{FF2B5EF4-FFF2-40B4-BE49-F238E27FC236}">
                    <a16:creationId xmlns:a16="http://schemas.microsoft.com/office/drawing/2014/main" id="{633B2571-1A98-4E7C-025F-DB1F4587A43C}"/>
                  </a:ext>
                </a:extLst>
              </p:cNvPr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2">
                <a:extLst>
                  <a:ext uri="{FF2B5EF4-FFF2-40B4-BE49-F238E27FC236}">
                    <a16:creationId xmlns:a16="http://schemas.microsoft.com/office/drawing/2014/main" id="{7125C569-6809-9B1A-C51E-83DA4BB21D4D}"/>
                  </a:ext>
                </a:extLst>
              </p:cNvPr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2">
                <a:extLst>
                  <a:ext uri="{FF2B5EF4-FFF2-40B4-BE49-F238E27FC236}">
                    <a16:creationId xmlns:a16="http://schemas.microsoft.com/office/drawing/2014/main" id="{9B82AED2-0218-2365-7579-8126C6FC3B24}"/>
                  </a:ext>
                </a:extLst>
              </p:cNvPr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2">
                <a:extLst>
                  <a:ext uri="{FF2B5EF4-FFF2-40B4-BE49-F238E27FC236}">
                    <a16:creationId xmlns:a16="http://schemas.microsoft.com/office/drawing/2014/main" id="{A09A7617-5669-4A1E-63D7-86CA60EE46CA}"/>
                  </a:ext>
                </a:extLst>
              </p:cNvPr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2">
                <a:extLst>
                  <a:ext uri="{FF2B5EF4-FFF2-40B4-BE49-F238E27FC236}">
                    <a16:creationId xmlns:a16="http://schemas.microsoft.com/office/drawing/2014/main" id="{A4D4F60E-CA3F-4BBA-8531-CAC420D8D377}"/>
                  </a:ext>
                </a:extLst>
              </p:cNvPr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2">
                <a:extLst>
                  <a:ext uri="{FF2B5EF4-FFF2-40B4-BE49-F238E27FC236}">
                    <a16:creationId xmlns:a16="http://schemas.microsoft.com/office/drawing/2014/main" id="{F636946D-9FFA-2DE8-3A35-E0B98E10D78D}"/>
                  </a:ext>
                </a:extLst>
              </p:cNvPr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2">
                <a:extLst>
                  <a:ext uri="{FF2B5EF4-FFF2-40B4-BE49-F238E27FC236}">
                    <a16:creationId xmlns:a16="http://schemas.microsoft.com/office/drawing/2014/main" id="{18773550-37C6-217C-611C-2AC40A23CCDD}"/>
                  </a:ext>
                </a:extLst>
              </p:cNvPr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2">
                <a:extLst>
                  <a:ext uri="{FF2B5EF4-FFF2-40B4-BE49-F238E27FC236}">
                    <a16:creationId xmlns:a16="http://schemas.microsoft.com/office/drawing/2014/main" id="{F31BD157-225C-1A9B-7076-7158834901EF}"/>
                  </a:ext>
                </a:extLst>
              </p:cNvPr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2">
                <a:extLst>
                  <a:ext uri="{FF2B5EF4-FFF2-40B4-BE49-F238E27FC236}">
                    <a16:creationId xmlns:a16="http://schemas.microsoft.com/office/drawing/2014/main" id="{CD8F510C-3B7E-D882-9CD8-334CF0CDDA47}"/>
                  </a:ext>
                </a:extLst>
              </p:cNvPr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2">
                <a:extLst>
                  <a:ext uri="{FF2B5EF4-FFF2-40B4-BE49-F238E27FC236}">
                    <a16:creationId xmlns:a16="http://schemas.microsoft.com/office/drawing/2014/main" id="{95FB46BA-8227-9677-EF21-CD744CD3F93D}"/>
                  </a:ext>
                </a:extLst>
              </p:cNvPr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2">
                <a:extLst>
                  <a:ext uri="{FF2B5EF4-FFF2-40B4-BE49-F238E27FC236}">
                    <a16:creationId xmlns:a16="http://schemas.microsoft.com/office/drawing/2014/main" id="{70EBFDD6-0D20-2D87-C49F-349710835995}"/>
                  </a:ext>
                </a:extLst>
              </p:cNvPr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4925B25-99B2-4B34-57EF-1E8BD4772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20" y="1462639"/>
            <a:ext cx="3023624" cy="265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077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>
          <a:extLst>
            <a:ext uri="{FF2B5EF4-FFF2-40B4-BE49-F238E27FC236}">
              <a16:creationId xmlns:a16="http://schemas.microsoft.com/office/drawing/2014/main" id="{74D0EC8D-548F-F818-4C3B-0DF05E76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9" name="Google Shape;2089;p42">
            <a:extLst>
              <a:ext uri="{FF2B5EF4-FFF2-40B4-BE49-F238E27FC236}">
                <a16:creationId xmlns:a16="http://schemas.microsoft.com/office/drawing/2014/main" id="{DBB19349-7D47-4464-FD61-394B4EC06CB6}"/>
              </a:ext>
            </a:extLst>
          </p:cNvPr>
          <p:cNvGrpSpPr/>
          <p:nvPr/>
        </p:nvGrpSpPr>
        <p:grpSpPr>
          <a:xfrm>
            <a:off x="8360690" y="406194"/>
            <a:ext cx="430885" cy="203666"/>
            <a:chOff x="8703675" y="886625"/>
            <a:chExt cx="69975" cy="33075"/>
          </a:xfrm>
        </p:grpSpPr>
        <p:sp>
          <p:nvSpPr>
            <p:cNvPr id="2090" name="Google Shape;2090;p42">
              <a:extLst>
                <a:ext uri="{FF2B5EF4-FFF2-40B4-BE49-F238E27FC236}">
                  <a16:creationId xmlns:a16="http://schemas.microsoft.com/office/drawing/2014/main" id="{1DC7B586-C062-26D2-73A1-35E147E61D4F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>
              <a:extLst>
                <a:ext uri="{FF2B5EF4-FFF2-40B4-BE49-F238E27FC236}">
                  <a16:creationId xmlns:a16="http://schemas.microsoft.com/office/drawing/2014/main" id="{13DBC214-2AE1-EF47-C169-D2D9F8306E22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>
            <a:extLst>
              <a:ext uri="{FF2B5EF4-FFF2-40B4-BE49-F238E27FC236}">
                <a16:creationId xmlns:a16="http://schemas.microsoft.com/office/drawing/2014/main" id="{D4990CAC-87B7-314A-E622-13ECFBC33044}"/>
              </a:ext>
            </a:extLst>
          </p:cNvPr>
          <p:cNvGrpSpPr/>
          <p:nvPr/>
        </p:nvGrpSpPr>
        <p:grpSpPr>
          <a:xfrm>
            <a:off x="2152595" y="4260310"/>
            <a:ext cx="744312" cy="221985"/>
            <a:chOff x="8652775" y="883650"/>
            <a:chExt cx="120875" cy="36050"/>
          </a:xfrm>
        </p:grpSpPr>
        <p:sp>
          <p:nvSpPr>
            <p:cNvPr id="2093" name="Google Shape;2093;p42">
              <a:extLst>
                <a:ext uri="{FF2B5EF4-FFF2-40B4-BE49-F238E27FC236}">
                  <a16:creationId xmlns:a16="http://schemas.microsoft.com/office/drawing/2014/main" id="{2238C07C-F6B8-5991-8858-16F989D92815}"/>
                </a:ext>
              </a:extLst>
            </p:cNvPr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>
              <a:extLst>
                <a:ext uri="{FF2B5EF4-FFF2-40B4-BE49-F238E27FC236}">
                  <a16:creationId xmlns:a16="http://schemas.microsoft.com/office/drawing/2014/main" id="{EBB48BD9-577D-F1B4-942C-E93E89571EBF}"/>
                </a:ext>
              </a:extLst>
            </p:cNvPr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>
              <a:extLst>
                <a:ext uri="{FF2B5EF4-FFF2-40B4-BE49-F238E27FC236}">
                  <a16:creationId xmlns:a16="http://schemas.microsoft.com/office/drawing/2014/main" id="{81C229A6-06EA-804F-B60B-01C2EB837541}"/>
                </a:ext>
              </a:extLst>
            </p:cNvPr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>
              <a:extLst>
                <a:ext uri="{FF2B5EF4-FFF2-40B4-BE49-F238E27FC236}">
                  <a16:creationId xmlns:a16="http://schemas.microsoft.com/office/drawing/2014/main" id="{61596129-DEF4-ABA6-6D7B-77C110218C8B}"/>
                </a:ext>
              </a:extLst>
            </p:cNvPr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>
              <a:extLst>
                <a:ext uri="{FF2B5EF4-FFF2-40B4-BE49-F238E27FC236}">
                  <a16:creationId xmlns:a16="http://schemas.microsoft.com/office/drawing/2014/main" id="{0A0204CF-974F-C0AF-1199-27F2BE511647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>
              <a:extLst>
                <a:ext uri="{FF2B5EF4-FFF2-40B4-BE49-F238E27FC236}">
                  <a16:creationId xmlns:a16="http://schemas.microsoft.com/office/drawing/2014/main" id="{0FC69816-4C5B-3549-9333-481747FDD7CF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42">
            <a:extLst>
              <a:ext uri="{FF2B5EF4-FFF2-40B4-BE49-F238E27FC236}">
                <a16:creationId xmlns:a16="http://schemas.microsoft.com/office/drawing/2014/main" id="{A5CC90A6-160F-F078-A206-75BF28CFD0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39763" y="1492902"/>
            <a:ext cx="4951476" cy="290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500" b="1" dirty="0"/>
              <a:t>What it is:</a:t>
            </a:r>
            <a:r>
              <a:rPr lang="en-US" sz="1500" dirty="0"/>
              <a:t> Drive motors and wheels for movement.</a:t>
            </a:r>
          </a:p>
          <a:p>
            <a:br>
              <a:rPr lang="en-US" sz="1500" dirty="0"/>
            </a:br>
            <a:r>
              <a:rPr lang="en-US" sz="1500" b="1" dirty="0"/>
              <a:t>Role:</a:t>
            </a:r>
            <a:r>
              <a:rPr lang="en-US" sz="1500" dirty="0"/>
              <a:t> Locomotion — move robot forward/back/turn.</a:t>
            </a:r>
            <a:br>
              <a:rPr lang="en-US" sz="1500" dirty="0"/>
            </a:br>
            <a:r>
              <a:rPr lang="en-US" sz="1500" b="1" dirty="0"/>
              <a:t>Wiring/Power:</a:t>
            </a:r>
            <a:r>
              <a:rPr lang="en-US" sz="1500" dirty="0"/>
              <a:t> Connect motors to motor driver outputs. Use 12V supply for motors if required. Ensure current rating and use MCB/fuse protection.</a:t>
            </a:r>
            <a:br>
              <a:rPr lang="en-US" sz="1500" dirty="0"/>
            </a:br>
            <a:r>
              <a:rPr lang="en-US" sz="1500" b="1" dirty="0"/>
              <a:t>Dev tips:</a:t>
            </a:r>
            <a:r>
              <a:rPr lang="en-US" sz="1500" dirty="0"/>
              <a:t> Implement speed ramping to avoid stalls. Use encoders if you need precise distance control.</a:t>
            </a:r>
            <a:br>
              <a:rPr lang="en-US" sz="1500" dirty="0"/>
            </a:br>
            <a:r>
              <a:rPr lang="en-US" sz="1500" b="1" dirty="0"/>
              <a:t>Test:</a:t>
            </a:r>
            <a:r>
              <a:rPr lang="en-US" sz="1500" dirty="0"/>
              <a:t> Move forward/backward and turn; test on intended floor surface.</a:t>
            </a:r>
            <a:endParaRPr lang="en-IN" sz="1500" dirty="0"/>
          </a:p>
        </p:txBody>
      </p:sp>
      <p:sp>
        <p:nvSpPr>
          <p:cNvPr id="2100" name="Google Shape;2100;p42">
            <a:extLst>
              <a:ext uri="{FF2B5EF4-FFF2-40B4-BE49-F238E27FC236}">
                <a16:creationId xmlns:a16="http://schemas.microsoft.com/office/drawing/2014/main" id="{5F31882A-3127-3FC5-F845-4D3535696B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2754" y="664899"/>
            <a:ext cx="7188821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DC Motors &amp; Wheels (x6)</a:t>
            </a:r>
            <a:endParaRPr dirty="0"/>
          </a:p>
        </p:txBody>
      </p:sp>
      <p:grpSp>
        <p:nvGrpSpPr>
          <p:cNvPr id="2168" name="Google Shape;2168;p42">
            <a:extLst>
              <a:ext uri="{FF2B5EF4-FFF2-40B4-BE49-F238E27FC236}">
                <a16:creationId xmlns:a16="http://schemas.microsoft.com/office/drawing/2014/main" id="{C3247356-1AA9-A4F3-FEDB-94C22545A20B}"/>
              </a:ext>
            </a:extLst>
          </p:cNvPr>
          <p:cNvGrpSpPr/>
          <p:nvPr/>
        </p:nvGrpSpPr>
        <p:grpSpPr>
          <a:xfrm rot="20088861">
            <a:off x="275267" y="4091800"/>
            <a:ext cx="553923" cy="895985"/>
            <a:chOff x="1463275" y="2373500"/>
            <a:chExt cx="484900" cy="711125"/>
          </a:xfrm>
        </p:grpSpPr>
        <p:sp>
          <p:nvSpPr>
            <p:cNvPr id="2169" name="Google Shape;2169;p42">
              <a:extLst>
                <a:ext uri="{FF2B5EF4-FFF2-40B4-BE49-F238E27FC236}">
                  <a16:creationId xmlns:a16="http://schemas.microsoft.com/office/drawing/2014/main" id="{668D9563-3CAF-C7A6-7E14-31E735FB729C}"/>
                </a:ext>
              </a:extLst>
            </p:cNvPr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0" name="Google Shape;2170;p42">
              <a:extLst>
                <a:ext uri="{FF2B5EF4-FFF2-40B4-BE49-F238E27FC236}">
                  <a16:creationId xmlns:a16="http://schemas.microsoft.com/office/drawing/2014/main" id="{435833AF-99C6-A90D-45E5-78E27FF8610F}"/>
                </a:ext>
              </a:extLst>
            </p:cNvPr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2171" name="Google Shape;2171;p42">
                <a:extLst>
                  <a:ext uri="{FF2B5EF4-FFF2-40B4-BE49-F238E27FC236}">
                    <a16:creationId xmlns:a16="http://schemas.microsoft.com/office/drawing/2014/main" id="{FCD319B2-33A6-AB07-8B3A-9054C8AB6BFE}"/>
                  </a:ext>
                </a:extLst>
              </p:cNvPr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2">
                <a:extLst>
                  <a:ext uri="{FF2B5EF4-FFF2-40B4-BE49-F238E27FC236}">
                    <a16:creationId xmlns:a16="http://schemas.microsoft.com/office/drawing/2014/main" id="{D5525A82-BE17-7F67-C72E-BF63FEF173BF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2">
                <a:extLst>
                  <a:ext uri="{FF2B5EF4-FFF2-40B4-BE49-F238E27FC236}">
                    <a16:creationId xmlns:a16="http://schemas.microsoft.com/office/drawing/2014/main" id="{70311BB5-20CD-94BC-1AF5-250522B3FCDD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2">
                <a:extLst>
                  <a:ext uri="{FF2B5EF4-FFF2-40B4-BE49-F238E27FC236}">
                    <a16:creationId xmlns:a16="http://schemas.microsoft.com/office/drawing/2014/main" id="{8ED22D1F-7321-F869-BE05-CDBC85305892}"/>
                  </a:ext>
                </a:extLst>
              </p:cNvPr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2">
                <a:extLst>
                  <a:ext uri="{FF2B5EF4-FFF2-40B4-BE49-F238E27FC236}">
                    <a16:creationId xmlns:a16="http://schemas.microsoft.com/office/drawing/2014/main" id="{00792CA8-8B31-625B-8F2C-54723037594D}"/>
                  </a:ext>
                </a:extLst>
              </p:cNvPr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2">
                <a:extLst>
                  <a:ext uri="{FF2B5EF4-FFF2-40B4-BE49-F238E27FC236}">
                    <a16:creationId xmlns:a16="http://schemas.microsoft.com/office/drawing/2014/main" id="{04F7F871-8FF6-C343-E6FE-0E2A079DC43D}"/>
                  </a:ext>
                </a:extLst>
              </p:cNvPr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2">
                <a:extLst>
                  <a:ext uri="{FF2B5EF4-FFF2-40B4-BE49-F238E27FC236}">
                    <a16:creationId xmlns:a16="http://schemas.microsoft.com/office/drawing/2014/main" id="{C2DA42AD-CBCF-AB2F-AA18-7CC94A8B7EAE}"/>
                  </a:ext>
                </a:extLst>
              </p:cNvPr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2">
                <a:extLst>
                  <a:ext uri="{FF2B5EF4-FFF2-40B4-BE49-F238E27FC236}">
                    <a16:creationId xmlns:a16="http://schemas.microsoft.com/office/drawing/2014/main" id="{24A7AC37-F3E7-ABB3-F534-AEA9537F55AC}"/>
                  </a:ext>
                </a:extLst>
              </p:cNvPr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2">
                <a:extLst>
                  <a:ext uri="{FF2B5EF4-FFF2-40B4-BE49-F238E27FC236}">
                    <a16:creationId xmlns:a16="http://schemas.microsoft.com/office/drawing/2014/main" id="{41093BA5-9485-D9E2-F7C6-19BE06F59B12}"/>
                  </a:ext>
                </a:extLst>
              </p:cNvPr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2">
                <a:extLst>
                  <a:ext uri="{FF2B5EF4-FFF2-40B4-BE49-F238E27FC236}">
                    <a16:creationId xmlns:a16="http://schemas.microsoft.com/office/drawing/2014/main" id="{761A5F39-B0D4-4028-4F8E-54702888128C}"/>
                  </a:ext>
                </a:extLst>
              </p:cNvPr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2">
                <a:extLst>
                  <a:ext uri="{FF2B5EF4-FFF2-40B4-BE49-F238E27FC236}">
                    <a16:creationId xmlns:a16="http://schemas.microsoft.com/office/drawing/2014/main" id="{BA7EEBBA-3474-916B-D6F9-A9BAA4E1BFDA}"/>
                  </a:ext>
                </a:extLst>
              </p:cNvPr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2">
                <a:extLst>
                  <a:ext uri="{FF2B5EF4-FFF2-40B4-BE49-F238E27FC236}">
                    <a16:creationId xmlns:a16="http://schemas.microsoft.com/office/drawing/2014/main" id="{55FE49E2-92D2-25A9-2E7D-E40AD2590660}"/>
                  </a:ext>
                </a:extLst>
              </p:cNvPr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2">
                <a:extLst>
                  <a:ext uri="{FF2B5EF4-FFF2-40B4-BE49-F238E27FC236}">
                    <a16:creationId xmlns:a16="http://schemas.microsoft.com/office/drawing/2014/main" id="{C24E23EC-41A4-FDF6-6A23-CE0D37EFFA3F}"/>
                  </a:ext>
                </a:extLst>
              </p:cNvPr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2">
                <a:extLst>
                  <a:ext uri="{FF2B5EF4-FFF2-40B4-BE49-F238E27FC236}">
                    <a16:creationId xmlns:a16="http://schemas.microsoft.com/office/drawing/2014/main" id="{1B73768D-AC6F-3735-7FA6-B7FF9E690CB3}"/>
                  </a:ext>
                </a:extLst>
              </p:cNvPr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2">
                <a:extLst>
                  <a:ext uri="{FF2B5EF4-FFF2-40B4-BE49-F238E27FC236}">
                    <a16:creationId xmlns:a16="http://schemas.microsoft.com/office/drawing/2014/main" id="{4A2A03E4-52A4-1D60-3D38-5352E1949CAC}"/>
                  </a:ext>
                </a:extLst>
              </p:cNvPr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2">
                <a:extLst>
                  <a:ext uri="{FF2B5EF4-FFF2-40B4-BE49-F238E27FC236}">
                    <a16:creationId xmlns:a16="http://schemas.microsoft.com/office/drawing/2014/main" id="{2156D458-87D5-B621-B56B-9D923009565B}"/>
                  </a:ext>
                </a:extLst>
              </p:cNvPr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2">
                <a:extLst>
                  <a:ext uri="{FF2B5EF4-FFF2-40B4-BE49-F238E27FC236}">
                    <a16:creationId xmlns:a16="http://schemas.microsoft.com/office/drawing/2014/main" id="{14409AC7-7F4E-2459-3EC1-9F5F553552C1}"/>
                  </a:ext>
                </a:extLst>
              </p:cNvPr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2">
                <a:extLst>
                  <a:ext uri="{FF2B5EF4-FFF2-40B4-BE49-F238E27FC236}">
                    <a16:creationId xmlns:a16="http://schemas.microsoft.com/office/drawing/2014/main" id="{0AA94B17-6241-5F80-A8FE-ED3D4A415910}"/>
                  </a:ext>
                </a:extLst>
              </p:cNvPr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2">
                <a:extLst>
                  <a:ext uri="{FF2B5EF4-FFF2-40B4-BE49-F238E27FC236}">
                    <a16:creationId xmlns:a16="http://schemas.microsoft.com/office/drawing/2014/main" id="{34FE69B5-F99B-8F0F-DFB1-6BDD6BB48745}"/>
                  </a:ext>
                </a:extLst>
              </p:cNvPr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2">
                <a:extLst>
                  <a:ext uri="{FF2B5EF4-FFF2-40B4-BE49-F238E27FC236}">
                    <a16:creationId xmlns:a16="http://schemas.microsoft.com/office/drawing/2014/main" id="{6C865D69-B9D6-4244-659C-087DE36730F9}"/>
                  </a:ext>
                </a:extLst>
              </p:cNvPr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2">
                <a:extLst>
                  <a:ext uri="{FF2B5EF4-FFF2-40B4-BE49-F238E27FC236}">
                    <a16:creationId xmlns:a16="http://schemas.microsoft.com/office/drawing/2014/main" id="{3AE9223E-DC04-A5E4-1FD6-CE997E8FCE98}"/>
                  </a:ext>
                </a:extLst>
              </p:cNvPr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2">
                <a:extLst>
                  <a:ext uri="{FF2B5EF4-FFF2-40B4-BE49-F238E27FC236}">
                    <a16:creationId xmlns:a16="http://schemas.microsoft.com/office/drawing/2014/main" id="{D1AB7181-1647-E425-5266-378761E7219F}"/>
                  </a:ext>
                </a:extLst>
              </p:cNvPr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>
                <a:extLst>
                  <a:ext uri="{FF2B5EF4-FFF2-40B4-BE49-F238E27FC236}">
                    <a16:creationId xmlns:a16="http://schemas.microsoft.com/office/drawing/2014/main" id="{029AC1AD-83E8-7773-806E-87ECD2189C6B}"/>
                  </a:ext>
                </a:extLst>
              </p:cNvPr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>
                <a:extLst>
                  <a:ext uri="{FF2B5EF4-FFF2-40B4-BE49-F238E27FC236}">
                    <a16:creationId xmlns:a16="http://schemas.microsoft.com/office/drawing/2014/main" id="{92AB7DA0-EE85-2AE0-92F1-91B427B9D08D}"/>
                  </a:ext>
                </a:extLst>
              </p:cNvPr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>
                <a:extLst>
                  <a:ext uri="{FF2B5EF4-FFF2-40B4-BE49-F238E27FC236}">
                    <a16:creationId xmlns:a16="http://schemas.microsoft.com/office/drawing/2014/main" id="{DAABE965-1C8E-5C59-343C-47976A9FA16C}"/>
                  </a:ext>
                </a:extLst>
              </p:cNvPr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>
                <a:extLst>
                  <a:ext uri="{FF2B5EF4-FFF2-40B4-BE49-F238E27FC236}">
                    <a16:creationId xmlns:a16="http://schemas.microsoft.com/office/drawing/2014/main" id="{B0C0BAC1-64AA-579D-7680-86F3792772C4}"/>
                  </a:ext>
                </a:extLst>
              </p:cNvPr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>
                <a:extLst>
                  <a:ext uri="{FF2B5EF4-FFF2-40B4-BE49-F238E27FC236}">
                    <a16:creationId xmlns:a16="http://schemas.microsoft.com/office/drawing/2014/main" id="{6CF09BBD-B439-B360-4FF0-30683E6D8EBC}"/>
                  </a:ext>
                </a:extLst>
              </p:cNvPr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2">
                <a:extLst>
                  <a:ext uri="{FF2B5EF4-FFF2-40B4-BE49-F238E27FC236}">
                    <a16:creationId xmlns:a16="http://schemas.microsoft.com/office/drawing/2014/main" id="{67DF51D1-8297-FE22-4775-A0F27F8457A8}"/>
                  </a:ext>
                </a:extLst>
              </p:cNvPr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2">
                <a:extLst>
                  <a:ext uri="{FF2B5EF4-FFF2-40B4-BE49-F238E27FC236}">
                    <a16:creationId xmlns:a16="http://schemas.microsoft.com/office/drawing/2014/main" id="{9A48EA5F-9991-E43D-871D-3C93B43ECDF5}"/>
                  </a:ext>
                </a:extLst>
              </p:cNvPr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>
                <a:extLst>
                  <a:ext uri="{FF2B5EF4-FFF2-40B4-BE49-F238E27FC236}">
                    <a16:creationId xmlns:a16="http://schemas.microsoft.com/office/drawing/2014/main" id="{579BC200-93EB-4ED1-BABE-7D363454C79D}"/>
                  </a:ext>
                </a:extLst>
              </p:cNvPr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2">
                <a:extLst>
                  <a:ext uri="{FF2B5EF4-FFF2-40B4-BE49-F238E27FC236}">
                    <a16:creationId xmlns:a16="http://schemas.microsoft.com/office/drawing/2014/main" id="{1A8A9C38-12F3-0CE7-845C-D5653DBFB574}"/>
                  </a:ext>
                </a:extLst>
              </p:cNvPr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2">
                <a:extLst>
                  <a:ext uri="{FF2B5EF4-FFF2-40B4-BE49-F238E27FC236}">
                    <a16:creationId xmlns:a16="http://schemas.microsoft.com/office/drawing/2014/main" id="{97F14911-7A75-3F36-6AE0-C3BCE90E656F}"/>
                  </a:ext>
                </a:extLst>
              </p:cNvPr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>
                <a:extLst>
                  <a:ext uri="{FF2B5EF4-FFF2-40B4-BE49-F238E27FC236}">
                    <a16:creationId xmlns:a16="http://schemas.microsoft.com/office/drawing/2014/main" id="{C9A096C6-60AA-1B5A-51D4-B3EFA4961D0F}"/>
                  </a:ext>
                </a:extLst>
              </p:cNvPr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2">
                <a:extLst>
                  <a:ext uri="{FF2B5EF4-FFF2-40B4-BE49-F238E27FC236}">
                    <a16:creationId xmlns:a16="http://schemas.microsoft.com/office/drawing/2014/main" id="{E2E19962-A7DB-D1EA-6894-CD089009E728}"/>
                  </a:ext>
                </a:extLst>
              </p:cNvPr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2">
                <a:extLst>
                  <a:ext uri="{FF2B5EF4-FFF2-40B4-BE49-F238E27FC236}">
                    <a16:creationId xmlns:a16="http://schemas.microsoft.com/office/drawing/2014/main" id="{EF7EB911-FD49-BC89-5FD3-2FEE94B9BF60}"/>
                  </a:ext>
                </a:extLst>
              </p:cNvPr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2">
                <a:extLst>
                  <a:ext uri="{FF2B5EF4-FFF2-40B4-BE49-F238E27FC236}">
                    <a16:creationId xmlns:a16="http://schemas.microsoft.com/office/drawing/2014/main" id="{EAAB2EAB-5DD4-4E0A-9E8A-BD261F42B101}"/>
                  </a:ext>
                </a:extLst>
              </p:cNvPr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2">
                <a:extLst>
                  <a:ext uri="{FF2B5EF4-FFF2-40B4-BE49-F238E27FC236}">
                    <a16:creationId xmlns:a16="http://schemas.microsoft.com/office/drawing/2014/main" id="{2B1C9CF9-2E36-01AF-322F-7ECC92779C8F}"/>
                  </a:ext>
                </a:extLst>
              </p:cNvPr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2">
                <a:extLst>
                  <a:ext uri="{FF2B5EF4-FFF2-40B4-BE49-F238E27FC236}">
                    <a16:creationId xmlns:a16="http://schemas.microsoft.com/office/drawing/2014/main" id="{D03B6939-A996-8F9E-4473-CD6CC54A57F2}"/>
                  </a:ext>
                </a:extLst>
              </p:cNvPr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2">
                <a:extLst>
                  <a:ext uri="{FF2B5EF4-FFF2-40B4-BE49-F238E27FC236}">
                    <a16:creationId xmlns:a16="http://schemas.microsoft.com/office/drawing/2014/main" id="{7B11D64E-F95E-7B63-D574-60C110050354}"/>
                  </a:ext>
                </a:extLst>
              </p:cNvPr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2">
                <a:extLst>
                  <a:ext uri="{FF2B5EF4-FFF2-40B4-BE49-F238E27FC236}">
                    <a16:creationId xmlns:a16="http://schemas.microsoft.com/office/drawing/2014/main" id="{7AA8B6CE-F21B-F932-D6A3-DFB997A9FC39}"/>
                  </a:ext>
                </a:extLst>
              </p:cNvPr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2">
                <a:extLst>
                  <a:ext uri="{FF2B5EF4-FFF2-40B4-BE49-F238E27FC236}">
                    <a16:creationId xmlns:a16="http://schemas.microsoft.com/office/drawing/2014/main" id="{BE1E223A-5A30-7379-6958-AB4C5549487F}"/>
                  </a:ext>
                </a:extLst>
              </p:cNvPr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2">
                <a:extLst>
                  <a:ext uri="{FF2B5EF4-FFF2-40B4-BE49-F238E27FC236}">
                    <a16:creationId xmlns:a16="http://schemas.microsoft.com/office/drawing/2014/main" id="{A357140F-350D-FD35-D583-10D2A8314A56}"/>
                  </a:ext>
                </a:extLst>
              </p:cNvPr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2">
                <a:extLst>
                  <a:ext uri="{FF2B5EF4-FFF2-40B4-BE49-F238E27FC236}">
                    <a16:creationId xmlns:a16="http://schemas.microsoft.com/office/drawing/2014/main" id="{16225694-0E9E-BAB4-84AD-2771B1A9FC64}"/>
                  </a:ext>
                </a:extLst>
              </p:cNvPr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2">
                <a:extLst>
                  <a:ext uri="{FF2B5EF4-FFF2-40B4-BE49-F238E27FC236}">
                    <a16:creationId xmlns:a16="http://schemas.microsoft.com/office/drawing/2014/main" id="{CB5FF440-E5CA-4465-6B6D-04418B07B374}"/>
                  </a:ext>
                </a:extLst>
              </p:cNvPr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2">
                <a:extLst>
                  <a:ext uri="{FF2B5EF4-FFF2-40B4-BE49-F238E27FC236}">
                    <a16:creationId xmlns:a16="http://schemas.microsoft.com/office/drawing/2014/main" id="{C2B1AA5E-EB9D-D93D-8ECD-6E3C47A5EFA1}"/>
                  </a:ext>
                </a:extLst>
              </p:cNvPr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2">
                <a:extLst>
                  <a:ext uri="{FF2B5EF4-FFF2-40B4-BE49-F238E27FC236}">
                    <a16:creationId xmlns:a16="http://schemas.microsoft.com/office/drawing/2014/main" id="{5BA295BD-76FC-D3B4-3655-BDC53F36BB0B}"/>
                  </a:ext>
                </a:extLst>
              </p:cNvPr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2">
                <a:extLst>
                  <a:ext uri="{FF2B5EF4-FFF2-40B4-BE49-F238E27FC236}">
                    <a16:creationId xmlns:a16="http://schemas.microsoft.com/office/drawing/2014/main" id="{D5DDA5E9-FD07-D248-0F39-FA7E7AE60EA1}"/>
                  </a:ext>
                </a:extLst>
              </p:cNvPr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2">
                <a:extLst>
                  <a:ext uri="{FF2B5EF4-FFF2-40B4-BE49-F238E27FC236}">
                    <a16:creationId xmlns:a16="http://schemas.microsoft.com/office/drawing/2014/main" id="{89C6A2C9-98CF-0057-50C3-250FAC0BDC0B}"/>
                  </a:ext>
                </a:extLst>
              </p:cNvPr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2">
                <a:extLst>
                  <a:ext uri="{FF2B5EF4-FFF2-40B4-BE49-F238E27FC236}">
                    <a16:creationId xmlns:a16="http://schemas.microsoft.com/office/drawing/2014/main" id="{90A3B9ED-F262-997F-245D-4CBA067E43D2}"/>
                  </a:ext>
                </a:extLst>
              </p:cNvPr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2">
                <a:extLst>
                  <a:ext uri="{FF2B5EF4-FFF2-40B4-BE49-F238E27FC236}">
                    <a16:creationId xmlns:a16="http://schemas.microsoft.com/office/drawing/2014/main" id="{1A5F4F00-35DD-8E5C-C1AF-797140F1AB45}"/>
                  </a:ext>
                </a:extLst>
              </p:cNvPr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2">
                <a:extLst>
                  <a:ext uri="{FF2B5EF4-FFF2-40B4-BE49-F238E27FC236}">
                    <a16:creationId xmlns:a16="http://schemas.microsoft.com/office/drawing/2014/main" id="{4691790B-B80B-7DEC-CF6F-C2EB780578D1}"/>
                  </a:ext>
                </a:extLst>
              </p:cNvPr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F1BCC5E-A4AF-FD41-F470-8618F74E8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23" y="1848483"/>
            <a:ext cx="3628343" cy="193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78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>
          <a:extLst>
            <a:ext uri="{FF2B5EF4-FFF2-40B4-BE49-F238E27FC236}">
              <a16:creationId xmlns:a16="http://schemas.microsoft.com/office/drawing/2014/main" id="{BB521B2D-8D9E-69D3-55DA-2D7A1953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9" name="Google Shape;2089;p42">
            <a:extLst>
              <a:ext uri="{FF2B5EF4-FFF2-40B4-BE49-F238E27FC236}">
                <a16:creationId xmlns:a16="http://schemas.microsoft.com/office/drawing/2014/main" id="{C72A92A3-A16C-3109-6916-318198DE506D}"/>
              </a:ext>
            </a:extLst>
          </p:cNvPr>
          <p:cNvGrpSpPr/>
          <p:nvPr/>
        </p:nvGrpSpPr>
        <p:grpSpPr>
          <a:xfrm>
            <a:off x="8360690" y="406194"/>
            <a:ext cx="430885" cy="203666"/>
            <a:chOff x="8703675" y="886625"/>
            <a:chExt cx="69975" cy="33075"/>
          </a:xfrm>
        </p:grpSpPr>
        <p:sp>
          <p:nvSpPr>
            <p:cNvPr id="2090" name="Google Shape;2090;p42">
              <a:extLst>
                <a:ext uri="{FF2B5EF4-FFF2-40B4-BE49-F238E27FC236}">
                  <a16:creationId xmlns:a16="http://schemas.microsoft.com/office/drawing/2014/main" id="{25A7CB97-CD4C-22D4-6AB6-44206E490BDD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>
              <a:extLst>
                <a:ext uri="{FF2B5EF4-FFF2-40B4-BE49-F238E27FC236}">
                  <a16:creationId xmlns:a16="http://schemas.microsoft.com/office/drawing/2014/main" id="{A2694EFC-E98B-F7A7-A22F-7B47E79B1BE6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>
            <a:extLst>
              <a:ext uri="{FF2B5EF4-FFF2-40B4-BE49-F238E27FC236}">
                <a16:creationId xmlns:a16="http://schemas.microsoft.com/office/drawing/2014/main" id="{C204E0FD-5E5B-0A51-7ADB-F6F828B94787}"/>
              </a:ext>
            </a:extLst>
          </p:cNvPr>
          <p:cNvGrpSpPr/>
          <p:nvPr/>
        </p:nvGrpSpPr>
        <p:grpSpPr>
          <a:xfrm>
            <a:off x="2152595" y="4260310"/>
            <a:ext cx="744312" cy="221985"/>
            <a:chOff x="8652775" y="883650"/>
            <a:chExt cx="120875" cy="36050"/>
          </a:xfrm>
        </p:grpSpPr>
        <p:sp>
          <p:nvSpPr>
            <p:cNvPr id="2093" name="Google Shape;2093;p42">
              <a:extLst>
                <a:ext uri="{FF2B5EF4-FFF2-40B4-BE49-F238E27FC236}">
                  <a16:creationId xmlns:a16="http://schemas.microsoft.com/office/drawing/2014/main" id="{35D2C134-79E0-2FC0-A429-DE7A0BD10403}"/>
                </a:ext>
              </a:extLst>
            </p:cNvPr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>
              <a:extLst>
                <a:ext uri="{FF2B5EF4-FFF2-40B4-BE49-F238E27FC236}">
                  <a16:creationId xmlns:a16="http://schemas.microsoft.com/office/drawing/2014/main" id="{95FDADD6-5905-E21A-65F8-DD44D703934F}"/>
                </a:ext>
              </a:extLst>
            </p:cNvPr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>
              <a:extLst>
                <a:ext uri="{FF2B5EF4-FFF2-40B4-BE49-F238E27FC236}">
                  <a16:creationId xmlns:a16="http://schemas.microsoft.com/office/drawing/2014/main" id="{93950FC4-76B3-D650-3BCA-7D97A201D691}"/>
                </a:ext>
              </a:extLst>
            </p:cNvPr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>
              <a:extLst>
                <a:ext uri="{FF2B5EF4-FFF2-40B4-BE49-F238E27FC236}">
                  <a16:creationId xmlns:a16="http://schemas.microsoft.com/office/drawing/2014/main" id="{A9F80DD1-63FC-05A6-8154-168E54930F99}"/>
                </a:ext>
              </a:extLst>
            </p:cNvPr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>
              <a:extLst>
                <a:ext uri="{FF2B5EF4-FFF2-40B4-BE49-F238E27FC236}">
                  <a16:creationId xmlns:a16="http://schemas.microsoft.com/office/drawing/2014/main" id="{137C6DB5-87B7-C56E-9346-FB06FAEDFCCD}"/>
                </a:ext>
              </a:extLst>
            </p:cNvPr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>
              <a:extLst>
                <a:ext uri="{FF2B5EF4-FFF2-40B4-BE49-F238E27FC236}">
                  <a16:creationId xmlns:a16="http://schemas.microsoft.com/office/drawing/2014/main" id="{653AD4AF-B2FA-4FDC-363C-9279DC30831A}"/>
                </a:ext>
              </a:extLst>
            </p:cNvPr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42">
            <a:extLst>
              <a:ext uri="{FF2B5EF4-FFF2-40B4-BE49-F238E27FC236}">
                <a16:creationId xmlns:a16="http://schemas.microsoft.com/office/drawing/2014/main" id="{95518637-3D76-F1EC-32C4-2D45422FB8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81491" y="1485976"/>
            <a:ext cx="4951476" cy="2904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What it is:</a:t>
            </a:r>
            <a:r>
              <a:rPr lang="en-US" dirty="0"/>
              <a:t> User information displays. LCD I²C for text; OLED for expressive eyes.</a:t>
            </a:r>
          </a:p>
          <a:p>
            <a:br>
              <a:rPr lang="en-US" dirty="0"/>
            </a:br>
            <a:r>
              <a:rPr lang="en-US" b="1" dirty="0"/>
              <a:t>Role:</a:t>
            </a:r>
            <a:r>
              <a:rPr lang="en-US" dirty="0"/>
              <a:t> Show system status, alerts, IP address, battery level, emotional expressions.</a:t>
            </a:r>
            <a:br>
              <a:rPr lang="en-US" dirty="0"/>
            </a:br>
            <a:r>
              <a:rPr lang="en-US" b="1" dirty="0"/>
              <a:t>Wiring/Power:</a:t>
            </a:r>
            <a:r>
              <a:rPr lang="en-US" dirty="0"/>
              <a:t> I2C SDA/SCL to Arduino/ESP32. Use pull-ups if necessary. 5V for LCD module, OLED often 3.3–5V depending on module.</a:t>
            </a:r>
            <a:br>
              <a:rPr lang="en-US" dirty="0"/>
            </a:br>
            <a:r>
              <a:rPr lang="en-US" b="1" dirty="0"/>
              <a:t>Dev tips:</a:t>
            </a:r>
            <a:r>
              <a:rPr lang="en-US" dirty="0"/>
              <a:t> Use I²C address scanner if display isn’t found. Keep UI minimal and legible.</a:t>
            </a:r>
            <a:br>
              <a:rPr lang="en-US" dirty="0"/>
            </a:br>
            <a:r>
              <a:rPr lang="en-US" b="1" dirty="0"/>
              <a:t>Test:</a:t>
            </a:r>
            <a:r>
              <a:rPr lang="en-US" dirty="0"/>
              <a:t> Print IP, status lines, and change OLED face with events.</a:t>
            </a:r>
            <a:endParaRPr lang="en-IN" dirty="0"/>
          </a:p>
        </p:txBody>
      </p:sp>
      <p:sp>
        <p:nvSpPr>
          <p:cNvPr id="2100" name="Google Shape;2100;p42">
            <a:extLst>
              <a:ext uri="{FF2B5EF4-FFF2-40B4-BE49-F238E27FC236}">
                <a16:creationId xmlns:a16="http://schemas.microsoft.com/office/drawing/2014/main" id="{97724069-49AC-3D83-5D8F-7CC324E280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9473" y="678468"/>
            <a:ext cx="7188821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Displays (LCD I²C, OLED x2)</a:t>
            </a:r>
            <a:endParaRPr dirty="0"/>
          </a:p>
        </p:txBody>
      </p:sp>
      <p:grpSp>
        <p:nvGrpSpPr>
          <p:cNvPr id="2168" name="Google Shape;2168;p42">
            <a:extLst>
              <a:ext uri="{FF2B5EF4-FFF2-40B4-BE49-F238E27FC236}">
                <a16:creationId xmlns:a16="http://schemas.microsoft.com/office/drawing/2014/main" id="{5A9D092D-B956-AA32-9126-4E1A9B0ABEA4}"/>
              </a:ext>
            </a:extLst>
          </p:cNvPr>
          <p:cNvGrpSpPr/>
          <p:nvPr/>
        </p:nvGrpSpPr>
        <p:grpSpPr>
          <a:xfrm rot="20088861">
            <a:off x="275267" y="4091800"/>
            <a:ext cx="553923" cy="895985"/>
            <a:chOff x="1463275" y="2373500"/>
            <a:chExt cx="484900" cy="711125"/>
          </a:xfrm>
        </p:grpSpPr>
        <p:sp>
          <p:nvSpPr>
            <p:cNvPr id="2169" name="Google Shape;2169;p42">
              <a:extLst>
                <a:ext uri="{FF2B5EF4-FFF2-40B4-BE49-F238E27FC236}">
                  <a16:creationId xmlns:a16="http://schemas.microsoft.com/office/drawing/2014/main" id="{E23A3A8E-F8CE-2C30-1174-1DE6518AB3E3}"/>
                </a:ext>
              </a:extLst>
            </p:cNvPr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0" name="Google Shape;2170;p42">
              <a:extLst>
                <a:ext uri="{FF2B5EF4-FFF2-40B4-BE49-F238E27FC236}">
                  <a16:creationId xmlns:a16="http://schemas.microsoft.com/office/drawing/2014/main" id="{FBFCD99A-D3AA-29C7-E984-54547B9259F1}"/>
                </a:ext>
              </a:extLst>
            </p:cNvPr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2171" name="Google Shape;2171;p42">
                <a:extLst>
                  <a:ext uri="{FF2B5EF4-FFF2-40B4-BE49-F238E27FC236}">
                    <a16:creationId xmlns:a16="http://schemas.microsoft.com/office/drawing/2014/main" id="{D93CF36C-6C76-03A0-37D1-67DC000EC407}"/>
                  </a:ext>
                </a:extLst>
              </p:cNvPr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2">
                <a:extLst>
                  <a:ext uri="{FF2B5EF4-FFF2-40B4-BE49-F238E27FC236}">
                    <a16:creationId xmlns:a16="http://schemas.microsoft.com/office/drawing/2014/main" id="{EB815893-9936-0F61-F628-9D06DCF61BA6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2">
                <a:extLst>
                  <a:ext uri="{FF2B5EF4-FFF2-40B4-BE49-F238E27FC236}">
                    <a16:creationId xmlns:a16="http://schemas.microsoft.com/office/drawing/2014/main" id="{20E65C56-137C-7186-3FF3-70D8232B40E5}"/>
                  </a:ext>
                </a:extLst>
              </p:cNvPr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2">
                <a:extLst>
                  <a:ext uri="{FF2B5EF4-FFF2-40B4-BE49-F238E27FC236}">
                    <a16:creationId xmlns:a16="http://schemas.microsoft.com/office/drawing/2014/main" id="{D49ED5B1-4835-4EED-5028-9ADD53F1750E}"/>
                  </a:ext>
                </a:extLst>
              </p:cNvPr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2">
                <a:extLst>
                  <a:ext uri="{FF2B5EF4-FFF2-40B4-BE49-F238E27FC236}">
                    <a16:creationId xmlns:a16="http://schemas.microsoft.com/office/drawing/2014/main" id="{1BCA246A-7D01-09B9-D983-7D8DAB645DF5}"/>
                  </a:ext>
                </a:extLst>
              </p:cNvPr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2">
                <a:extLst>
                  <a:ext uri="{FF2B5EF4-FFF2-40B4-BE49-F238E27FC236}">
                    <a16:creationId xmlns:a16="http://schemas.microsoft.com/office/drawing/2014/main" id="{0EC7ECBD-E961-7BD2-5C29-B781D8786648}"/>
                  </a:ext>
                </a:extLst>
              </p:cNvPr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2">
                <a:extLst>
                  <a:ext uri="{FF2B5EF4-FFF2-40B4-BE49-F238E27FC236}">
                    <a16:creationId xmlns:a16="http://schemas.microsoft.com/office/drawing/2014/main" id="{A1BCD872-2B7C-5CEF-FF70-864609B74310}"/>
                  </a:ext>
                </a:extLst>
              </p:cNvPr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2">
                <a:extLst>
                  <a:ext uri="{FF2B5EF4-FFF2-40B4-BE49-F238E27FC236}">
                    <a16:creationId xmlns:a16="http://schemas.microsoft.com/office/drawing/2014/main" id="{CE148DF3-B776-602F-A368-724102DD3A3F}"/>
                  </a:ext>
                </a:extLst>
              </p:cNvPr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2">
                <a:extLst>
                  <a:ext uri="{FF2B5EF4-FFF2-40B4-BE49-F238E27FC236}">
                    <a16:creationId xmlns:a16="http://schemas.microsoft.com/office/drawing/2014/main" id="{764A90E4-92DD-629A-14E9-43D08F8FDE58}"/>
                  </a:ext>
                </a:extLst>
              </p:cNvPr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2">
                <a:extLst>
                  <a:ext uri="{FF2B5EF4-FFF2-40B4-BE49-F238E27FC236}">
                    <a16:creationId xmlns:a16="http://schemas.microsoft.com/office/drawing/2014/main" id="{289E32F8-939B-BCDE-86E0-842BEAF1586D}"/>
                  </a:ext>
                </a:extLst>
              </p:cNvPr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2">
                <a:extLst>
                  <a:ext uri="{FF2B5EF4-FFF2-40B4-BE49-F238E27FC236}">
                    <a16:creationId xmlns:a16="http://schemas.microsoft.com/office/drawing/2014/main" id="{8C05CDF4-DC29-E6FE-FA8A-88056451B73B}"/>
                  </a:ext>
                </a:extLst>
              </p:cNvPr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2">
                <a:extLst>
                  <a:ext uri="{FF2B5EF4-FFF2-40B4-BE49-F238E27FC236}">
                    <a16:creationId xmlns:a16="http://schemas.microsoft.com/office/drawing/2014/main" id="{2B1474EC-98C9-63B1-F9F8-185F647B8DD5}"/>
                  </a:ext>
                </a:extLst>
              </p:cNvPr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2">
                <a:extLst>
                  <a:ext uri="{FF2B5EF4-FFF2-40B4-BE49-F238E27FC236}">
                    <a16:creationId xmlns:a16="http://schemas.microsoft.com/office/drawing/2014/main" id="{263B37CE-2E43-C0F5-5E8F-C3A77A50EFB2}"/>
                  </a:ext>
                </a:extLst>
              </p:cNvPr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2">
                <a:extLst>
                  <a:ext uri="{FF2B5EF4-FFF2-40B4-BE49-F238E27FC236}">
                    <a16:creationId xmlns:a16="http://schemas.microsoft.com/office/drawing/2014/main" id="{34257200-A52C-C548-2564-ADA2A67F1377}"/>
                  </a:ext>
                </a:extLst>
              </p:cNvPr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2">
                <a:extLst>
                  <a:ext uri="{FF2B5EF4-FFF2-40B4-BE49-F238E27FC236}">
                    <a16:creationId xmlns:a16="http://schemas.microsoft.com/office/drawing/2014/main" id="{B59176F1-1FD3-2856-2B4F-930DA4F2A1CF}"/>
                  </a:ext>
                </a:extLst>
              </p:cNvPr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2">
                <a:extLst>
                  <a:ext uri="{FF2B5EF4-FFF2-40B4-BE49-F238E27FC236}">
                    <a16:creationId xmlns:a16="http://schemas.microsoft.com/office/drawing/2014/main" id="{1E21C48A-8680-4486-C2B9-BB9A415E58B8}"/>
                  </a:ext>
                </a:extLst>
              </p:cNvPr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2">
                <a:extLst>
                  <a:ext uri="{FF2B5EF4-FFF2-40B4-BE49-F238E27FC236}">
                    <a16:creationId xmlns:a16="http://schemas.microsoft.com/office/drawing/2014/main" id="{96186DD1-E3BC-477B-669E-DB6EDA21C6FD}"/>
                  </a:ext>
                </a:extLst>
              </p:cNvPr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2">
                <a:extLst>
                  <a:ext uri="{FF2B5EF4-FFF2-40B4-BE49-F238E27FC236}">
                    <a16:creationId xmlns:a16="http://schemas.microsoft.com/office/drawing/2014/main" id="{A30F5604-8D9F-3A8A-8265-17F004F6A112}"/>
                  </a:ext>
                </a:extLst>
              </p:cNvPr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2">
                <a:extLst>
                  <a:ext uri="{FF2B5EF4-FFF2-40B4-BE49-F238E27FC236}">
                    <a16:creationId xmlns:a16="http://schemas.microsoft.com/office/drawing/2014/main" id="{BC78D818-909E-2B08-A53B-A0D5835A1BF5}"/>
                  </a:ext>
                </a:extLst>
              </p:cNvPr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2">
                <a:extLst>
                  <a:ext uri="{FF2B5EF4-FFF2-40B4-BE49-F238E27FC236}">
                    <a16:creationId xmlns:a16="http://schemas.microsoft.com/office/drawing/2014/main" id="{92E2AF3F-5999-F749-33E7-F02EE8008182}"/>
                  </a:ext>
                </a:extLst>
              </p:cNvPr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2">
                <a:extLst>
                  <a:ext uri="{FF2B5EF4-FFF2-40B4-BE49-F238E27FC236}">
                    <a16:creationId xmlns:a16="http://schemas.microsoft.com/office/drawing/2014/main" id="{1341FDCA-B55E-CE2E-0686-F87D2903C5E0}"/>
                  </a:ext>
                </a:extLst>
              </p:cNvPr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2">
                <a:extLst>
                  <a:ext uri="{FF2B5EF4-FFF2-40B4-BE49-F238E27FC236}">
                    <a16:creationId xmlns:a16="http://schemas.microsoft.com/office/drawing/2014/main" id="{D47DD07F-1435-9900-A44B-58199661DB00}"/>
                  </a:ext>
                </a:extLst>
              </p:cNvPr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>
                <a:extLst>
                  <a:ext uri="{FF2B5EF4-FFF2-40B4-BE49-F238E27FC236}">
                    <a16:creationId xmlns:a16="http://schemas.microsoft.com/office/drawing/2014/main" id="{37167B37-8546-EFC2-5718-127BF3DA84A0}"/>
                  </a:ext>
                </a:extLst>
              </p:cNvPr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>
                <a:extLst>
                  <a:ext uri="{FF2B5EF4-FFF2-40B4-BE49-F238E27FC236}">
                    <a16:creationId xmlns:a16="http://schemas.microsoft.com/office/drawing/2014/main" id="{0ACF6644-9681-2DB2-65D7-EDC6FB0E7C56}"/>
                  </a:ext>
                </a:extLst>
              </p:cNvPr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>
                <a:extLst>
                  <a:ext uri="{FF2B5EF4-FFF2-40B4-BE49-F238E27FC236}">
                    <a16:creationId xmlns:a16="http://schemas.microsoft.com/office/drawing/2014/main" id="{9B173DAB-A956-CC49-664B-5AF01E11D898}"/>
                  </a:ext>
                </a:extLst>
              </p:cNvPr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>
                <a:extLst>
                  <a:ext uri="{FF2B5EF4-FFF2-40B4-BE49-F238E27FC236}">
                    <a16:creationId xmlns:a16="http://schemas.microsoft.com/office/drawing/2014/main" id="{9D358878-940A-DD4E-3BF5-B12198352817}"/>
                  </a:ext>
                </a:extLst>
              </p:cNvPr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>
                <a:extLst>
                  <a:ext uri="{FF2B5EF4-FFF2-40B4-BE49-F238E27FC236}">
                    <a16:creationId xmlns:a16="http://schemas.microsoft.com/office/drawing/2014/main" id="{55B8A2F0-8388-3285-2B41-873A21DA7FC8}"/>
                  </a:ext>
                </a:extLst>
              </p:cNvPr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2">
                <a:extLst>
                  <a:ext uri="{FF2B5EF4-FFF2-40B4-BE49-F238E27FC236}">
                    <a16:creationId xmlns:a16="http://schemas.microsoft.com/office/drawing/2014/main" id="{44859016-A5ED-500F-6BE1-AF7996878813}"/>
                  </a:ext>
                </a:extLst>
              </p:cNvPr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2">
                <a:extLst>
                  <a:ext uri="{FF2B5EF4-FFF2-40B4-BE49-F238E27FC236}">
                    <a16:creationId xmlns:a16="http://schemas.microsoft.com/office/drawing/2014/main" id="{351A17BD-8DAC-C193-A29E-6B90FDB411DE}"/>
                  </a:ext>
                </a:extLst>
              </p:cNvPr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>
                <a:extLst>
                  <a:ext uri="{FF2B5EF4-FFF2-40B4-BE49-F238E27FC236}">
                    <a16:creationId xmlns:a16="http://schemas.microsoft.com/office/drawing/2014/main" id="{F65625C0-C262-8A72-A7D8-DE4C1A583D40}"/>
                  </a:ext>
                </a:extLst>
              </p:cNvPr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2">
                <a:extLst>
                  <a:ext uri="{FF2B5EF4-FFF2-40B4-BE49-F238E27FC236}">
                    <a16:creationId xmlns:a16="http://schemas.microsoft.com/office/drawing/2014/main" id="{B0BFBB5C-1790-D398-3C73-6CE0382950AB}"/>
                  </a:ext>
                </a:extLst>
              </p:cNvPr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2">
                <a:extLst>
                  <a:ext uri="{FF2B5EF4-FFF2-40B4-BE49-F238E27FC236}">
                    <a16:creationId xmlns:a16="http://schemas.microsoft.com/office/drawing/2014/main" id="{5D474923-5998-9D92-594E-44CBFA84826E}"/>
                  </a:ext>
                </a:extLst>
              </p:cNvPr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>
                <a:extLst>
                  <a:ext uri="{FF2B5EF4-FFF2-40B4-BE49-F238E27FC236}">
                    <a16:creationId xmlns:a16="http://schemas.microsoft.com/office/drawing/2014/main" id="{7320D9FE-DF36-64D1-BDFF-92C2CF819768}"/>
                  </a:ext>
                </a:extLst>
              </p:cNvPr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2">
                <a:extLst>
                  <a:ext uri="{FF2B5EF4-FFF2-40B4-BE49-F238E27FC236}">
                    <a16:creationId xmlns:a16="http://schemas.microsoft.com/office/drawing/2014/main" id="{A5AD3E8B-D77C-BAA3-A3C7-0BCE98E2ECA6}"/>
                  </a:ext>
                </a:extLst>
              </p:cNvPr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2">
                <a:extLst>
                  <a:ext uri="{FF2B5EF4-FFF2-40B4-BE49-F238E27FC236}">
                    <a16:creationId xmlns:a16="http://schemas.microsoft.com/office/drawing/2014/main" id="{A426CB2F-4D09-B605-A9BE-A4A6606EE337}"/>
                  </a:ext>
                </a:extLst>
              </p:cNvPr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2">
                <a:extLst>
                  <a:ext uri="{FF2B5EF4-FFF2-40B4-BE49-F238E27FC236}">
                    <a16:creationId xmlns:a16="http://schemas.microsoft.com/office/drawing/2014/main" id="{9387AC7F-6D34-A4E9-9F94-70D1C1E8F41E}"/>
                  </a:ext>
                </a:extLst>
              </p:cNvPr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2">
                <a:extLst>
                  <a:ext uri="{FF2B5EF4-FFF2-40B4-BE49-F238E27FC236}">
                    <a16:creationId xmlns:a16="http://schemas.microsoft.com/office/drawing/2014/main" id="{9872FADE-8581-A90D-334D-C9996BF6AE9B}"/>
                  </a:ext>
                </a:extLst>
              </p:cNvPr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2">
                <a:extLst>
                  <a:ext uri="{FF2B5EF4-FFF2-40B4-BE49-F238E27FC236}">
                    <a16:creationId xmlns:a16="http://schemas.microsoft.com/office/drawing/2014/main" id="{4DC57C1C-AA5F-F847-FE33-2D104840EC5A}"/>
                  </a:ext>
                </a:extLst>
              </p:cNvPr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2">
                <a:extLst>
                  <a:ext uri="{FF2B5EF4-FFF2-40B4-BE49-F238E27FC236}">
                    <a16:creationId xmlns:a16="http://schemas.microsoft.com/office/drawing/2014/main" id="{D7B960B5-5421-3E86-E8D2-55110CD15A5C}"/>
                  </a:ext>
                </a:extLst>
              </p:cNvPr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2">
                <a:extLst>
                  <a:ext uri="{FF2B5EF4-FFF2-40B4-BE49-F238E27FC236}">
                    <a16:creationId xmlns:a16="http://schemas.microsoft.com/office/drawing/2014/main" id="{BA6C329A-0E1A-55B0-4E2E-0FFA4559C226}"/>
                  </a:ext>
                </a:extLst>
              </p:cNvPr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2">
                <a:extLst>
                  <a:ext uri="{FF2B5EF4-FFF2-40B4-BE49-F238E27FC236}">
                    <a16:creationId xmlns:a16="http://schemas.microsoft.com/office/drawing/2014/main" id="{1B8B1606-C71D-CC9C-6971-55DC1020B9A7}"/>
                  </a:ext>
                </a:extLst>
              </p:cNvPr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2">
                <a:extLst>
                  <a:ext uri="{FF2B5EF4-FFF2-40B4-BE49-F238E27FC236}">
                    <a16:creationId xmlns:a16="http://schemas.microsoft.com/office/drawing/2014/main" id="{33F42D2B-8BEB-5819-9E58-0391B36C7FE4}"/>
                  </a:ext>
                </a:extLst>
              </p:cNvPr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2">
                <a:extLst>
                  <a:ext uri="{FF2B5EF4-FFF2-40B4-BE49-F238E27FC236}">
                    <a16:creationId xmlns:a16="http://schemas.microsoft.com/office/drawing/2014/main" id="{BBB98E56-0EF5-9DC9-54F3-6BDD40B643B2}"/>
                  </a:ext>
                </a:extLst>
              </p:cNvPr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2">
                <a:extLst>
                  <a:ext uri="{FF2B5EF4-FFF2-40B4-BE49-F238E27FC236}">
                    <a16:creationId xmlns:a16="http://schemas.microsoft.com/office/drawing/2014/main" id="{2808074A-6291-001E-B851-2FAE835ED30E}"/>
                  </a:ext>
                </a:extLst>
              </p:cNvPr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2">
                <a:extLst>
                  <a:ext uri="{FF2B5EF4-FFF2-40B4-BE49-F238E27FC236}">
                    <a16:creationId xmlns:a16="http://schemas.microsoft.com/office/drawing/2014/main" id="{B3D00973-8675-7D8D-823B-3AE1B80F59E5}"/>
                  </a:ext>
                </a:extLst>
              </p:cNvPr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2">
                <a:extLst>
                  <a:ext uri="{FF2B5EF4-FFF2-40B4-BE49-F238E27FC236}">
                    <a16:creationId xmlns:a16="http://schemas.microsoft.com/office/drawing/2014/main" id="{F27F0EBB-069E-ACDD-549D-44FDCC7A0725}"/>
                  </a:ext>
                </a:extLst>
              </p:cNvPr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2">
                <a:extLst>
                  <a:ext uri="{FF2B5EF4-FFF2-40B4-BE49-F238E27FC236}">
                    <a16:creationId xmlns:a16="http://schemas.microsoft.com/office/drawing/2014/main" id="{54C20953-E5F2-6CDD-9327-5C60654197BD}"/>
                  </a:ext>
                </a:extLst>
              </p:cNvPr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2">
                <a:extLst>
                  <a:ext uri="{FF2B5EF4-FFF2-40B4-BE49-F238E27FC236}">
                    <a16:creationId xmlns:a16="http://schemas.microsoft.com/office/drawing/2014/main" id="{62ED2291-4F99-D641-0DE9-C1F8694FC7A1}"/>
                  </a:ext>
                </a:extLst>
              </p:cNvPr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2">
                <a:extLst>
                  <a:ext uri="{FF2B5EF4-FFF2-40B4-BE49-F238E27FC236}">
                    <a16:creationId xmlns:a16="http://schemas.microsoft.com/office/drawing/2014/main" id="{0BB2E792-FB31-54DB-6DC3-078DBB36962F}"/>
                  </a:ext>
                </a:extLst>
              </p:cNvPr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2">
                <a:extLst>
                  <a:ext uri="{FF2B5EF4-FFF2-40B4-BE49-F238E27FC236}">
                    <a16:creationId xmlns:a16="http://schemas.microsoft.com/office/drawing/2014/main" id="{310C9871-FE09-AE00-2A2D-533CDF31BC80}"/>
                  </a:ext>
                </a:extLst>
              </p:cNvPr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2">
                <a:extLst>
                  <a:ext uri="{FF2B5EF4-FFF2-40B4-BE49-F238E27FC236}">
                    <a16:creationId xmlns:a16="http://schemas.microsoft.com/office/drawing/2014/main" id="{436172DE-94A7-39EF-3E67-9A67E70C4B12}"/>
                  </a:ext>
                </a:extLst>
              </p:cNvPr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92FBC6A-82E0-7D1C-EDDB-B6A06BC70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3" y="1591243"/>
            <a:ext cx="4015119" cy="249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35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4"/>
          <p:cNvSpPr/>
          <p:nvPr/>
        </p:nvSpPr>
        <p:spPr>
          <a:xfrm>
            <a:off x="551775" y="1254025"/>
            <a:ext cx="2615400" cy="3474092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4"/>
          <p:cNvSpPr/>
          <p:nvPr/>
        </p:nvSpPr>
        <p:spPr>
          <a:xfrm>
            <a:off x="3264300" y="1254024"/>
            <a:ext cx="2615400" cy="3474091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4"/>
          <p:cNvSpPr/>
          <p:nvPr/>
        </p:nvSpPr>
        <p:spPr>
          <a:xfrm>
            <a:off x="5976825" y="1254025"/>
            <a:ext cx="2615400" cy="347409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4"/>
          <p:cNvSpPr txBox="1">
            <a:spLocks noGrp="1"/>
          </p:cNvSpPr>
          <p:nvPr>
            <p:ph type="title"/>
          </p:nvPr>
        </p:nvSpPr>
        <p:spPr>
          <a:xfrm>
            <a:off x="1034443" y="18896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Power System (19V 3A, Step Up/Down modules, MCB)</a:t>
            </a:r>
            <a:endParaRPr sz="2800" dirty="0"/>
          </a:p>
        </p:txBody>
      </p:sp>
      <p:sp>
        <p:nvSpPr>
          <p:cNvPr id="836" name="Google Shape;836;p34"/>
          <p:cNvSpPr txBox="1">
            <a:spLocks noGrp="1"/>
          </p:cNvSpPr>
          <p:nvPr>
            <p:ph type="title" idx="2"/>
          </p:nvPr>
        </p:nvSpPr>
        <p:spPr>
          <a:xfrm>
            <a:off x="656750" y="1870744"/>
            <a:ext cx="2417491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Step </a:t>
            </a:r>
            <a:r>
              <a:rPr lang="en-IN" dirty="0"/>
              <a:t>Down</a:t>
            </a:r>
            <a:r>
              <a:rPr lang="en" dirty="0"/>
              <a:t> Module</a:t>
            </a:r>
            <a:endParaRPr dirty="0"/>
          </a:p>
        </p:txBody>
      </p:sp>
      <p:sp>
        <p:nvSpPr>
          <p:cNvPr id="838" name="Google Shape;838;p34"/>
          <p:cNvSpPr txBox="1">
            <a:spLocks noGrp="1"/>
          </p:cNvSpPr>
          <p:nvPr>
            <p:ph type="title" idx="3"/>
          </p:nvPr>
        </p:nvSpPr>
        <p:spPr>
          <a:xfrm>
            <a:off x="3739375" y="1728213"/>
            <a:ext cx="203534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Step UP Module</a:t>
            </a:r>
          </a:p>
        </p:txBody>
      </p:sp>
      <p:sp>
        <p:nvSpPr>
          <p:cNvPr id="844" name="Google Shape;844;p34"/>
          <p:cNvSpPr txBox="1">
            <a:spLocks noGrp="1"/>
          </p:cNvSpPr>
          <p:nvPr>
            <p:ph type="title" idx="9"/>
          </p:nvPr>
        </p:nvSpPr>
        <p:spPr>
          <a:xfrm>
            <a:off x="2253625" y="1254025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46" name="Google Shape;846;p34"/>
          <p:cNvSpPr txBox="1">
            <a:spLocks noGrp="1"/>
          </p:cNvSpPr>
          <p:nvPr>
            <p:ph type="title" idx="14"/>
          </p:nvPr>
        </p:nvSpPr>
        <p:spPr>
          <a:xfrm>
            <a:off x="4966150" y="1254025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848" name="Google Shape;848;p34"/>
          <p:cNvSpPr txBox="1">
            <a:spLocks noGrp="1"/>
          </p:cNvSpPr>
          <p:nvPr>
            <p:ph type="title" idx="16"/>
          </p:nvPr>
        </p:nvSpPr>
        <p:spPr>
          <a:xfrm>
            <a:off x="6890375" y="1426580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MCB</a:t>
            </a:r>
            <a:endParaRPr dirty="0"/>
          </a:p>
        </p:txBody>
      </p:sp>
      <p:sp>
        <p:nvSpPr>
          <p:cNvPr id="852" name="Google Shape;852;p34"/>
          <p:cNvSpPr txBox="1">
            <a:spLocks noGrp="1"/>
          </p:cNvSpPr>
          <p:nvPr>
            <p:ph type="title" idx="20"/>
          </p:nvPr>
        </p:nvSpPr>
        <p:spPr>
          <a:xfrm>
            <a:off x="7678675" y="1254025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861" name="Google Shape;861;p34"/>
          <p:cNvGrpSpPr/>
          <p:nvPr/>
        </p:nvGrpSpPr>
        <p:grpSpPr>
          <a:xfrm>
            <a:off x="3442429" y="1472140"/>
            <a:ext cx="234762" cy="218290"/>
            <a:chOff x="8652775" y="883650"/>
            <a:chExt cx="38125" cy="35450"/>
          </a:xfrm>
        </p:grpSpPr>
        <p:sp>
          <p:nvSpPr>
            <p:cNvPr id="862" name="Google Shape;862;p34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4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866;p34"/>
          <p:cNvSpPr/>
          <p:nvPr/>
        </p:nvSpPr>
        <p:spPr>
          <a:xfrm>
            <a:off x="6182818" y="1544584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66;p34">
            <a:extLst>
              <a:ext uri="{FF2B5EF4-FFF2-40B4-BE49-F238E27FC236}">
                <a16:creationId xmlns:a16="http://schemas.microsoft.com/office/drawing/2014/main" id="{E29E41B0-62BD-DBED-5A72-F34DFF57A563}"/>
              </a:ext>
            </a:extLst>
          </p:cNvPr>
          <p:cNvSpPr/>
          <p:nvPr/>
        </p:nvSpPr>
        <p:spPr>
          <a:xfrm>
            <a:off x="736391" y="1467459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ED570FB-F431-DACB-5599-3E3D31D67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47023" y="2612481"/>
            <a:ext cx="2240427" cy="15800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026FE2-1341-F649-98FC-FD5F6BC34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19504" y="2914816"/>
            <a:ext cx="2220400" cy="11876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2F9AFD-506E-05B4-DBCD-DC752B665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235" y="2003165"/>
            <a:ext cx="1442580" cy="25195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32DF-EF74-D252-9408-CCCE2300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749" y="85586"/>
            <a:ext cx="8039713" cy="738900"/>
          </a:xfrm>
        </p:spPr>
        <p:txBody>
          <a:bodyPr/>
          <a:lstStyle/>
          <a:p>
            <a:r>
              <a:rPr lang="en-US" sz="3200" dirty="0"/>
              <a:t>Wi-Fi Router &amp; Local Area Network</a:t>
            </a:r>
            <a:endParaRPr lang="en-IN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DDAE85-D5C6-BC73-A55E-4F6DFA1C660A}"/>
              </a:ext>
            </a:extLst>
          </p:cNvPr>
          <p:cNvSpPr txBox="1"/>
          <p:nvPr/>
        </p:nvSpPr>
        <p:spPr>
          <a:xfrm>
            <a:off x="769749" y="1149731"/>
            <a:ext cx="747471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it is:</a:t>
            </a:r>
            <a:r>
              <a:rPr lang="en-US" sz="2000" dirty="0"/>
              <a:t> Network infrastructure.</a:t>
            </a:r>
          </a:p>
          <a:p>
            <a:br>
              <a:rPr lang="en-US" sz="2000" dirty="0"/>
            </a:br>
            <a:r>
              <a:rPr lang="en-US" sz="2000" b="1" dirty="0"/>
              <a:t>Role:</a:t>
            </a:r>
            <a:r>
              <a:rPr lang="en-US" sz="2000" dirty="0"/>
              <a:t> Connects user devices to Linux server and allows remote control/monitoring.</a:t>
            </a:r>
          </a:p>
          <a:p>
            <a:br>
              <a:rPr lang="en-US" sz="2000" dirty="0"/>
            </a:br>
            <a:r>
              <a:rPr lang="en-US" sz="2000" b="1" dirty="0"/>
              <a:t>Setup tips:</a:t>
            </a:r>
            <a:r>
              <a:rPr lang="en-US" sz="2000" dirty="0"/>
              <a:t> Use static IP for mini computer or </a:t>
            </a:r>
            <a:r>
              <a:rPr lang="en-US" sz="2000" dirty="0" err="1"/>
              <a:t>mDNS</a:t>
            </a:r>
            <a:r>
              <a:rPr lang="en-US" sz="2000" dirty="0"/>
              <a:t>. Secure network with password and firewall rules.</a:t>
            </a:r>
          </a:p>
          <a:p>
            <a:br>
              <a:rPr lang="en-US" sz="2000" dirty="0"/>
            </a:br>
            <a:r>
              <a:rPr lang="en-US" sz="2000" b="1" dirty="0"/>
              <a:t>Test:</a:t>
            </a:r>
            <a:r>
              <a:rPr lang="en-US" sz="2000" dirty="0"/>
              <a:t> Access the web dashboard from a phone on the same network; test remote access (port forwarding or secure VPN).</a:t>
            </a:r>
            <a:endParaRPr lang="en-IN" sz="2000" dirty="0"/>
          </a:p>
        </p:txBody>
      </p:sp>
      <p:grpSp>
        <p:nvGrpSpPr>
          <p:cNvPr id="23" name="Google Shape;1486;p37">
            <a:extLst>
              <a:ext uri="{FF2B5EF4-FFF2-40B4-BE49-F238E27FC236}">
                <a16:creationId xmlns:a16="http://schemas.microsoft.com/office/drawing/2014/main" id="{6F19270D-E352-ED24-B810-C23DB807CF4B}"/>
              </a:ext>
            </a:extLst>
          </p:cNvPr>
          <p:cNvGrpSpPr/>
          <p:nvPr/>
        </p:nvGrpSpPr>
        <p:grpSpPr>
          <a:xfrm rot="-1214228">
            <a:off x="7227126" y="929902"/>
            <a:ext cx="728430" cy="639914"/>
            <a:chOff x="4041575" y="1574875"/>
            <a:chExt cx="296475" cy="254225"/>
          </a:xfrm>
        </p:grpSpPr>
        <p:sp>
          <p:nvSpPr>
            <p:cNvPr id="24" name="Google Shape;1487;p37">
              <a:extLst>
                <a:ext uri="{FF2B5EF4-FFF2-40B4-BE49-F238E27FC236}">
                  <a16:creationId xmlns:a16="http://schemas.microsoft.com/office/drawing/2014/main" id="{C1E3542E-652A-F7D5-C6C8-50B6629012CD}"/>
                </a:ext>
              </a:extLst>
            </p:cNvPr>
            <p:cNvSpPr/>
            <p:nvPr/>
          </p:nvSpPr>
          <p:spPr>
            <a:xfrm>
              <a:off x="4041575" y="1574875"/>
              <a:ext cx="296475" cy="254225"/>
            </a:xfrm>
            <a:custGeom>
              <a:avLst/>
              <a:gdLst/>
              <a:ahLst/>
              <a:cxnLst/>
              <a:rect l="l" t="t" r="r" b="b"/>
              <a:pathLst>
                <a:path w="11859" h="10169" extrusionOk="0">
                  <a:moveTo>
                    <a:pt x="655" y="0"/>
                  </a:moveTo>
                  <a:cubicBezTo>
                    <a:pt x="286" y="0"/>
                    <a:pt x="0" y="298"/>
                    <a:pt x="0" y="655"/>
                  </a:cubicBezTo>
                  <a:cubicBezTo>
                    <a:pt x="0" y="941"/>
                    <a:pt x="179" y="1179"/>
                    <a:pt x="429" y="1274"/>
                  </a:cubicBezTo>
                  <a:lnTo>
                    <a:pt x="429" y="4561"/>
                  </a:lnTo>
                  <a:cubicBezTo>
                    <a:pt x="238" y="4739"/>
                    <a:pt x="119" y="5001"/>
                    <a:pt x="119" y="5275"/>
                  </a:cubicBezTo>
                  <a:cubicBezTo>
                    <a:pt x="119" y="5811"/>
                    <a:pt x="548" y="6251"/>
                    <a:pt x="1084" y="6251"/>
                  </a:cubicBezTo>
                  <a:cubicBezTo>
                    <a:pt x="1095" y="6251"/>
                    <a:pt x="1119" y="6239"/>
                    <a:pt x="1131" y="6239"/>
                  </a:cubicBezTo>
                  <a:cubicBezTo>
                    <a:pt x="1584" y="8478"/>
                    <a:pt x="3560" y="10168"/>
                    <a:pt x="5929" y="10168"/>
                  </a:cubicBezTo>
                  <a:cubicBezTo>
                    <a:pt x="8299" y="10168"/>
                    <a:pt x="10275" y="8478"/>
                    <a:pt x="10716" y="6239"/>
                  </a:cubicBezTo>
                  <a:cubicBezTo>
                    <a:pt x="10728" y="6239"/>
                    <a:pt x="10751" y="6251"/>
                    <a:pt x="10763" y="6251"/>
                  </a:cubicBezTo>
                  <a:cubicBezTo>
                    <a:pt x="11299" y="6251"/>
                    <a:pt x="11728" y="5811"/>
                    <a:pt x="11728" y="5275"/>
                  </a:cubicBezTo>
                  <a:cubicBezTo>
                    <a:pt x="11728" y="5001"/>
                    <a:pt x="11609" y="4739"/>
                    <a:pt x="11418" y="4561"/>
                  </a:cubicBezTo>
                  <a:lnTo>
                    <a:pt x="11418" y="1274"/>
                  </a:lnTo>
                  <a:cubicBezTo>
                    <a:pt x="11668" y="1179"/>
                    <a:pt x="11859" y="941"/>
                    <a:pt x="11859" y="655"/>
                  </a:cubicBezTo>
                  <a:cubicBezTo>
                    <a:pt x="11859" y="298"/>
                    <a:pt x="11561" y="0"/>
                    <a:pt x="11192" y="0"/>
                  </a:cubicBezTo>
                  <a:cubicBezTo>
                    <a:pt x="10835" y="0"/>
                    <a:pt x="10537" y="298"/>
                    <a:pt x="10537" y="655"/>
                  </a:cubicBezTo>
                  <a:cubicBezTo>
                    <a:pt x="10537" y="941"/>
                    <a:pt x="10728" y="1179"/>
                    <a:pt x="10978" y="1274"/>
                  </a:cubicBezTo>
                  <a:lnTo>
                    <a:pt x="10978" y="4334"/>
                  </a:lnTo>
                  <a:cubicBezTo>
                    <a:pt x="10906" y="4311"/>
                    <a:pt x="10835" y="4311"/>
                    <a:pt x="10763" y="4311"/>
                  </a:cubicBezTo>
                  <a:lnTo>
                    <a:pt x="10716" y="4311"/>
                  </a:lnTo>
                  <a:cubicBezTo>
                    <a:pt x="10275" y="2072"/>
                    <a:pt x="8299" y="381"/>
                    <a:pt x="5929" y="381"/>
                  </a:cubicBezTo>
                  <a:cubicBezTo>
                    <a:pt x="3560" y="381"/>
                    <a:pt x="1584" y="2072"/>
                    <a:pt x="1131" y="4311"/>
                  </a:cubicBezTo>
                  <a:lnTo>
                    <a:pt x="1084" y="4311"/>
                  </a:lnTo>
                  <a:cubicBezTo>
                    <a:pt x="1012" y="4311"/>
                    <a:pt x="941" y="4311"/>
                    <a:pt x="881" y="4334"/>
                  </a:cubicBezTo>
                  <a:lnTo>
                    <a:pt x="881" y="1274"/>
                  </a:lnTo>
                  <a:cubicBezTo>
                    <a:pt x="1131" y="1179"/>
                    <a:pt x="1310" y="941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" name="Google Shape;1488;p37">
              <a:extLst>
                <a:ext uri="{FF2B5EF4-FFF2-40B4-BE49-F238E27FC236}">
                  <a16:creationId xmlns:a16="http://schemas.microsoft.com/office/drawing/2014/main" id="{317BBB31-9EB0-455E-45A3-339705F25576}"/>
                </a:ext>
              </a:extLst>
            </p:cNvPr>
            <p:cNvGrpSpPr/>
            <p:nvPr/>
          </p:nvGrpSpPr>
          <p:grpSpPr>
            <a:xfrm>
              <a:off x="4041575" y="1575025"/>
              <a:ext cx="296475" cy="253925"/>
              <a:chOff x="4041575" y="-114775"/>
              <a:chExt cx="296475" cy="253925"/>
            </a:xfrm>
          </p:grpSpPr>
          <p:sp>
            <p:nvSpPr>
              <p:cNvPr id="26" name="Google Shape;1489;p37">
                <a:extLst>
                  <a:ext uri="{FF2B5EF4-FFF2-40B4-BE49-F238E27FC236}">
                    <a16:creationId xmlns:a16="http://schemas.microsoft.com/office/drawing/2014/main" id="{E1CA54D5-1720-359B-7620-781FBA9C19A1}"/>
                  </a:ext>
                </a:extLst>
              </p:cNvPr>
              <p:cNvSpPr/>
              <p:nvPr/>
            </p:nvSpPr>
            <p:spPr>
              <a:xfrm>
                <a:off x="4052275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27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27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490;p37">
                <a:extLst>
                  <a:ext uri="{FF2B5EF4-FFF2-40B4-BE49-F238E27FC236}">
                    <a16:creationId xmlns:a16="http://schemas.microsoft.com/office/drawing/2014/main" id="{C959E365-31AB-EDE4-83AA-F6742E40F505}"/>
                  </a:ext>
                </a:extLst>
              </p:cNvPr>
              <p:cNvSpPr/>
              <p:nvPr/>
            </p:nvSpPr>
            <p:spPr>
              <a:xfrm>
                <a:off x="4041575" y="-11477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87"/>
                      <a:pt x="0" y="656"/>
                    </a:cubicBezTo>
                    <a:cubicBezTo>
                      <a:pt x="0" y="1013"/>
                      <a:pt x="286" y="1311"/>
                      <a:pt x="655" y="1311"/>
                    </a:cubicBezTo>
                    <a:cubicBezTo>
                      <a:pt x="1012" y="1311"/>
                      <a:pt x="1310" y="1013"/>
                      <a:pt x="1310" y="656"/>
                    </a:cubicBezTo>
                    <a:cubicBezTo>
                      <a:pt x="1310" y="287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491;p37">
                <a:extLst>
                  <a:ext uri="{FF2B5EF4-FFF2-40B4-BE49-F238E27FC236}">
                    <a16:creationId xmlns:a16="http://schemas.microsoft.com/office/drawing/2014/main" id="{82A7CCDA-ADC2-3F19-B808-80E90D7F6834}"/>
                  </a:ext>
                </a:extLst>
              </p:cNvPr>
              <p:cNvSpPr/>
              <p:nvPr/>
            </p:nvSpPr>
            <p:spPr>
              <a:xfrm>
                <a:off x="4316000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15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492;p37">
                <a:extLst>
                  <a:ext uri="{FF2B5EF4-FFF2-40B4-BE49-F238E27FC236}">
                    <a16:creationId xmlns:a16="http://schemas.microsoft.com/office/drawing/2014/main" id="{48C0A4EA-83B0-C766-270C-0D0417607BFB}"/>
                  </a:ext>
                </a:extLst>
              </p:cNvPr>
              <p:cNvSpPr/>
              <p:nvPr/>
            </p:nvSpPr>
            <p:spPr>
              <a:xfrm>
                <a:off x="4305000" y="-11477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87"/>
                      <a:pt x="0" y="656"/>
                    </a:cubicBezTo>
                    <a:cubicBezTo>
                      <a:pt x="0" y="1013"/>
                      <a:pt x="298" y="1311"/>
                      <a:pt x="655" y="1311"/>
                    </a:cubicBezTo>
                    <a:cubicBezTo>
                      <a:pt x="1024" y="1311"/>
                      <a:pt x="1322" y="1013"/>
                      <a:pt x="1322" y="656"/>
                    </a:cubicBezTo>
                    <a:cubicBezTo>
                      <a:pt x="1322" y="287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493;p37">
                <a:extLst>
                  <a:ext uri="{FF2B5EF4-FFF2-40B4-BE49-F238E27FC236}">
                    <a16:creationId xmlns:a16="http://schemas.microsoft.com/office/drawing/2014/main" id="{E8863501-E9DF-AEE5-2033-4E8CAB71BC30}"/>
                  </a:ext>
                </a:extLst>
              </p:cNvPr>
              <p:cNvSpPr/>
              <p:nvPr/>
            </p:nvSpPr>
            <p:spPr>
              <a:xfrm>
                <a:off x="4286525" y="-7300"/>
                <a:ext cx="482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1" extrusionOk="0">
                    <a:moveTo>
                      <a:pt x="965" y="0"/>
                    </a:moveTo>
                    <a:cubicBezTo>
                      <a:pt x="430" y="0"/>
                      <a:pt x="1" y="441"/>
                      <a:pt x="1" y="976"/>
                    </a:cubicBezTo>
                    <a:cubicBezTo>
                      <a:pt x="1" y="1512"/>
                      <a:pt x="430" y="1941"/>
                      <a:pt x="965" y="1941"/>
                    </a:cubicBezTo>
                    <a:cubicBezTo>
                      <a:pt x="1501" y="1941"/>
                      <a:pt x="1930" y="1512"/>
                      <a:pt x="1930" y="976"/>
                    </a:cubicBezTo>
                    <a:cubicBezTo>
                      <a:pt x="1930" y="441"/>
                      <a:pt x="1501" y="0"/>
                      <a:pt x="9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494;p37">
                <a:extLst>
                  <a:ext uri="{FF2B5EF4-FFF2-40B4-BE49-F238E27FC236}">
                    <a16:creationId xmlns:a16="http://schemas.microsoft.com/office/drawing/2014/main" id="{C1685F81-8EAD-C067-5C46-C0AB0B337DA7}"/>
                  </a:ext>
                </a:extLst>
              </p:cNvPr>
              <p:cNvSpPr/>
              <p:nvPr/>
            </p:nvSpPr>
            <p:spPr>
              <a:xfrm>
                <a:off x="4044550" y="-7300"/>
                <a:ext cx="4852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1" extrusionOk="0">
                    <a:moveTo>
                      <a:pt x="965" y="0"/>
                    </a:moveTo>
                    <a:cubicBezTo>
                      <a:pt x="429" y="0"/>
                      <a:pt x="0" y="441"/>
                      <a:pt x="0" y="976"/>
                    </a:cubicBezTo>
                    <a:cubicBezTo>
                      <a:pt x="0" y="1512"/>
                      <a:pt x="429" y="1941"/>
                      <a:pt x="965" y="1941"/>
                    </a:cubicBezTo>
                    <a:cubicBezTo>
                      <a:pt x="1500" y="1941"/>
                      <a:pt x="1941" y="1512"/>
                      <a:pt x="1941" y="976"/>
                    </a:cubicBezTo>
                    <a:cubicBezTo>
                      <a:pt x="1941" y="441"/>
                      <a:pt x="1500" y="0"/>
                      <a:pt x="9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495;p37">
                <a:extLst>
                  <a:ext uri="{FF2B5EF4-FFF2-40B4-BE49-F238E27FC236}">
                    <a16:creationId xmlns:a16="http://schemas.microsoft.com/office/drawing/2014/main" id="{39CC93C3-AD61-699F-F685-FC18BE067A3F}"/>
                  </a:ext>
                </a:extLst>
              </p:cNvPr>
              <p:cNvSpPr/>
              <p:nvPr/>
            </p:nvSpPr>
            <p:spPr>
              <a:xfrm>
                <a:off x="4067450" y="-105250"/>
                <a:ext cx="244400" cy="2444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76" extrusionOk="0">
                    <a:moveTo>
                      <a:pt x="4894" y="1"/>
                    </a:moveTo>
                    <a:cubicBezTo>
                      <a:pt x="2192" y="1"/>
                      <a:pt x="1" y="2192"/>
                      <a:pt x="1" y="4894"/>
                    </a:cubicBezTo>
                    <a:cubicBezTo>
                      <a:pt x="1" y="7597"/>
                      <a:pt x="2192" y="9776"/>
                      <a:pt x="4894" y="9776"/>
                    </a:cubicBezTo>
                    <a:cubicBezTo>
                      <a:pt x="7585" y="9776"/>
                      <a:pt x="9776" y="7597"/>
                      <a:pt x="9776" y="4894"/>
                    </a:cubicBezTo>
                    <a:cubicBezTo>
                      <a:pt x="9776" y="2192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496;p37">
                <a:extLst>
                  <a:ext uri="{FF2B5EF4-FFF2-40B4-BE49-F238E27FC236}">
                    <a16:creationId xmlns:a16="http://schemas.microsoft.com/office/drawing/2014/main" id="{1C6370B5-1EEC-6D0D-3E37-8B5AE5B091E7}"/>
                  </a:ext>
                </a:extLst>
              </p:cNvPr>
              <p:cNvSpPr/>
              <p:nvPr/>
            </p:nvSpPr>
            <p:spPr>
              <a:xfrm>
                <a:off x="4090375" y="-1862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1"/>
                    </a:moveTo>
                    <a:cubicBezTo>
                      <a:pt x="298" y="1"/>
                      <a:pt x="1" y="310"/>
                      <a:pt x="1" y="679"/>
                    </a:cubicBezTo>
                    <a:lnTo>
                      <a:pt x="1" y="2120"/>
                    </a:lnTo>
                    <a:cubicBezTo>
                      <a:pt x="1" y="2501"/>
                      <a:pt x="298" y="2799"/>
                      <a:pt x="679" y="2799"/>
                    </a:cubicBezTo>
                    <a:lnTo>
                      <a:pt x="7275" y="2799"/>
                    </a:lnTo>
                    <a:cubicBezTo>
                      <a:pt x="7645" y="2799"/>
                      <a:pt x="7942" y="2501"/>
                      <a:pt x="7942" y="2120"/>
                    </a:cubicBezTo>
                    <a:lnTo>
                      <a:pt x="7942" y="679"/>
                    </a:lnTo>
                    <a:cubicBezTo>
                      <a:pt x="7942" y="310"/>
                      <a:pt x="7645" y="1"/>
                      <a:pt x="7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497;p37">
                <a:extLst>
                  <a:ext uri="{FF2B5EF4-FFF2-40B4-BE49-F238E27FC236}">
                    <a16:creationId xmlns:a16="http://schemas.microsoft.com/office/drawing/2014/main" id="{C4BD3E67-1CC7-5220-0704-5F297CD3D8E5}"/>
                  </a:ext>
                </a:extLst>
              </p:cNvPr>
              <p:cNvSpPr/>
              <p:nvPr/>
            </p:nvSpPr>
            <p:spPr>
              <a:xfrm>
                <a:off x="4119550" y="46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9"/>
                      <a:pt x="489" y="989"/>
                    </a:cubicBezTo>
                    <a:cubicBezTo>
                      <a:pt x="763" y="989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498;p37">
                <a:extLst>
                  <a:ext uri="{FF2B5EF4-FFF2-40B4-BE49-F238E27FC236}">
                    <a16:creationId xmlns:a16="http://schemas.microsoft.com/office/drawing/2014/main" id="{86BA00FA-3D40-C8C4-B514-2E8AECFEEF43}"/>
                  </a:ext>
                </a:extLst>
              </p:cNvPr>
              <p:cNvSpPr/>
              <p:nvPr/>
            </p:nvSpPr>
            <p:spPr>
              <a:xfrm>
                <a:off x="4235050" y="4600"/>
                <a:ext cx="250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9"/>
                      <a:pt x="500" y="989"/>
                    </a:cubicBezTo>
                    <a:cubicBezTo>
                      <a:pt x="774" y="989"/>
                      <a:pt x="1000" y="774"/>
                      <a:pt x="1000" y="500"/>
                    </a:cubicBezTo>
                    <a:cubicBezTo>
                      <a:pt x="1000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9984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76D8-44F8-E85B-1AD2-7F5BE55F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DC17-8E7B-80B5-836C-5F5ABDDB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062" y="250762"/>
            <a:ext cx="8039713" cy="738900"/>
          </a:xfrm>
        </p:spPr>
        <p:txBody>
          <a:bodyPr/>
          <a:lstStyle/>
          <a:p>
            <a:r>
              <a:rPr lang="it-IT" sz="2800" dirty="0"/>
              <a:t>Camera (USB Webcam / IP Camera)</a:t>
            </a:r>
            <a:endParaRPr lang="en-IN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F77705-7631-1EA1-B770-BC2E10673A62}"/>
              </a:ext>
            </a:extLst>
          </p:cNvPr>
          <p:cNvSpPr txBox="1"/>
          <p:nvPr/>
        </p:nvSpPr>
        <p:spPr>
          <a:xfrm>
            <a:off x="769749" y="1149731"/>
            <a:ext cx="74747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What it is:</a:t>
            </a:r>
            <a:r>
              <a:rPr lang="en-US" sz="1800" dirty="0"/>
              <a:t> Visual sensor for live feed and computer vision.</a:t>
            </a:r>
          </a:p>
          <a:p>
            <a:br>
              <a:rPr lang="en-US" sz="1800" dirty="0"/>
            </a:br>
            <a:r>
              <a:rPr lang="en-US" sz="1800" b="1" dirty="0"/>
              <a:t>Role:</a:t>
            </a:r>
            <a:r>
              <a:rPr lang="en-US" sz="1800" dirty="0"/>
              <a:t> Provides video for streaming, motion detection, and AI models.</a:t>
            </a:r>
          </a:p>
          <a:p>
            <a:br>
              <a:rPr lang="en-US" sz="1800" dirty="0"/>
            </a:br>
            <a:r>
              <a:rPr lang="en-US" sz="1800" b="1" dirty="0"/>
              <a:t>Wiring/Power:</a:t>
            </a:r>
            <a:r>
              <a:rPr lang="en-US" sz="1800" dirty="0"/>
              <a:t> USB to mini computer or IP camera to LAN. Ensure camera driver support on Linux.</a:t>
            </a:r>
          </a:p>
          <a:p>
            <a:br>
              <a:rPr lang="en-US" sz="1800" dirty="0"/>
            </a:br>
            <a:r>
              <a:rPr lang="en-US" sz="1800" b="1" dirty="0"/>
              <a:t>Dev tips:</a:t>
            </a:r>
            <a:r>
              <a:rPr lang="en-US" sz="1800" dirty="0"/>
              <a:t> Use OpenCV for capture and streaming (MJPEG or RTSP). Keep frame rate sensible (10–15 FPS) for bandwidth. Use threaded capture.</a:t>
            </a:r>
          </a:p>
          <a:p>
            <a:br>
              <a:rPr lang="en-US" sz="1800" dirty="0"/>
            </a:br>
            <a:r>
              <a:rPr lang="en-US" sz="1800" b="1" dirty="0"/>
              <a:t>Test:</a:t>
            </a:r>
            <a:r>
              <a:rPr lang="en-US" sz="1800" dirty="0"/>
              <a:t> Stream video to browser; measure latency and CPU load.</a:t>
            </a:r>
            <a:endParaRPr lang="en-IN" sz="1800" dirty="0"/>
          </a:p>
        </p:txBody>
      </p:sp>
      <p:grpSp>
        <p:nvGrpSpPr>
          <p:cNvPr id="3" name="Google Shape;1530;p37">
            <a:extLst>
              <a:ext uri="{FF2B5EF4-FFF2-40B4-BE49-F238E27FC236}">
                <a16:creationId xmlns:a16="http://schemas.microsoft.com/office/drawing/2014/main" id="{6316546C-26A3-0246-693D-A774894ECA12}"/>
              </a:ext>
            </a:extLst>
          </p:cNvPr>
          <p:cNvGrpSpPr/>
          <p:nvPr/>
        </p:nvGrpSpPr>
        <p:grpSpPr>
          <a:xfrm rot="1192132">
            <a:off x="8286069" y="1290945"/>
            <a:ext cx="578554" cy="879465"/>
            <a:chOff x="6630575" y="1482600"/>
            <a:chExt cx="292025" cy="438475"/>
          </a:xfrm>
        </p:grpSpPr>
        <p:sp>
          <p:nvSpPr>
            <p:cNvPr id="4" name="Google Shape;1531;p37">
              <a:extLst>
                <a:ext uri="{FF2B5EF4-FFF2-40B4-BE49-F238E27FC236}">
                  <a16:creationId xmlns:a16="http://schemas.microsoft.com/office/drawing/2014/main" id="{8AC4E354-7D0D-46B6-9CF6-50C9BAE26453}"/>
                </a:ext>
              </a:extLst>
            </p:cNvPr>
            <p:cNvSpPr/>
            <p:nvPr/>
          </p:nvSpPr>
          <p:spPr>
            <a:xfrm>
              <a:off x="6630575" y="1482750"/>
              <a:ext cx="292025" cy="438175"/>
            </a:xfrm>
            <a:custGeom>
              <a:avLst/>
              <a:gdLst/>
              <a:ahLst/>
              <a:cxnLst/>
              <a:rect l="l" t="t" r="r" b="b"/>
              <a:pathLst>
                <a:path w="11681" h="17527" extrusionOk="0">
                  <a:moveTo>
                    <a:pt x="5847" y="0"/>
                  </a:moveTo>
                  <a:cubicBezTo>
                    <a:pt x="2620" y="0"/>
                    <a:pt x="1" y="2608"/>
                    <a:pt x="1" y="5835"/>
                  </a:cubicBezTo>
                  <a:lnTo>
                    <a:pt x="1" y="9633"/>
                  </a:lnTo>
                  <a:lnTo>
                    <a:pt x="1" y="14586"/>
                  </a:lnTo>
                  <a:lnTo>
                    <a:pt x="1" y="14990"/>
                  </a:lnTo>
                  <a:lnTo>
                    <a:pt x="1" y="15395"/>
                  </a:lnTo>
                  <a:lnTo>
                    <a:pt x="1" y="16538"/>
                  </a:lnTo>
                  <a:lnTo>
                    <a:pt x="1" y="16788"/>
                  </a:lnTo>
                  <a:cubicBezTo>
                    <a:pt x="1" y="16836"/>
                    <a:pt x="13" y="16872"/>
                    <a:pt x="13" y="16919"/>
                  </a:cubicBezTo>
                  <a:lnTo>
                    <a:pt x="24" y="16955"/>
                  </a:lnTo>
                  <a:cubicBezTo>
                    <a:pt x="36" y="16991"/>
                    <a:pt x="36" y="17026"/>
                    <a:pt x="48" y="17050"/>
                  </a:cubicBezTo>
                  <a:cubicBezTo>
                    <a:pt x="60" y="17062"/>
                    <a:pt x="60" y="17074"/>
                    <a:pt x="72" y="17086"/>
                  </a:cubicBezTo>
                  <a:cubicBezTo>
                    <a:pt x="84" y="17122"/>
                    <a:pt x="96" y="17145"/>
                    <a:pt x="120" y="17181"/>
                  </a:cubicBezTo>
                  <a:cubicBezTo>
                    <a:pt x="120" y="17193"/>
                    <a:pt x="132" y="17193"/>
                    <a:pt x="132" y="17205"/>
                  </a:cubicBezTo>
                  <a:cubicBezTo>
                    <a:pt x="155" y="17241"/>
                    <a:pt x="179" y="17265"/>
                    <a:pt x="215" y="17300"/>
                  </a:cubicBezTo>
                  <a:cubicBezTo>
                    <a:pt x="227" y="17312"/>
                    <a:pt x="239" y="17324"/>
                    <a:pt x="239" y="17324"/>
                  </a:cubicBezTo>
                  <a:cubicBezTo>
                    <a:pt x="263" y="17348"/>
                    <a:pt x="286" y="17372"/>
                    <a:pt x="310" y="17384"/>
                  </a:cubicBezTo>
                  <a:cubicBezTo>
                    <a:pt x="322" y="17395"/>
                    <a:pt x="334" y="17407"/>
                    <a:pt x="346" y="17407"/>
                  </a:cubicBezTo>
                  <a:cubicBezTo>
                    <a:pt x="370" y="17431"/>
                    <a:pt x="394" y="17443"/>
                    <a:pt x="429" y="17455"/>
                  </a:cubicBezTo>
                  <a:cubicBezTo>
                    <a:pt x="441" y="17455"/>
                    <a:pt x="453" y="17467"/>
                    <a:pt x="465" y="17467"/>
                  </a:cubicBezTo>
                  <a:cubicBezTo>
                    <a:pt x="465" y="17479"/>
                    <a:pt x="477" y="17479"/>
                    <a:pt x="477" y="17479"/>
                  </a:cubicBezTo>
                  <a:cubicBezTo>
                    <a:pt x="560" y="17503"/>
                    <a:pt x="655" y="17526"/>
                    <a:pt x="751" y="17526"/>
                  </a:cubicBezTo>
                  <a:lnTo>
                    <a:pt x="10931" y="17526"/>
                  </a:lnTo>
                  <a:cubicBezTo>
                    <a:pt x="11347" y="17526"/>
                    <a:pt x="11681" y="17193"/>
                    <a:pt x="11681" y="16788"/>
                  </a:cubicBezTo>
                  <a:lnTo>
                    <a:pt x="11681" y="16133"/>
                  </a:lnTo>
                  <a:lnTo>
                    <a:pt x="11681" y="15383"/>
                  </a:lnTo>
                  <a:lnTo>
                    <a:pt x="11681" y="14979"/>
                  </a:lnTo>
                  <a:lnTo>
                    <a:pt x="11681" y="14574"/>
                  </a:lnTo>
                  <a:lnTo>
                    <a:pt x="11681" y="9633"/>
                  </a:lnTo>
                  <a:lnTo>
                    <a:pt x="11681" y="5835"/>
                  </a:lnTo>
                  <a:cubicBezTo>
                    <a:pt x="11681" y="2608"/>
                    <a:pt x="9061" y="0"/>
                    <a:pt x="58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1532;p37">
              <a:extLst>
                <a:ext uri="{FF2B5EF4-FFF2-40B4-BE49-F238E27FC236}">
                  <a16:creationId xmlns:a16="http://schemas.microsoft.com/office/drawing/2014/main" id="{45C64BA9-8440-FB60-E92D-3156977E884E}"/>
                </a:ext>
              </a:extLst>
            </p:cNvPr>
            <p:cNvGrpSpPr/>
            <p:nvPr/>
          </p:nvGrpSpPr>
          <p:grpSpPr>
            <a:xfrm>
              <a:off x="6630575" y="1482600"/>
              <a:ext cx="292025" cy="438475"/>
              <a:chOff x="6630575" y="-207050"/>
              <a:chExt cx="292025" cy="438475"/>
            </a:xfrm>
          </p:grpSpPr>
          <p:sp>
            <p:nvSpPr>
              <p:cNvPr id="6" name="Google Shape;1533;p37">
                <a:extLst>
                  <a:ext uri="{FF2B5EF4-FFF2-40B4-BE49-F238E27FC236}">
                    <a16:creationId xmlns:a16="http://schemas.microsoft.com/office/drawing/2014/main" id="{3357EA65-796D-8244-122A-4A8809A86C77}"/>
                  </a:ext>
                </a:extLst>
              </p:cNvPr>
              <p:cNvSpPr/>
              <p:nvPr/>
            </p:nvSpPr>
            <p:spPr>
              <a:xfrm>
                <a:off x="6630575" y="-207050"/>
                <a:ext cx="292025" cy="4384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7539" extrusionOk="0">
                    <a:moveTo>
                      <a:pt x="5847" y="1"/>
                    </a:moveTo>
                    <a:cubicBezTo>
                      <a:pt x="2620" y="1"/>
                      <a:pt x="1" y="2620"/>
                      <a:pt x="1" y="5847"/>
                    </a:cubicBezTo>
                    <a:lnTo>
                      <a:pt x="1" y="9645"/>
                    </a:lnTo>
                    <a:lnTo>
                      <a:pt x="1" y="16789"/>
                    </a:lnTo>
                    <a:cubicBezTo>
                      <a:pt x="1" y="17205"/>
                      <a:pt x="334" y="17539"/>
                      <a:pt x="751" y="17539"/>
                    </a:cubicBezTo>
                    <a:lnTo>
                      <a:pt x="10931" y="17539"/>
                    </a:lnTo>
                    <a:cubicBezTo>
                      <a:pt x="11347" y="17539"/>
                      <a:pt x="11681" y="17205"/>
                      <a:pt x="11681" y="16789"/>
                    </a:cubicBezTo>
                    <a:lnTo>
                      <a:pt x="11681" y="9645"/>
                    </a:lnTo>
                    <a:lnTo>
                      <a:pt x="11681" y="5847"/>
                    </a:lnTo>
                    <a:cubicBezTo>
                      <a:pt x="11681" y="2620"/>
                      <a:pt x="9061" y="1"/>
                      <a:pt x="58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1534;p37">
                <a:extLst>
                  <a:ext uri="{FF2B5EF4-FFF2-40B4-BE49-F238E27FC236}">
                    <a16:creationId xmlns:a16="http://schemas.microsoft.com/office/drawing/2014/main" id="{3EE66604-0B48-F5E7-7C51-68EDD324ECB3}"/>
                  </a:ext>
                </a:extLst>
              </p:cNvPr>
              <p:cNvSpPr/>
              <p:nvPr/>
            </p:nvSpPr>
            <p:spPr>
              <a:xfrm>
                <a:off x="6630575" y="167700"/>
                <a:ext cx="292025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2549" extrusionOk="0">
                    <a:moveTo>
                      <a:pt x="1" y="1"/>
                    </a:moveTo>
                    <a:lnTo>
                      <a:pt x="1" y="1799"/>
                    </a:lnTo>
                    <a:cubicBezTo>
                      <a:pt x="1" y="2215"/>
                      <a:pt x="334" y="2549"/>
                      <a:pt x="751" y="2549"/>
                    </a:cubicBezTo>
                    <a:lnTo>
                      <a:pt x="10931" y="2549"/>
                    </a:lnTo>
                    <a:cubicBezTo>
                      <a:pt x="11347" y="2549"/>
                      <a:pt x="11681" y="2215"/>
                      <a:pt x="11681" y="1799"/>
                    </a:cubicBezTo>
                    <a:lnTo>
                      <a:pt x="116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535;p37">
                <a:extLst>
                  <a:ext uri="{FF2B5EF4-FFF2-40B4-BE49-F238E27FC236}">
                    <a16:creationId xmlns:a16="http://schemas.microsoft.com/office/drawing/2014/main" id="{D2693E5C-7656-4C96-F297-43ED4E06483E}"/>
                  </a:ext>
                </a:extLst>
              </p:cNvPr>
              <p:cNvSpPr/>
              <p:nvPr/>
            </p:nvSpPr>
            <p:spPr>
              <a:xfrm>
                <a:off x="6669275" y="45675"/>
                <a:ext cx="2143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2692" extrusionOk="0">
                    <a:moveTo>
                      <a:pt x="1346" y="0"/>
                    </a:moveTo>
                    <a:cubicBezTo>
                      <a:pt x="608" y="0"/>
                      <a:pt x="0" y="608"/>
                      <a:pt x="0" y="1346"/>
                    </a:cubicBezTo>
                    <a:cubicBezTo>
                      <a:pt x="0" y="2084"/>
                      <a:pt x="608" y="2691"/>
                      <a:pt x="1346" y="2691"/>
                    </a:cubicBezTo>
                    <a:lnTo>
                      <a:pt x="7228" y="2691"/>
                    </a:lnTo>
                    <a:cubicBezTo>
                      <a:pt x="7978" y="2691"/>
                      <a:pt x="8573" y="2084"/>
                      <a:pt x="8573" y="1346"/>
                    </a:cubicBezTo>
                    <a:cubicBezTo>
                      <a:pt x="8573" y="608"/>
                      <a:pt x="7978" y="0"/>
                      <a:pt x="72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536;p37">
                <a:extLst>
                  <a:ext uri="{FF2B5EF4-FFF2-40B4-BE49-F238E27FC236}">
                    <a16:creationId xmlns:a16="http://schemas.microsoft.com/office/drawing/2014/main" id="{C642AE37-1C99-A0EC-F490-7D3CC34A84B6}"/>
                  </a:ext>
                </a:extLst>
              </p:cNvPr>
              <p:cNvSpPr/>
              <p:nvPr/>
            </p:nvSpPr>
            <p:spPr>
              <a:xfrm>
                <a:off x="6663025" y="39425"/>
                <a:ext cx="22712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3192" extrusionOk="0">
                    <a:moveTo>
                      <a:pt x="7489" y="500"/>
                    </a:moveTo>
                    <a:cubicBezTo>
                      <a:pt x="8085" y="500"/>
                      <a:pt x="8573" y="989"/>
                      <a:pt x="8573" y="1596"/>
                    </a:cubicBezTo>
                    <a:cubicBezTo>
                      <a:pt x="8573" y="2203"/>
                      <a:pt x="8085" y="2691"/>
                      <a:pt x="7489" y="2691"/>
                    </a:cubicBezTo>
                    <a:lnTo>
                      <a:pt x="1608" y="2691"/>
                    </a:lnTo>
                    <a:cubicBezTo>
                      <a:pt x="1001" y="2691"/>
                      <a:pt x="512" y="2203"/>
                      <a:pt x="512" y="1596"/>
                    </a:cubicBezTo>
                    <a:cubicBezTo>
                      <a:pt x="512" y="989"/>
                      <a:pt x="1001" y="500"/>
                      <a:pt x="1608" y="500"/>
                    </a:cubicBezTo>
                    <a:close/>
                    <a:moveTo>
                      <a:pt x="1608" y="0"/>
                    </a:moveTo>
                    <a:cubicBezTo>
                      <a:pt x="715" y="0"/>
                      <a:pt x="0" y="715"/>
                      <a:pt x="0" y="1596"/>
                    </a:cubicBezTo>
                    <a:cubicBezTo>
                      <a:pt x="0" y="2477"/>
                      <a:pt x="715" y="3191"/>
                      <a:pt x="1608" y="3191"/>
                    </a:cubicBezTo>
                    <a:lnTo>
                      <a:pt x="7489" y="3191"/>
                    </a:lnTo>
                    <a:cubicBezTo>
                      <a:pt x="8371" y="3191"/>
                      <a:pt x="9085" y="2477"/>
                      <a:pt x="9085" y="1596"/>
                    </a:cubicBezTo>
                    <a:cubicBezTo>
                      <a:pt x="9085" y="715"/>
                      <a:pt x="8371" y="0"/>
                      <a:pt x="74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537;p37">
                <a:extLst>
                  <a:ext uri="{FF2B5EF4-FFF2-40B4-BE49-F238E27FC236}">
                    <a16:creationId xmlns:a16="http://schemas.microsoft.com/office/drawing/2014/main" id="{538D4102-62B9-5144-6FBA-D72665D1382B}"/>
                  </a:ext>
                </a:extLst>
              </p:cNvPr>
              <p:cNvSpPr/>
              <p:nvPr/>
            </p:nvSpPr>
            <p:spPr>
              <a:xfrm>
                <a:off x="67002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538;p37">
                <a:extLst>
                  <a:ext uri="{FF2B5EF4-FFF2-40B4-BE49-F238E27FC236}">
                    <a16:creationId xmlns:a16="http://schemas.microsoft.com/office/drawing/2014/main" id="{813250D7-1061-B1DF-63C8-E19BF213C8FA}"/>
                  </a:ext>
                </a:extLst>
              </p:cNvPr>
              <p:cNvSpPr/>
              <p:nvPr/>
            </p:nvSpPr>
            <p:spPr>
              <a:xfrm>
                <a:off x="673535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539;p37">
                <a:extLst>
                  <a:ext uri="{FF2B5EF4-FFF2-40B4-BE49-F238E27FC236}">
                    <a16:creationId xmlns:a16="http://schemas.microsoft.com/office/drawing/2014/main" id="{67875C8C-E146-C376-6CA2-A2459448515B}"/>
                  </a:ext>
                </a:extLst>
              </p:cNvPr>
              <p:cNvSpPr/>
              <p:nvPr/>
            </p:nvSpPr>
            <p:spPr>
              <a:xfrm>
                <a:off x="6770175" y="44775"/>
                <a:ext cx="128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13" y="2727"/>
                    </a:lnTo>
                    <a:lnTo>
                      <a:pt x="5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540;p37">
                <a:extLst>
                  <a:ext uri="{FF2B5EF4-FFF2-40B4-BE49-F238E27FC236}">
                    <a16:creationId xmlns:a16="http://schemas.microsoft.com/office/drawing/2014/main" id="{CEE51200-9A21-EF4F-694D-F04C6BA8179A}"/>
                  </a:ext>
                </a:extLst>
              </p:cNvPr>
              <p:cNvSpPr/>
              <p:nvPr/>
            </p:nvSpPr>
            <p:spPr>
              <a:xfrm>
                <a:off x="680530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541;p37">
                <a:extLst>
                  <a:ext uri="{FF2B5EF4-FFF2-40B4-BE49-F238E27FC236}">
                    <a16:creationId xmlns:a16="http://schemas.microsoft.com/office/drawing/2014/main" id="{A80BFA7D-997C-D418-FBF0-A989734E7ECD}"/>
                  </a:ext>
                </a:extLst>
              </p:cNvPr>
              <p:cNvSpPr/>
              <p:nvPr/>
            </p:nvSpPr>
            <p:spPr>
              <a:xfrm>
                <a:off x="68404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42;p37">
                <a:extLst>
                  <a:ext uri="{FF2B5EF4-FFF2-40B4-BE49-F238E27FC236}">
                    <a16:creationId xmlns:a16="http://schemas.microsoft.com/office/drawing/2014/main" id="{9D794305-BEDB-42AB-F914-BFA86DE1CF2D}"/>
                  </a:ext>
                </a:extLst>
              </p:cNvPr>
              <p:cNvSpPr/>
              <p:nvPr/>
            </p:nvSpPr>
            <p:spPr>
              <a:xfrm>
                <a:off x="6630575" y="157600"/>
                <a:ext cx="2920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810" extrusionOk="0">
                    <a:moveTo>
                      <a:pt x="1" y="0"/>
                    </a:moveTo>
                    <a:lnTo>
                      <a:pt x="1" y="810"/>
                    </a:lnTo>
                    <a:lnTo>
                      <a:pt x="11681" y="810"/>
                    </a:lnTo>
                    <a:lnTo>
                      <a:pt x="116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543;p37">
                <a:extLst>
                  <a:ext uri="{FF2B5EF4-FFF2-40B4-BE49-F238E27FC236}">
                    <a16:creationId xmlns:a16="http://schemas.microsoft.com/office/drawing/2014/main" id="{121D3CFF-634F-A575-82F5-005CA397D5EE}"/>
                  </a:ext>
                </a:extLst>
              </p:cNvPr>
              <p:cNvSpPr/>
              <p:nvPr/>
            </p:nvSpPr>
            <p:spPr>
              <a:xfrm>
                <a:off x="6707675" y="-125775"/>
                <a:ext cx="137825" cy="137825"/>
              </a:xfrm>
              <a:custGeom>
                <a:avLst/>
                <a:gdLst/>
                <a:ahLst/>
                <a:cxnLst/>
                <a:rect l="l" t="t" r="r" b="b"/>
                <a:pathLst>
                  <a:path w="5513" h="5513" extrusionOk="0">
                    <a:moveTo>
                      <a:pt x="2751" y="0"/>
                    </a:moveTo>
                    <a:cubicBezTo>
                      <a:pt x="1227" y="0"/>
                      <a:pt x="0" y="1239"/>
                      <a:pt x="0" y="2763"/>
                    </a:cubicBezTo>
                    <a:cubicBezTo>
                      <a:pt x="0" y="4287"/>
                      <a:pt x="1227" y="5513"/>
                      <a:pt x="2751" y="5513"/>
                    </a:cubicBezTo>
                    <a:cubicBezTo>
                      <a:pt x="4287" y="5513"/>
                      <a:pt x="5513" y="4287"/>
                      <a:pt x="5513" y="2763"/>
                    </a:cubicBezTo>
                    <a:cubicBezTo>
                      <a:pt x="5513" y="1239"/>
                      <a:pt x="4287" y="0"/>
                      <a:pt x="27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544;p37">
                <a:extLst>
                  <a:ext uri="{FF2B5EF4-FFF2-40B4-BE49-F238E27FC236}">
                    <a16:creationId xmlns:a16="http://schemas.microsoft.com/office/drawing/2014/main" id="{93D18617-A8C2-2840-8FE3-3E654A2DAD5F}"/>
                  </a:ext>
                </a:extLst>
              </p:cNvPr>
              <p:cNvSpPr/>
              <p:nvPr/>
            </p:nvSpPr>
            <p:spPr>
              <a:xfrm>
                <a:off x="6723450" y="-110000"/>
                <a:ext cx="106275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4251" extrusionOk="0">
                    <a:moveTo>
                      <a:pt x="2120" y="0"/>
                    </a:moveTo>
                    <a:cubicBezTo>
                      <a:pt x="953" y="0"/>
                      <a:pt x="0" y="953"/>
                      <a:pt x="0" y="2132"/>
                    </a:cubicBezTo>
                    <a:cubicBezTo>
                      <a:pt x="0" y="3298"/>
                      <a:pt x="953" y="4251"/>
                      <a:pt x="2120" y="4251"/>
                    </a:cubicBezTo>
                    <a:cubicBezTo>
                      <a:pt x="3298" y="4251"/>
                      <a:pt x="4251" y="3298"/>
                      <a:pt x="4251" y="2132"/>
                    </a:cubicBezTo>
                    <a:cubicBezTo>
                      <a:pt x="4251" y="953"/>
                      <a:pt x="3298" y="0"/>
                      <a:pt x="21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545;p37">
                <a:extLst>
                  <a:ext uri="{FF2B5EF4-FFF2-40B4-BE49-F238E27FC236}">
                    <a16:creationId xmlns:a16="http://schemas.microsoft.com/office/drawing/2014/main" id="{7727E2BD-B3C7-EA23-AD37-5543A2BF102B}"/>
                  </a:ext>
                </a:extLst>
              </p:cNvPr>
              <p:cNvSpPr/>
              <p:nvPr/>
            </p:nvSpPr>
            <p:spPr>
              <a:xfrm>
                <a:off x="6723450" y="-71900"/>
                <a:ext cx="106275" cy="681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2727" extrusionOk="0">
                    <a:moveTo>
                      <a:pt x="96" y="0"/>
                    </a:moveTo>
                    <a:cubicBezTo>
                      <a:pt x="36" y="191"/>
                      <a:pt x="0" y="393"/>
                      <a:pt x="0" y="608"/>
                    </a:cubicBezTo>
                    <a:cubicBezTo>
                      <a:pt x="0" y="1774"/>
                      <a:pt x="953" y="2727"/>
                      <a:pt x="2132" y="2727"/>
                    </a:cubicBezTo>
                    <a:cubicBezTo>
                      <a:pt x="3298" y="2727"/>
                      <a:pt x="4251" y="1774"/>
                      <a:pt x="4251" y="608"/>
                    </a:cubicBezTo>
                    <a:cubicBezTo>
                      <a:pt x="4251" y="393"/>
                      <a:pt x="4227" y="191"/>
                      <a:pt x="4168" y="0"/>
                    </a:cubicBezTo>
                    <a:cubicBezTo>
                      <a:pt x="3906" y="881"/>
                      <a:pt x="3084" y="1524"/>
                      <a:pt x="2132" y="1524"/>
                    </a:cubicBezTo>
                    <a:cubicBezTo>
                      <a:pt x="1167" y="1524"/>
                      <a:pt x="346" y="881"/>
                      <a:pt x="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546;p37">
                <a:extLst>
                  <a:ext uri="{FF2B5EF4-FFF2-40B4-BE49-F238E27FC236}">
                    <a16:creationId xmlns:a16="http://schemas.microsoft.com/office/drawing/2014/main" id="{A3E1C221-675D-195C-68CE-E31D3F37C70E}"/>
                  </a:ext>
                </a:extLst>
              </p:cNvPr>
              <p:cNvSpPr/>
              <p:nvPr/>
            </p:nvSpPr>
            <p:spPr>
              <a:xfrm>
                <a:off x="6630575" y="167700"/>
                <a:ext cx="67600" cy="6225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490" extrusionOk="0">
                    <a:moveTo>
                      <a:pt x="1394" y="1"/>
                    </a:moveTo>
                    <a:lnTo>
                      <a:pt x="1" y="1561"/>
                    </a:lnTo>
                    <a:lnTo>
                      <a:pt x="1" y="1799"/>
                    </a:lnTo>
                    <a:cubicBezTo>
                      <a:pt x="1" y="2108"/>
                      <a:pt x="203" y="2382"/>
                      <a:pt x="477" y="2489"/>
                    </a:cubicBez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547;p37">
                <a:extLst>
                  <a:ext uri="{FF2B5EF4-FFF2-40B4-BE49-F238E27FC236}">
                    <a16:creationId xmlns:a16="http://schemas.microsoft.com/office/drawing/2014/main" id="{3D38A3EF-AA32-1D00-376E-918AABE7A530}"/>
                  </a:ext>
                </a:extLst>
              </p:cNvPr>
              <p:cNvSpPr/>
              <p:nvPr/>
            </p:nvSpPr>
            <p:spPr>
              <a:xfrm>
                <a:off x="6658550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5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358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548;p37">
                <a:extLst>
                  <a:ext uri="{FF2B5EF4-FFF2-40B4-BE49-F238E27FC236}">
                    <a16:creationId xmlns:a16="http://schemas.microsoft.com/office/drawing/2014/main" id="{73A343B5-4A09-43F5-B085-4203B84B1743}"/>
                  </a:ext>
                </a:extLst>
              </p:cNvPr>
              <p:cNvSpPr/>
              <p:nvPr/>
            </p:nvSpPr>
            <p:spPr>
              <a:xfrm>
                <a:off x="6708575" y="167700"/>
                <a:ext cx="89600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4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549;p37">
                <a:extLst>
                  <a:ext uri="{FF2B5EF4-FFF2-40B4-BE49-F238E27FC236}">
                    <a16:creationId xmlns:a16="http://schemas.microsoft.com/office/drawing/2014/main" id="{08BA5C19-2072-FC73-D3D6-126D7DE1EB76}"/>
                  </a:ext>
                </a:extLst>
              </p:cNvPr>
              <p:cNvSpPr/>
              <p:nvPr/>
            </p:nvSpPr>
            <p:spPr>
              <a:xfrm>
                <a:off x="6858275" y="167700"/>
                <a:ext cx="643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2573" y="1144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550;p37">
                <a:extLst>
                  <a:ext uri="{FF2B5EF4-FFF2-40B4-BE49-F238E27FC236}">
                    <a16:creationId xmlns:a16="http://schemas.microsoft.com/office/drawing/2014/main" id="{A3767442-4AF8-EE92-E943-F1C5AACC81CE}"/>
                  </a:ext>
                </a:extLst>
              </p:cNvPr>
              <p:cNvSpPr/>
              <p:nvPr/>
            </p:nvSpPr>
            <p:spPr>
              <a:xfrm>
                <a:off x="6758575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551;p37">
                <a:extLst>
                  <a:ext uri="{FF2B5EF4-FFF2-40B4-BE49-F238E27FC236}">
                    <a16:creationId xmlns:a16="http://schemas.microsoft.com/office/drawing/2014/main" id="{58D1EF49-51D5-71C4-D057-FC6FA65387B2}"/>
                  </a:ext>
                </a:extLst>
              </p:cNvPr>
              <p:cNvSpPr/>
              <p:nvPr/>
            </p:nvSpPr>
            <p:spPr>
              <a:xfrm>
                <a:off x="6808275" y="167700"/>
                <a:ext cx="899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22" y="2537"/>
                    </a:lnTo>
                    <a:lnTo>
                      <a:pt x="359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4547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AC17B-B3E4-3F2E-D658-6AE17794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BCA7F-6F09-8663-4B7E-9B18F0D3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525" y="250762"/>
            <a:ext cx="8039713" cy="738900"/>
          </a:xfrm>
        </p:spPr>
        <p:txBody>
          <a:bodyPr/>
          <a:lstStyle/>
          <a:p>
            <a:r>
              <a:rPr lang="en-IN" sz="2800" dirty="0"/>
              <a:t>Software Stack (HTML/CSS/JS, Python)</a:t>
            </a:r>
          </a:p>
        </p:txBody>
      </p:sp>
      <p:sp>
        <p:nvSpPr>
          <p:cNvPr id="26" name="Google Shape;832;p34">
            <a:extLst>
              <a:ext uri="{FF2B5EF4-FFF2-40B4-BE49-F238E27FC236}">
                <a16:creationId xmlns:a16="http://schemas.microsoft.com/office/drawing/2014/main" id="{1E6898C1-DCC7-22C0-E972-9FF1F0ADE11C}"/>
              </a:ext>
            </a:extLst>
          </p:cNvPr>
          <p:cNvSpPr/>
          <p:nvPr/>
        </p:nvSpPr>
        <p:spPr>
          <a:xfrm>
            <a:off x="401443" y="989662"/>
            <a:ext cx="8370849" cy="4020951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4EEE7A-83F4-DA7E-66A5-943753A728BE}"/>
              </a:ext>
            </a:extLst>
          </p:cNvPr>
          <p:cNvSpPr txBox="1"/>
          <p:nvPr/>
        </p:nvSpPr>
        <p:spPr>
          <a:xfrm>
            <a:off x="687658" y="1053450"/>
            <a:ext cx="7798418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00" b="1" dirty="0">
                <a:solidFill>
                  <a:schemeClr val="accent6"/>
                </a:solidFill>
              </a:rPr>
              <a:t>What it is:</a:t>
            </a:r>
            <a:r>
              <a:rPr lang="en-IN" sz="1900" dirty="0">
                <a:solidFill>
                  <a:schemeClr val="accent6"/>
                </a:solidFill>
              </a:rPr>
              <a:t> Frontend web interface + backend server and control logic.</a:t>
            </a:r>
          </a:p>
          <a:p>
            <a:pPr>
              <a:buNone/>
            </a:pPr>
            <a:br>
              <a:rPr lang="en-IN" sz="1900" dirty="0">
                <a:solidFill>
                  <a:schemeClr val="accent6"/>
                </a:solidFill>
              </a:rPr>
            </a:br>
            <a:r>
              <a:rPr lang="en-IN" sz="1900" b="1" dirty="0">
                <a:solidFill>
                  <a:schemeClr val="accent6"/>
                </a:solidFill>
              </a:rPr>
              <a:t>Role:</a:t>
            </a:r>
            <a:r>
              <a:rPr lang="en-IN" sz="1900" dirty="0">
                <a:solidFill>
                  <a:schemeClr val="accent6"/>
                </a:solidFill>
              </a:rPr>
              <a:t> Web dashboard UI (control, live camera), backend (Flask/</a:t>
            </a:r>
            <a:r>
              <a:rPr lang="en-IN" sz="1900" dirty="0" err="1">
                <a:solidFill>
                  <a:schemeClr val="accent6"/>
                </a:solidFill>
              </a:rPr>
              <a:t>FastAPI</a:t>
            </a:r>
            <a:r>
              <a:rPr lang="en-IN" sz="1900" dirty="0">
                <a:solidFill>
                  <a:schemeClr val="accent6"/>
                </a:solidFill>
              </a:rPr>
              <a:t>), serial bridge to Arduino, AI/processing on mini computer.</a:t>
            </a:r>
            <a:br>
              <a:rPr lang="en-IN" sz="1900" dirty="0">
                <a:solidFill>
                  <a:schemeClr val="accent6"/>
                </a:solidFill>
              </a:rPr>
            </a:br>
            <a:r>
              <a:rPr lang="en-IN" sz="1900" b="1" dirty="0">
                <a:solidFill>
                  <a:schemeClr val="accent6"/>
                </a:solidFill>
              </a:rPr>
              <a:t>Dev tips:</a:t>
            </a:r>
            <a:endParaRPr lang="en-IN" sz="1900" dirty="0">
              <a:solidFill>
                <a:schemeClr val="accent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accent6"/>
                </a:solidFill>
              </a:rPr>
              <a:t>Frontend: simple control buttons, status panel, live video element.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accent6"/>
                </a:solidFill>
              </a:rPr>
              <a:t>Backend: REST or </a:t>
            </a:r>
            <a:r>
              <a:rPr lang="en-IN" sz="1900" dirty="0" err="1">
                <a:solidFill>
                  <a:schemeClr val="accent6"/>
                </a:solidFill>
              </a:rPr>
              <a:t>websocket</a:t>
            </a:r>
            <a:r>
              <a:rPr lang="en-IN" sz="1900" dirty="0">
                <a:solidFill>
                  <a:schemeClr val="accent6"/>
                </a:solidFill>
              </a:rPr>
              <a:t> for real-time control.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accent6"/>
                </a:solidFill>
              </a:rPr>
              <a:t>Serial protocol: simple JSON lines or custom CSV to reduce parsing complexity.</a:t>
            </a:r>
          </a:p>
          <a:p>
            <a:pPr>
              <a:buFont typeface="Arial" panose="020B0604020202020204" pitchFamily="34" charset="0"/>
              <a:buChar char="•"/>
            </a:pPr>
            <a:br>
              <a:rPr lang="en-IN" sz="1900" dirty="0">
                <a:solidFill>
                  <a:schemeClr val="accent6"/>
                </a:solidFill>
              </a:rPr>
            </a:br>
            <a:r>
              <a:rPr lang="en-IN" sz="1900" b="1" dirty="0">
                <a:solidFill>
                  <a:schemeClr val="accent6"/>
                </a:solidFill>
              </a:rPr>
              <a:t>Test:</a:t>
            </a:r>
            <a:r>
              <a:rPr lang="en-IN" sz="1900" dirty="0">
                <a:solidFill>
                  <a:schemeClr val="accent6"/>
                </a:solidFill>
              </a:rPr>
              <a:t> Open dashboard, send movement commands, verify robot responds. Monitor logs.</a:t>
            </a:r>
          </a:p>
        </p:txBody>
      </p:sp>
    </p:spTree>
    <p:extLst>
      <p:ext uri="{BB962C8B-B14F-4D97-AF65-F5344CB8AC3E}">
        <p14:creationId xmlns:p14="http://schemas.microsoft.com/office/powerpoint/2010/main" val="259015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D7136-FD1F-CB46-8F31-5C86E14A5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40D9-8A8B-CAC4-CF90-C248A46D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755" y="166395"/>
            <a:ext cx="8039713" cy="738900"/>
          </a:xfrm>
        </p:spPr>
        <p:txBody>
          <a:bodyPr/>
          <a:lstStyle/>
          <a:p>
            <a:r>
              <a:rPr lang="en-IN" sz="2800" dirty="0"/>
              <a:t>Breadboards &amp; Prototyping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FED305-EB77-2EF3-7E24-1AA916F5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94" y="1097994"/>
            <a:ext cx="2389765" cy="3541150"/>
          </a:xfrm>
          <a:prstGeom prst="rect">
            <a:avLst/>
          </a:prstGeom>
        </p:spPr>
      </p:pic>
      <p:sp>
        <p:nvSpPr>
          <p:cNvPr id="5" name="Google Shape;832;p34">
            <a:extLst>
              <a:ext uri="{FF2B5EF4-FFF2-40B4-BE49-F238E27FC236}">
                <a16:creationId xmlns:a16="http://schemas.microsoft.com/office/drawing/2014/main" id="{F07CDC7F-FE0A-26D9-74B0-F076D426104E}"/>
              </a:ext>
            </a:extLst>
          </p:cNvPr>
          <p:cNvSpPr/>
          <p:nvPr/>
        </p:nvSpPr>
        <p:spPr>
          <a:xfrm>
            <a:off x="4519961" y="1014907"/>
            <a:ext cx="4103649" cy="3832155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DA626-2D31-328B-4E85-45DBDD42E5E2}"/>
              </a:ext>
            </a:extLst>
          </p:cNvPr>
          <p:cNvSpPr txBox="1"/>
          <p:nvPr/>
        </p:nvSpPr>
        <p:spPr>
          <a:xfrm>
            <a:off x="4780157" y="1222824"/>
            <a:ext cx="36947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6"/>
                </a:solidFill>
              </a:rPr>
              <a:t>What it is:</a:t>
            </a:r>
            <a:r>
              <a:rPr lang="en-US" sz="1800" dirty="0">
                <a:solidFill>
                  <a:schemeClr val="accent6"/>
                </a:solidFill>
              </a:rPr>
              <a:t> Temporary wiring boards.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b="1" dirty="0">
                <a:solidFill>
                  <a:schemeClr val="accent6"/>
                </a:solidFill>
              </a:rPr>
              <a:t>Role:</a:t>
            </a:r>
            <a:r>
              <a:rPr lang="en-US" sz="1800" dirty="0">
                <a:solidFill>
                  <a:schemeClr val="accent6"/>
                </a:solidFill>
              </a:rPr>
              <a:t> Prototype circuits, test sensor wiring before final soldering.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b="1" dirty="0">
                <a:solidFill>
                  <a:schemeClr val="accent6"/>
                </a:solidFill>
              </a:rPr>
              <a:t>Tips:</a:t>
            </a:r>
            <a:r>
              <a:rPr lang="en-US" sz="1800" dirty="0">
                <a:solidFill>
                  <a:schemeClr val="accent6"/>
                </a:solidFill>
              </a:rPr>
              <a:t> Use for early testing only; move to soldered/</a:t>
            </a:r>
            <a:r>
              <a:rPr lang="en-US" sz="1800" dirty="0" err="1">
                <a:solidFill>
                  <a:schemeClr val="accent6"/>
                </a:solidFill>
              </a:rPr>
              <a:t>perfboard</a:t>
            </a:r>
            <a:r>
              <a:rPr lang="en-US" sz="1800" dirty="0">
                <a:solidFill>
                  <a:schemeClr val="accent6"/>
                </a:solidFill>
              </a:rPr>
              <a:t> for final build. Keep wires short and labeled.</a:t>
            </a:r>
            <a:br>
              <a:rPr lang="en-US" sz="1800" dirty="0">
                <a:solidFill>
                  <a:schemeClr val="accent6"/>
                </a:solidFill>
              </a:rPr>
            </a:br>
            <a:r>
              <a:rPr lang="en-US" sz="1800" b="1" dirty="0">
                <a:solidFill>
                  <a:schemeClr val="accent6"/>
                </a:solidFill>
              </a:rPr>
              <a:t>Test:</a:t>
            </a:r>
            <a:r>
              <a:rPr lang="en-US" sz="1800" dirty="0">
                <a:solidFill>
                  <a:schemeClr val="accent6"/>
                </a:solidFill>
              </a:rPr>
              <a:t> Verify each sensor/module works before integrating into robot frame.</a:t>
            </a:r>
            <a:endParaRPr lang="en-IN" sz="1800" dirty="0">
              <a:solidFill>
                <a:schemeClr val="accent6"/>
              </a:solidFill>
            </a:endParaRPr>
          </a:p>
        </p:txBody>
      </p:sp>
      <p:grpSp>
        <p:nvGrpSpPr>
          <p:cNvPr id="8" name="Google Shape;2448;p44">
            <a:extLst>
              <a:ext uri="{FF2B5EF4-FFF2-40B4-BE49-F238E27FC236}">
                <a16:creationId xmlns:a16="http://schemas.microsoft.com/office/drawing/2014/main" id="{73F26C35-1720-CCC1-B577-7C401E8B53E2}"/>
              </a:ext>
            </a:extLst>
          </p:cNvPr>
          <p:cNvGrpSpPr/>
          <p:nvPr/>
        </p:nvGrpSpPr>
        <p:grpSpPr>
          <a:xfrm rot="-807566">
            <a:off x="340608" y="244978"/>
            <a:ext cx="798807" cy="1047216"/>
            <a:chOff x="4700075" y="3262363"/>
            <a:chExt cx="560525" cy="710238"/>
          </a:xfrm>
        </p:grpSpPr>
        <p:sp>
          <p:nvSpPr>
            <p:cNvPr id="9" name="Google Shape;2449;p44">
              <a:extLst>
                <a:ext uri="{FF2B5EF4-FFF2-40B4-BE49-F238E27FC236}">
                  <a16:creationId xmlns:a16="http://schemas.microsoft.com/office/drawing/2014/main" id="{EF16295F-D7BB-BDD5-B4D8-53C4AF8CADDF}"/>
                </a:ext>
              </a:extLst>
            </p:cNvPr>
            <p:cNvSpPr/>
            <p:nvPr/>
          </p:nvSpPr>
          <p:spPr>
            <a:xfrm>
              <a:off x="4700075" y="3262375"/>
              <a:ext cx="560525" cy="710225"/>
            </a:xfrm>
            <a:custGeom>
              <a:avLst/>
              <a:gdLst/>
              <a:ahLst/>
              <a:cxnLst/>
              <a:rect l="l" t="t" r="r" b="b"/>
              <a:pathLst>
                <a:path w="22421" h="28409" extrusionOk="0">
                  <a:moveTo>
                    <a:pt x="6728" y="0"/>
                  </a:moveTo>
                  <a:cubicBezTo>
                    <a:pt x="6121" y="0"/>
                    <a:pt x="5632" y="488"/>
                    <a:pt x="5632" y="1084"/>
                  </a:cubicBezTo>
                  <a:lnTo>
                    <a:pt x="5632" y="3000"/>
                  </a:lnTo>
                  <a:cubicBezTo>
                    <a:pt x="5394" y="3012"/>
                    <a:pt x="5204" y="3215"/>
                    <a:pt x="5204" y="3465"/>
                  </a:cubicBezTo>
                  <a:lnTo>
                    <a:pt x="5204" y="3953"/>
                  </a:lnTo>
                  <a:lnTo>
                    <a:pt x="4716" y="3953"/>
                  </a:lnTo>
                  <a:lnTo>
                    <a:pt x="4716" y="4286"/>
                  </a:lnTo>
                  <a:lnTo>
                    <a:pt x="3263" y="4286"/>
                  </a:lnTo>
                  <a:cubicBezTo>
                    <a:pt x="3120" y="3834"/>
                    <a:pt x="2692" y="3501"/>
                    <a:pt x="2192" y="3501"/>
                  </a:cubicBezTo>
                  <a:cubicBezTo>
                    <a:pt x="1584" y="3501"/>
                    <a:pt x="1084" y="4001"/>
                    <a:pt x="1084" y="4608"/>
                  </a:cubicBezTo>
                  <a:cubicBezTo>
                    <a:pt x="1084" y="5227"/>
                    <a:pt x="1572" y="5727"/>
                    <a:pt x="2192" y="5727"/>
                  </a:cubicBezTo>
                  <a:cubicBezTo>
                    <a:pt x="2692" y="5727"/>
                    <a:pt x="3108" y="5406"/>
                    <a:pt x="3251" y="4953"/>
                  </a:cubicBezTo>
                  <a:lnTo>
                    <a:pt x="4716" y="4953"/>
                  </a:lnTo>
                  <a:lnTo>
                    <a:pt x="4716" y="5298"/>
                  </a:lnTo>
                  <a:lnTo>
                    <a:pt x="5192" y="5298"/>
                  </a:lnTo>
                  <a:lnTo>
                    <a:pt x="5192" y="5727"/>
                  </a:lnTo>
                  <a:cubicBezTo>
                    <a:pt x="5192" y="5977"/>
                    <a:pt x="5394" y="6179"/>
                    <a:pt x="5632" y="6191"/>
                  </a:cubicBezTo>
                  <a:lnTo>
                    <a:pt x="5632" y="8394"/>
                  </a:lnTo>
                  <a:cubicBezTo>
                    <a:pt x="5632" y="8989"/>
                    <a:pt x="6121" y="9477"/>
                    <a:pt x="6728" y="9477"/>
                  </a:cubicBezTo>
                  <a:lnTo>
                    <a:pt x="9300" y="9477"/>
                  </a:lnTo>
                  <a:lnTo>
                    <a:pt x="9300" y="10323"/>
                  </a:lnTo>
                  <a:lnTo>
                    <a:pt x="4442" y="10323"/>
                  </a:lnTo>
                  <a:lnTo>
                    <a:pt x="4442" y="11216"/>
                  </a:lnTo>
                  <a:lnTo>
                    <a:pt x="4442" y="11966"/>
                  </a:lnTo>
                  <a:lnTo>
                    <a:pt x="4442" y="12013"/>
                  </a:lnTo>
                  <a:lnTo>
                    <a:pt x="5609" y="12013"/>
                  </a:lnTo>
                  <a:cubicBezTo>
                    <a:pt x="5251" y="12204"/>
                    <a:pt x="4906" y="12430"/>
                    <a:pt x="4585" y="12692"/>
                  </a:cubicBezTo>
                  <a:cubicBezTo>
                    <a:pt x="4358" y="12871"/>
                    <a:pt x="4132" y="13061"/>
                    <a:pt x="3930" y="13264"/>
                  </a:cubicBezTo>
                  <a:cubicBezTo>
                    <a:pt x="3739" y="13454"/>
                    <a:pt x="3573" y="13645"/>
                    <a:pt x="3418" y="13847"/>
                  </a:cubicBezTo>
                  <a:cubicBezTo>
                    <a:pt x="3037" y="14323"/>
                    <a:pt x="2739" y="14823"/>
                    <a:pt x="2513" y="15359"/>
                  </a:cubicBezTo>
                  <a:cubicBezTo>
                    <a:pt x="2275" y="15895"/>
                    <a:pt x="2108" y="16466"/>
                    <a:pt x="1977" y="17050"/>
                  </a:cubicBezTo>
                  <a:cubicBezTo>
                    <a:pt x="1846" y="17681"/>
                    <a:pt x="1775" y="18324"/>
                    <a:pt x="1727" y="18979"/>
                  </a:cubicBezTo>
                  <a:cubicBezTo>
                    <a:pt x="1680" y="19610"/>
                    <a:pt x="1668" y="20241"/>
                    <a:pt x="1668" y="20872"/>
                  </a:cubicBezTo>
                  <a:cubicBezTo>
                    <a:pt x="1668" y="20979"/>
                    <a:pt x="1668" y="21098"/>
                    <a:pt x="1668" y="21205"/>
                  </a:cubicBezTo>
                  <a:cubicBezTo>
                    <a:pt x="715" y="21443"/>
                    <a:pt x="1" y="22300"/>
                    <a:pt x="1" y="23336"/>
                  </a:cubicBezTo>
                  <a:lnTo>
                    <a:pt x="1" y="24848"/>
                  </a:lnTo>
                  <a:lnTo>
                    <a:pt x="1168" y="24848"/>
                  </a:lnTo>
                  <a:lnTo>
                    <a:pt x="1168" y="23324"/>
                  </a:lnTo>
                  <a:cubicBezTo>
                    <a:pt x="1168" y="22765"/>
                    <a:pt x="1632" y="22300"/>
                    <a:pt x="2192" y="22300"/>
                  </a:cubicBezTo>
                  <a:cubicBezTo>
                    <a:pt x="2763" y="22300"/>
                    <a:pt x="3227" y="22765"/>
                    <a:pt x="3227" y="23324"/>
                  </a:cubicBezTo>
                  <a:lnTo>
                    <a:pt x="3227" y="24836"/>
                  </a:lnTo>
                  <a:lnTo>
                    <a:pt x="4394" y="24836"/>
                  </a:lnTo>
                  <a:lnTo>
                    <a:pt x="4394" y="23324"/>
                  </a:lnTo>
                  <a:cubicBezTo>
                    <a:pt x="4394" y="22336"/>
                    <a:pt x="3739" y="21503"/>
                    <a:pt x="2834" y="21229"/>
                  </a:cubicBezTo>
                  <a:lnTo>
                    <a:pt x="2834" y="20860"/>
                  </a:lnTo>
                  <a:cubicBezTo>
                    <a:pt x="2834" y="20276"/>
                    <a:pt x="2846" y="19681"/>
                    <a:pt x="2882" y="19098"/>
                  </a:cubicBezTo>
                  <a:cubicBezTo>
                    <a:pt x="2918" y="18526"/>
                    <a:pt x="2989" y="17967"/>
                    <a:pt x="3096" y="17419"/>
                  </a:cubicBezTo>
                  <a:cubicBezTo>
                    <a:pt x="3215" y="16859"/>
                    <a:pt x="3382" y="16300"/>
                    <a:pt x="3620" y="15776"/>
                  </a:cubicBezTo>
                  <a:cubicBezTo>
                    <a:pt x="3811" y="15347"/>
                    <a:pt x="4061" y="14942"/>
                    <a:pt x="4358" y="14549"/>
                  </a:cubicBezTo>
                  <a:cubicBezTo>
                    <a:pt x="4478" y="14395"/>
                    <a:pt x="4609" y="14240"/>
                    <a:pt x="4751" y="14085"/>
                  </a:cubicBezTo>
                  <a:cubicBezTo>
                    <a:pt x="4906" y="13930"/>
                    <a:pt x="5061" y="13787"/>
                    <a:pt x="5228" y="13657"/>
                  </a:cubicBezTo>
                  <a:cubicBezTo>
                    <a:pt x="5430" y="13478"/>
                    <a:pt x="5656" y="13323"/>
                    <a:pt x="5882" y="13180"/>
                  </a:cubicBezTo>
                  <a:lnTo>
                    <a:pt x="5882" y="20872"/>
                  </a:lnTo>
                  <a:lnTo>
                    <a:pt x="7406" y="20872"/>
                  </a:lnTo>
                  <a:cubicBezTo>
                    <a:pt x="7335" y="21015"/>
                    <a:pt x="7276" y="21169"/>
                    <a:pt x="7216" y="21324"/>
                  </a:cubicBezTo>
                  <a:cubicBezTo>
                    <a:pt x="7014" y="21872"/>
                    <a:pt x="6883" y="22455"/>
                    <a:pt x="6811" y="23062"/>
                  </a:cubicBezTo>
                  <a:cubicBezTo>
                    <a:pt x="6740" y="23562"/>
                    <a:pt x="6704" y="24074"/>
                    <a:pt x="6704" y="24575"/>
                  </a:cubicBezTo>
                  <a:cubicBezTo>
                    <a:pt x="6692" y="25086"/>
                    <a:pt x="6716" y="25587"/>
                    <a:pt x="6752" y="26051"/>
                  </a:cubicBezTo>
                  <a:cubicBezTo>
                    <a:pt x="6573" y="26229"/>
                    <a:pt x="6454" y="26480"/>
                    <a:pt x="6454" y="26753"/>
                  </a:cubicBezTo>
                  <a:lnTo>
                    <a:pt x="6454" y="26968"/>
                  </a:lnTo>
                  <a:lnTo>
                    <a:pt x="4132" y="26968"/>
                  </a:lnTo>
                  <a:lnTo>
                    <a:pt x="4132" y="27682"/>
                  </a:lnTo>
                  <a:lnTo>
                    <a:pt x="4132" y="28396"/>
                  </a:lnTo>
                  <a:lnTo>
                    <a:pt x="4132" y="28408"/>
                  </a:lnTo>
                  <a:lnTo>
                    <a:pt x="8776" y="28408"/>
                  </a:lnTo>
                  <a:lnTo>
                    <a:pt x="8776" y="28396"/>
                  </a:lnTo>
                  <a:lnTo>
                    <a:pt x="8776" y="27682"/>
                  </a:lnTo>
                  <a:lnTo>
                    <a:pt x="8776" y="26968"/>
                  </a:lnTo>
                  <a:lnTo>
                    <a:pt x="8395" y="26968"/>
                  </a:lnTo>
                  <a:lnTo>
                    <a:pt x="8395" y="26753"/>
                  </a:lnTo>
                  <a:cubicBezTo>
                    <a:pt x="8395" y="26432"/>
                    <a:pt x="8240" y="26146"/>
                    <a:pt x="8002" y="25968"/>
                  </a:cubicBezTo>
                  <a:cubicBezTo>
                    <a:pt x="8002" y="25944"/>
                    <a:pt x="7990" y="25920"/>
                    <a:pt x="7990" y="25896"/>
                  </a:cubicBezTo>
                  <a:cubicBezTo>
                    <a:pt x="7954" y="25456"/>
                    <a:pt x="7942" y="25015"/>
                    <a:pt x="7954" y="24586"/>
                  </a:cubicBezTo>
                  <a:cubicBezTo>
                    <a:pt x="7966" y="24051"/>
                    <a:pt x="8014" y="23515"/>
                    <a:pt x="8109" y="22991"/>
                  </a:cubicBezTo>
                  <a:cubicBezTo>
                    <a:pt x="8121" y="22908"/>
                    <a:pt x="8133" y="22824"/>
                    <a:pt x="8157" y="22741"/>
                  </a:cubicBezTo>
                  <a:cubicBezTo>
                    <a:pt x="8228" y="22360"/>
                    <a:pt x="8335" y="21979"/>
                    <a:pt x="8478" y="21610"/>
                  </a:cubicBezTo>
                  <a:cubicBezTo>
                    <a:pt x="8585" y="21348"/>
                    <a:pt x="8704" y="21098"/>
                    <a:pt x="8859" y="20872"/>
                  </a:cubicBezTo>
                  <a:lnTo>
                    <a:pt x="13443" y="20872"/>
                  </a:lnTo>
                  <a:cubicBezTo>
                    <a:pt x="13633" y="21098"/>
                    <a:pt x="13788" y="21348"/>
                    <a:pt x="13919" y="21610"/>
                  </a:cubicBezTo>
                  <a:cubicBezTo>
                    <a:pt x="13979" y="21717"/>
                    <a:pt x="14038" y="21836"/>
                    <a:pt x="14086" y="21955"/>
                  </a:cubicBezTo>
                  <a:cubicBezTo>
                    <a:pt x="14205" y="22289"/>
                    <a:pt x="14312" y="22646"/>
                    <a:pt x="14384" y="22991"/>
                  </a:cubicBezTo>
                  <a:cubicBezTo>
                    <a:pt x="14491" y="23515"/>
                    <a:pt x="14550" y="24051"/>
                    <a:pt x="14550" y="24586"/>
                  </a:cubicBezTo>
                  <a:cubicBezTo>
                    <a:pt x="14562" y="25027"/>
                    <a:pt x="14526" y="25479"/>
                    <a:pt x="14467" y="25908"/>
                  </a:cubicBezTo>
                  <a:cubicBezTo>
                    <a:pt x="14467" y="25920"/>
                    <a:pt x="14455" y="25932"/>
                    <a:pt x="14455" y="25944"/>
                  </a:cubicBezTo>
                  <a:cubicBezTo>
                    <a:pt x="14205" y="26122"/>
                    <a:pt x="14026" y="26420"/>
                    <a:pt x="14026" y="26753"/>
                  </a:cubicBezTo>
                  <a:lnTo>
                    <a:pt x="14026" y="26980"/>
                  </a:lnTo>
                  <a:lnTo>
                    <a:pt x="13693" y="26980"/>
                  </a:lnTo>
                  <a:lnTo>
                    <a:pt x="13693" y="27694"/>
                  </a:lnTo>
                  <a:lnTo>
                    <a:pt x="13693" y="28408"/>
                  </a:lnTo>
                  <a:lnTo>
                    <a:pt x="18336" y="28408"/>
                  </a:lnTo>
                  <a:lnTo>
                    <a:pt x="18336" y="27694"/>
                  </a:lnTo>
                  <a:lnTo>
                    <a:pt x="18336" y="26980"/>
                  </a:lnTo>
                  <a:lnTo>
                    <a:pt x="15967" y="26980"/>
                  </a:lnTo>
                  <a:lnTo>
                    <a:pt x="15967" y="26753"/>
                  </a:lnTo>
                  <a:cubicBezTo>
                    <a:pt x="15967" y="26491"/>
                    <a:pt x="15860" y="26253"/>
                    <a:pt x="15693" y="26075"/>
                  </a:cubicBezTo>
                  <a:cubicBezTo>
                    <a:pt x="15753" y="25598"/>
                    <a:pt x="15777" y="25098"/>
                    <a:pt x="15765" y="24586"/>
                  </a:cubicBezTo>
                  <a:cubicBezTo>
                    <a:pt x="15753" y="24074"/>
                    <a:pt x="15705" y="23562"/>
                    <a:pt x="15622" y="23062"/>
                  </a:cubicBezTo>
                  <a:cubicBezTo>
                    <a:pt x="15515" y="22467"/>
                    <a:pt x="15360" y="21884"/>
                    <a:pt x="15134" y="21336"/>
                  </a:cubicBezTo>
                  <a:cubicBezTo>
                    <a:pt x="15062" y="21181"/>
                    <a:pt x="14991" y="21026"/>
                    <a:pt x="14907" y="20872"/>
                  </a:cubicBezTo>
                  <a:lnTo>
                    <a:pt x="16586" y="20872"/>
                  </a:lnTo>
                  <a:lnTo>
                    <a:pt x="16586" y="13204"/>
                  </a:lnTo>
                  <a:cubicBezTo>
                    <a:pt x="16812" y="13347"/>
                    <a:pt x="17027" y="13502"/>
                    <a:pt x="17241" y="13668"/>
                  </a:cubicBezTo>
                  <a:cubicBezTo>
                    <a:pt x="17408" y="13799"/>
                    <a:pt x="17563" y="13942"/>
                    <a:pt x="17717" y="14097"/>
                  </a:cubicBezTo>
                  <a:cubicBezTo>
                    <a:pt x="17860" y="14240"/>
                    <a:pt x="17991" y="14395"/>
                    <a:pt x="18122" y="14549"/>
                  </a:cubicBezTo>
                  <a:cubicBezTo>
                    <a:pt x="18432" y="14930"/>
                    <a:pt x="18682" y="15347"/>
                    <a:pt x="18872" y="15776"/>
                  </a:cubicBezTo>
                  <a:cubicBezTo>
                    <a:pt x="19110" y="16300"/>
                    <a:pt x="19277" y="16847"/>
                    <a:pt x="19384" y="17419"/>
                  </a:cubicBezTo>
                  <a:cubicBezTo>
                    <a:pt x="19491" y="17967"/>
                    <a:pt x="19551" y="18538"/>
                    <a:pt x="19587" y="19098"/>
                  </a:cubicBezTo>
                  <a:cubicBezTo>
                    <a:pt x="19622" y="19693"/>
                    <a:pt x="19634" y="20288"/>
                    <a:pt x="19634" y="20872"/>
                  </a:cubicBezTo>
                  <a:lnTo>
                    <a:pt x="19634" y="21217"/>
                  </a:lnTo>
                  <a:cubicBezTo>
                    <a:pt x="18706" y="21479"/>
                    <a:pt x="18027" y="22324"/>
                    <a:pt x="18027" y="23336"/>
                  </a:cubicBezTo>
                  <a:lnTo>
                    <a:pt x="18027" y="24848"/>
                  </a:lnTo>
                  <a:lnTo>
                    <a:pt x="19194" y="24848"/>
                  </a:lnTo>
                  <a:lnTo>
                    <a:pt x="19194" y="23324"/>
                  </a:lnTo>
                  <a:cubicBezTo>
                    <a:pt x="19194" y="22765"/>
                    <a:pt x="19658" y="22300"/>
                    <a:pt x="20218" y="22300"/>
                  </a:cubicBezTo>
                  <a:cubicBezTo>
                    <a:pt x="20789" y="22300"/>
                    <a:pt x="21242" y="22765"/>
                    <a:pt x="21242" y="23324"/>
                  </a:cubicBezTo>
                  <a:lnTo>
                    <a:pt x="21242" y="24836"/>
                  </a:lnTo>
                  <a:lnTo>
                    <a:pt x="22420" y="24836"/>
                  </a:lnTo>
                  <a:lnTo>
                    <a:pt x="22420" y="23324"/>
                  </a:lnTo>
                  <a:cubicBezTo>
                    <a:pt x="22408" y="22324"/>
                    <a:pt x="21730" y="21467"/>
                    <a:pt x="20801" y="21217"/>
                  </a:cubicBezTo>
                  <a:cubicBezTo>
                    <a:pt x="20801" y="21098"/>
                    <a:pt x="20801" y="20979"/>
                    <a:pt x="20801" y="20860"/>
                  </a:cubicBezTo>
                  <a:cubicBezTo>
                    <a:pt x="20801" y="20229"/>
                    <a:pt x="20777" y="19598"/>
                    <a:pt x="20730" y="18979"/>
                  </a:cubicBezTo>
                  <a:cubicBezTo>
                    <a:pt x="20682" y="18324"/>
                    <a:pt x="20611" y="17681"/>
                    <a:pt x="20468" y="17050"/>
                  </a:cubicBezTo>
                  <a:cubicBezTo>
                    <a:pt x="20349" y="16478"/>
                    <a:pt x="20170" y="15907"/>
                    <a:pt x="19932" y="15359"/>
                  </a:cubicBezTo>
                  <a:cubicBezTo>
                    <a:pt x="19706" y="14835"/>
                    <a:pt x="19408" y="14335"/>
                    <a:pt x="19039" y="13847"/>
                  </a:cubicBezTo>
                  <a:cubicBezTo>
                    <a:pt x="18884" y="13657"/>
                    <a:pt x="18717" y="13454"/>
                    <a:pt x="18539" y="13264"/>
                  </a:cubicBezTo>
                  <a:cubicBezTo>
                    <a:pt x="18336" y="13049"/>
                    <a:pt x="18122" y="12859"/>
                    <a:pt x="17896" y="12668"/>
                  </a:cubicBezTo>
                  <a:cubicBezTo>
                    <a:pt x="17574" y="12418"/>
                    <a:pt x="17241" y="12204"/>
                    <a:pt x="16896" y="12013"/>
                  </a:cubicBezTo>
                  <a:lnTo>
                    <a:pt x="18027" y="12013"/>
                  </a:lnTo>
                  <a:lnTo>
                    <a:pt x="18027" y="11966"/>
                  </a:lnTo>
                  <a:lnTo>
                    <a:pt x="18027" y="11216"/>
                  </a:lnTo>
                  <a:lnTo>
                    <a:pt x="18027" y="10323"/>
                  </a:lnTo>
                  <a:lnTo>
                    <a:pt x="13169" y="10323"/>
                  </a:lnTo>
                  <a:lnTo>
                    <a:pt x="13169" y="9477"/>
                  </a:lnTo>
                  <a:lnTo>
                    <a:pt x="15741" y="9477"/>
                  </a:lnTo>
                  <a:cubicBezTo>
                    <a:pt x="16336" y="9477"/>
                    <a:pt x="16824" y="8989"/>
                    <a:pt x="16824" y="8394"/>
                  </a:cubicBezTo>
                  <a:lnTo>
                    <a:pt x="16824" y="6191"/>
                  </a:lnTo>
                  <a:cubicBezTo>
                    <a:pt x="17086" y="6191"/>
                    <a:pt x="17289" y="5989"/>
                    <a:pt x="17289" y="5727"/>
                  </a:cubicBezTo>
                  <a:lnTo>
                    <a:pt x="17289" y="5227"/>
                  </a:lnTo>
                  <a:lnTo>
                    <a:pt x="17765" y="5227"/>
                  </a:lnTo>
                  <a:lnTo>
                    <a:pt x="17765" y="4894"/>
                  </a:lnTo>
                  <a:lnTo>
                    <a:pt x="19229" y="4894"/>
                  </a:lnTo>
                  <a:cubicBezTo>
                    <a:pt x="19360" y="5358"/>
                    <a:pt x="19789" y="5691"/>
                    <a:pt x="20289" y="5691"/>
                  </a:cubicBezTo>
                  <a:cubicBezTo>
                    <a:pt x="20908" y="5691"/>
                    <a:pt x="21408" y="5191"/>
                    <a:pt x="21408" y="4572"/>
                  </a:cubicBezTo>
                  <a:cubicBezTo>
                    <a:pt x="21408" y="3965"/>
                    <a:pt x="20908" y="3465"/>
                    <a:pt x="20289" y="3465"/>
                  </a:cubicBezTo>
                  <a:cubicBezTo>
                    <a:pt x="19801" y="3465"/>
                    <a:pt x="19372" y="3786"/>
                    <a:pt x="19229" y="4239"/>
                  </a:cubicBezTo>
                  <a:lnTo>
                    <a:pt x="17765" y="4239"/>
                  </a:lnTo>
                  <a:lnTo>
                    <a:pt x="17765" y="3893"/>
                  </a:lnTo>
                  <a:lnTo>
                    <a:pt x="17289" y="3893"/>
                  </a:lnTo>
                  <a:lnTo>
                    <a:pt x="17289" y="3465"/>
                  </a:lnTo>
                  <a:cubicBezTo>
                    <a:pt x="17289" y="3203"/>
                    <a:pt x="17086" y="3000"/>
                    <a:pt x="16824" y="3000"/>
                  </a:cubicBezTo>
                  <a:lnTo>
                    <a:pt x="16824" y="1084"/>
                  </a:lnTo>
                  <a:cubicBezTo>
                    <a:pt x="16824" y="488"/>
                    <a:pt x="16336" y="0"/>
                    <a:pt x="15741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" name="Google Shape;2450;p44">
              <a:extLst>
                <a:ext uri="{FF2B5EF4-FFF2-40B4-BE49-F238E27FC236}">
                  <a16:creationId xmlns:a16="http://schemas.microsoft.com/office/drawing/2014/main" id="{B639EF7A-63BE-E61E-B25F-8EE7E70CF62F}"/>
                </a:ext>
              </a:extLst>
            </p:cNvPr>
            <p:cNvGrpSpPr/>
            <p:nvPr/>
          </p:nvGrpSpPr>
          <p:grpSpPr>
            <a:xfrm>
              <a:off x="4700075" y="3262363"/>
              <a:ext cx="560225" cy="709950"/>
              <a:chOff x="556300" y="1021375"/>
              <a:chExt cx="560225" cy="709950"/>
            </a:xfrm>
          </p:grpSpPr>
          <p:sp>
            <p:nvSpPr>
              <p:cNvPr id="11" name="Google Shape;2451;p44">
                <a:extLst>
                  <a:ext uri="{FF2B5EF4-FFF2-40B4-BE49-F238E27FC236}">
                    <a16:creationId xmlns:a16="http://schemas.microsoft.com/office/drawing/2014/main" id="{DBB8945D-D429-2824-98B7-19774F0D90DE}"/>
                  </a:ext>
                </a:extLst>
              </p:cNvPr>
              <p:cNvSpPr/>
              <p:nvPr/>
            </p:nvSpPr>
            <p:spPr>
              <a:xfrm>
                <a:off x="837000" y="1292525"/>
                <a:ext cx="166700" cy="70600"/>
              </a:xfrm>
              <a:custGeom>
                <a:avLst/>
                <a:gdLst/>
                <a:ahLst/>
                <a:cxnLst/>
                <a:rect l="l" t="t" r="r" b="b"/>
                <a:pathLst>
                  <a:path w="6668" h="2824" extrusionOk="0">
                    <a:moveTo>
                      <a:pt x="207" y="0"/>
                    </a:moveTo>
                    <a:cubicBezTo>
                      <a:pt x="138" y="0"/>
                      <a:pt x="69" y="1"/>
                      <a:pt x="0" y="2"/>
                    </a:cubicBezTo>
                    <a:lnTo>
                      <a:pt x="412" y="2"/>
                    </a:lnTo>
                    <a:cubicBezTo>
                      <a:pt x="343" y="1"/>
                      <a:pt x="275" y="0"/>
                      <a:pt x="207" y="0"/>
                    </a:cubicBezTo>
                    <a:close/>
                    <a:moveTo>
                      <a:pt x="412" y="2"/>
                    </a:moveTo>
                    <a:cubicBezTo>
                      <a:pt x="425" y="2"/>
                      <a:pt x="439" y="2"/>
                      <a:pt x="452" y="2"/>
                    </a:cubicBezTo>
                    <a:lnTo>
                      <a:pt x="452" y="2"/>
                    </a:lnTo>
                    <a:cubicBezTo>
                      <a:pt x="449" y="2"/>
                      <a:pt x="445" y="2"/>
                      <a:pt x="441" y="2"/>
                    </a:cubicBezTo>
                    <a:close/>
                    <a:moveTo>
                      <a:pt x="452" y="2"/>
                    </a:moveTo>
                    <a:cubicBezTo>
                      <a:pt x="1156" y="37"/>
                      <a:pt x="1188" y="1085"/>
                      <a:pt x="548" y="1168"/>
                    </a:cubicBezTo>
                    <a:cubicBezTo>
                      <a:pt x="2513" y="1204"/>
                      <a:pt x="4477" y="1573"/>
                      <a:pt x="6013" y="2823"/>
                    </a:cubicBezTo>
                    <a:lnTo>
                      <a:pt x="6668" y="1823"/>
                    </a:lnTo>
                    <a:cubicBezTo>
                      <a:pt x="4941" y="442"/>
                      <a:pt x="2651" y="30"/>
                      <a:pt x="452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452;p44">
                <a:extLst>
                  <a:ext uri="{FF2B5EF4-FFF2-40B4-BE49-F238E27FC236}">
                    <a16:creationId xmlns:a16="http://schemas.microsoft.com/office/drawing/2014/main" id="{CCFB15D0-E7B9-2621-3786-CE7126A052EB}"/>
                  </a:ext>
                </a:extLst>
              </p:cNvPr>
              <p:cNvSpPr/>
              <p:nvPr/>
            </p:nvSpPr>
            <p:spPr>
              <a:xfrm>
                <a:off x="987325" y="1338100"/>
                <a:ext cx="449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870" extrusionOk="0">
                    <a:moveTo>
                      <a:pt x="655" y="0"/>
                    </a:moveTo>
                    <a:lnTo>
                      <a:pt x="0" y="988"/>
                    </a:lnTo>
                    <a:cubicBezTo>
                      <a:pt x="167" y="1119"/>
                      <a:pt x="322" y="1262"/>
                      <a:pt x="476" y="1417"/>
                    </a:cubicBezTo>
                    <a:cubicBezTo>
                      <a:pt x="619" y="1560"/>
                      <a:pt x="750" y="1715"/>
                      <a:pt x="881" y="1869"/>
                    </a:cubicBezTo>
                    <a:lnTo>
                      <a:pt x="1798" y="1179"/>
                    </a:lnTo>
                    <a:cubicBezTo>
                      <a:pt x="1643" y="988"/>
                      <a:pt x="1476" y="786"/>
                      <a:pt x="1298" y="595"/>
                    </a:cubicBezTo>
                    <a:cubicBezTo>
                      <a:pt x="1095" y="381"/>
                      <a:pt x="881" y="179"/>
                      <a:pt x="6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453;p44">
                <a:extLst>
                  <a:ext uri="{FF2B5EF4-FFF2-40B4-BE49-F238E27FC236}">
                    <a16:creationId xmlns:a16="http://schemas.microsoft.com/office/drawing/2014/main" id="{8663F239-833D-0EFE-9B0F-1BD44A55CC55}"/>
                  </a:ext>
                </a:extLst>
              </p:cNvPr>
              <p:cNvSpPr/>
              <p:nvPr/>
            </p:nvSpPr>
            <p:spPr>
              <a:xfrm>
                <a:off x="1009350" y="1367550"/>
                <a:ext cx="45250" cy="47950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918" extrusionOk="0">
                    <a:moveTo>
                      <a:pt x="917" y="1"/>
                    </a:moveTo>
                    <a:lnTo>
                      <a:pt x="0" y="691"/>
                    </a:lnTo>
                    <a:cubicBezTo>
                      <a:pt x="310" y="1084"/>
                      <a:pt x="548" y="1489"/>
                      <a:pt x="750" y="1918"/>
                    </a:cubicBezTo>
                    <a:lnTo>
                      <a:pt x="1810" y="1513"/>
                    </a:lnTo>
                    <a:cubicBezTo>
                      <a:pt x="1584" y="989"/>
                      <a:pt x="1286" y="489"/>
                      <a:pt x="9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454;p44">
                <a:extLst>
                  <a:ext uri="{FF2B5EF4-FFF2-40B4-BE49-F238E27FC236}">
                    <a16:creationId xmlns:a16="http://schemas.microsoft.com/office/drawing/2014/main" id="{E225756D-0FBC-C908-8CAC-620CADA12526}"/>
                  </a:ext>
                </a:extLst>
              </p:cNvPr>
              <p:cNvSpPr/>
              <p:nvPr/>
            </p:nvSpPr>
            <p:spPr>
              <a:xfrm>
                <a:off x="823600" y="1321725"/>
                <a:ext cx="137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3" extrusionOk="0">
                    <a:moveTo>
                      <a:pt x="1" y="0"/>
                    </a:moveTo>
                    <a:cubicBezTo>
                      <a:pt x="36" y="0"/>
                      <a:pt x="72" y="12"/>
                      <a:pt x="108" y="12"/>
                    </a:cubicBezTo>
                    <a:cubicBezTo>
                      <a:pt x="251" y="0"/>
                      <a:pt x="405" y="0"/>
                      <a:pt x="548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455;p44">
                <a:extLst>
                  <a:ext uri="{FF2B5EF4-FFF2-40B4-BE49-F238E27FC236}">
                    <a16:creationId xmlns:a16="http://schemas.microsoft.com/office/drawing/2014/main" id="{E203FC4A-8245-31CF-6FF5-4074C4A16E3B}"/>
                  </a:ext>
                </a:extLst>
              </p:cNvPr>
              <p:cNvSpPr/>
              <p:nvPr/>
            </p:nvSpPr>
            <p:spPr>
              <a:xfrm>
                <a:off x="1028100" y="1405350"/>
                <a:ext cx="39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2061" extrusionOk="0">
                    <a:moveTo>
                      <a:pt x="1060" y="1"/>
                    </a:moveTo>
                    <a:lnTo>
                      <a:pt x="0" y="406"/>
                    </a:lnTo>
                    <a:cubicBezTo>
                      <a:pt x="238" y="942"/>
                      <a:pt x="405" y="1489"/>
                      <a:pt x="512" y="2061"/>
                    </a:cubicBezTo>
                    <a:lnTo>
                      <a:pt x="1596" y="1692"/>
                    </a:lnTo>
                    <a:cubicBezTo>
                      <a:pt x="1477" y="1108"/>
                      <a:pt x="1298" y="549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456;p44">
                <a:extLst>
                  <a:ext uri="{FF2B5EF4-FFF2-40B4-BE49-F238E27FC236}">
                    <a16:creationId xmlns:a16="http://schemas.microsoft.com/office/drawing/2014/main" id="{D5365146-79AB-AE99-6A1A-7D2D4C8A4BCB}"/>
                  </a:ext>
                </a:extLst>
              </p:cNvPr>
              <p:cNvSpPr/>
              <p:nvPr/>
            </p:nvSpPr>
            <p:spPr>
              <a:xfrm>
                <a:off x="1047150" y="1542875"/>
                <a:ext cx="29175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1275" extrusionOk="0">
                    <a:moveTo>
                      <a:pt x="0" y="1"/>
                    </a:moveTo>
                    <a:lnTo>
                      <a:pt x="0" y="703"/>
                    </a:lnTo>
                    <a:cubicBezTo>
                      <a:pt x="0" y="1084"/>
                      <a:pt x="292" y="1275"/>
                      <a:pt x="584" y="1275"/>
                    </a:cubicBezTo>
                    <a:cubicBezTo>
                      <a:pt x="875" y="1275"/>
                      <a:pt x="1167" y="1084"/>
                      <a:pt x="1167" y="703"/>
                    </a:cubicBezTo>
                    <a:cubicBezTo>
                      <a:pt x="1167" y="477"/>
                      <a:pt x="1167" y="239"/>
                      <a:pt x="1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457;p44">
                <a:extLst>
                  <a:ext uri="{FF2B5EF4-FFF2-40B4-BE49-F238E27FC236}">
                    <a16:creationId xmlns:a16="http://schemas.microsoft.com/office/drawing/2014/main" id="{23092EB1-AF9C-A052-CC43-856AC0458968}"/>
                  </a:ext>
                </a:extLst>
              </p:cNvPr>
              <p:cNvSpPr/>
              <p:nvPr/>
            </p:nvSpPr>
            <p:spPr>
              <a:xfrm>
                <a:off x="1045950" y="1495850"/>
                <a:ext cx="303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1882" extrusionOk="0">
                    <a:moveTo>
                      <a:pt x="1155" y="0"/>
                    </a:moveTo>
                    <a:lnTo>
                      <a:pt x="1" y="120"/>
                    </a:lnTo>
                    <a:cubicBezTo>
                      <a:pt x="36" y="703"/>
                      <a:pt x="48" y="1298"/>
                      <a:pt x="48" y="1882"/>
                    </a:cubicBezTo>
                    <a:lnTo>
                      <a:pt x="1215" y="1882"/>
                    </a:lnTo>
                    <a:cubicBezTo>
                      <a:pt x="1215" y="1251"/>
                      <a:pt x="1191" y="62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458;p44">
                <a:extLst>
                  <a:ext uri="{FF2B5EF4-FFF2-40B4-BE49-F238E27FC236}">
                    <a16:creationId xmlns:a16="http://schemas.microsoft.com/office/drawing/2014/main" id="{825CEC3F-90EA-BCC6-A1A4-D8736B5E5EB5}"/>
                  </a:ext>
                </a:extLst>
              </p:cNvPr>
              <p:cNvSpPr/>
              <p:nvPr/>
            </p:nvSpPr>
            <p:spPr>
              <a:xfrm>
                <a:off x="1040900" y="1447625"/>
                <a:ext cx="336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049" extrusionOk="0">
                    <a:moveTo>
                      <a:pt x="1084" y="1"/>
                    </a:moveTo>
                    <a:lnTo>
                      <a:pt x="0" y="370"/>
                    </a:lnTo>
                    <a:cubicBezTo>
                      <a:pt x="107" y="917"/>
                      <a:pt x="167" y="1477"/>
                      <a:pt x="203" y="2049"/>
                    </a:cubicBezTo>
                    <a:lnTo>
                      <a:pt x="1346" y="1929"/>
                    </a:lnTo>
                    <a:cubicBezTo>
                      <a:pt x="1310" y="1275"/>
                      <a:pt x="1227" y="632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459;p44">
                <a:extLst>
                  <a:ext uri="{FF2B5EF4-FFF2-40B4-BE49-F238E27FC236}">
                    <a16:creationId xmlns:a16="http://schemas.microsoft.com/office/drawing/2014/main" id="{82545480-1B96-A403-6A86-519FD9CED57B}"/>
                  </a:ext>
                </a:extLst>
              </p:cNvPr>
              <p:cNvSpPr/>
              <p:nvPr/>
            </p:nvSpPr>
            <p:spPr>
              <a:xfrm>
                <a:off x="599475" y="1447625"/>
                <a:ext cx="342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2049" extrusionOk="0">
                    <a:moveTo>
                      <a:pt x="250" y="1"/>
                    </a:moveTo>
                    <a:cubicBezTo>
                      <a:pt x="119" y="632"/>
                      <a:pt x="48" y="1275"/>
                      <a:pt x="0" y="1929"/>
                    </a:cubicBezTo>
                    <a:lnTo>
                      <a:pt x="1155" y="2049"/>
                    </a:lnTo>
                    <a:cubicBezTo>
                      <a:pt x="1191" y="1477"/>
                      <a:pt x="1262" y="917"/>
                      <a:pt x="1369" y="370"/>
                    </a:cubicBezTo>
                    <a:lnTo>
                      <a:pt x="2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460;p44">
                <a:extLst>
                  <a:ext uri="{FF2B5EF4-FFF2-40B4-BE49-F238E27FC236}">
                    <a16:creationId xmlns:a16="http://schemas.microsoft.com/office/drawing/2014/main" id="{F1E450B7-AB17-ED4C-E3ED-478628F15499}"/>
                  </a:ext>
                </a:extLst>
              </p:cNvPr>
              <p:cNvSpPr/>
              <p:nvPr/>
            </p:nvSpPr>
            <p:spPr>
              <a:xfrm>
                <a:off x="597975" y="1495850"/>
                <a:ext cx="3040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882" extrusionOk="0">
                    <a:moveTo>
                      <a:pt x="60" y="0"/>
                    </a:moveTo>
                    <a:cubicBezTo>
                      <a:pt x="13" y="632"/>
                      <a:pt x="1" y="1263"/>
                      <a:pt x="1" y="1882"/>
                    </a:cubicBezTo>
                    <a:lnTo>
                      <a:pt x="1167" y="1882"/>
                    </a:lnTo>
                    <a:cubicBezTo>
                      <a:pt x="1167" y="1298"/>
                      <a:pt x="1179" y="703"/>
                      <a:pt x="1215" y="120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461;p44">
                <a:extLst>
                  <a:ext uri="{FF2B5EF4-FFF2-40B4-BE49-F238E27FC236}">
                    <a16:creationId xmlns:a16="http://schemas.microsoft.com/office/drawing/2014/main" id="{3EAFF729-0DAD-013A-D6ED-543B6A9FB2FF}"/>
                  </a:ext>
                </a:extLst>
              </p:cNvPr>
              <p:cNvSpPr/>
              <p:nvPr/>
            </p:nvSpPr>
            <p:spPr>
              <a:xfrm>
                <a:off x="605725" y="1405350"/>
                <a:ext cx="411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061" extrusionOk="0">
                    <a:moveTo>
                      <a:pt x="536" y="1"/>
                    </a:moveTo>
                    <a:cubicBezTo>
                      <a:pt x="298" y="537"/>
                      <a:pt x="131" y="1108"/>
                      <a:pt x="0" y="1692"/>
                    </a:cubicBezTo>
                    <a:lnTo>
                      <a:pt x="1119" y="2061"/>
                    </a:lnTo>
                    <a:cubicBezTo>
                      <a:pt x="1238" y="1501"/>
                      <a:pt x="1405" y="942"/>
                      <a:pt x="1643" y="418"/>
                    </a:cubicBez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462;p44">
                <a:extLst>
                  <a:ext uri="{FF2B5EF4-FFF2-40B4-BE49-F238E27FC236}">
                    <a16:creationId xmlns:a16="http://schemas.microsoft.com/office/drawing/2014/main" id="{58BF5A95-4EB6-51A4-EEBF-6CA7267EA8D2}"/>
                  </a:ext>
                </a:extLst>
              </p:cNvPr>
              <p:cNvSpPr/>
              <p:nvPr/>
            </p:nvSpPr>
            <p:spPr>
              <a:xfrm>
                <a:off x="597975" y="1542875"/>
                <a:ext cx="29200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275" extrusionOk="0">
                    <a:moveTo>
                      <a:pt x="1" y="1"/>
                    </a:moveTo>
                    <a:cubicBezTo>
                      <a:pt x="1" y="239"/>
                      <a:pt x="1" y="477"/>
                      <a:pt x="1" y="703"/>
                    </a:cubicBezTo>
                    <a:cubicBezTo>
                      <a:pt x="1" y="1084"/>
                      <a:pt x="292" y="1275"/>
                      <a:pt x="584" y="1275"/>
                    </a:cubicBezTo>
                    <a:cubicBezTo>
                      <a:pt x="876" y="1275"/>
                      <a:pt x="1167" y="1084"/>
                      <a:pt x="1167" y="703"/>
                    </a:cubicBezTo>
                    <a:lnTo>
                      <a:pt x="116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63;p44">
                <a:extLst>
                  <a:ext uri="{FF2B5EF4-FFF2-40B4-BE49-F238E27FC236}">
                    <a16:creationId xmlns:a16="http://schemas.microsoft.com/office/drawing/2014/main" id="{BE2488AB-7B5B-BB21-17C9-16F018CA67CC}"/>
                  </a:ext>
                </a:extLst>
              </p:cNvPr>
              <p:cNvSpPr/>
              <p:nvPr/>
            </p:nvSpPr>
            <p:spPr>
              <a:xfrm>
                <a:off x="641725" y="1338400"/>
                <a:ext cx="452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70" extrusionOk="0">
                    <a:moveTo>
                      <a:pt x="1168" y="0"/>
                    </a:moveTo>
                    <a:cubicBezTo>
                      <a:pt x="941" y="179"/>
                      <a:pt x="715" y="369"/>
                      <a:pt x="513" y="583"/>
                    </a:cubicBezTo>
                    <a:cubicBezTo>
                      <a:pt x="322" y="774"/>
                      <a:pt x="156" y="964"/>
                      <a:pt x="1" y="1167"/>
                    </a:cubicBezTo>
                    <a:lnTo>
                      <a:pt x="941" y="1869"/>
                    </a:lnTo>
                    <a:cubicBezTo>
                      <a:pt x="1061" y="1715"/>
                      <a:pt x="1192" y="1560"/>
                      <a:pt x="1334" y="1405"/>
                    </a:cubicBezTo>
                    <a:cubicBezTo>
                      <a:pt x="1489" y="1250"/>
                      <a:pt x="1644" y="1107"/>
                      <a:pt x="1811" y="976"/>
                    </a:cubicBez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464;p44">
                <a:extLst>
                  <a:ext uri="{FF2B5EF4-FFF2-40B4-BE49-F238E27FC236}">
                    <a16:creationId xmlns:a16="http://schemas.microsoft.com/office/drawing/2014/main" id="{3EAB99FB-AD98-7230-70A7-52108DD14ECD}"/>
                  </a:ext>
                </a:extLst>
              </p:cNvPr>
              <p:cNvSpPr/>
              <p:nvPr/>
            </p:nvSpPr>
            <p:spPr>
              <a:xfrm>
                <a:off x="837300" y="1321725"/>
                <a:ext cx="134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3" extrusionOk="0">
                    <a:moveTo>
                      <a:pt x="0" y="0"/>
                    </a:moveTo>
                    <a:cubicBezTo>
                      <a:pt x="143" y="0"/>
                      <a:pt x="286" y="0"/>
                      <a:pt x="429" y="12"/>
                    </a:cubicBezTo>
                    <a:cubicBezTo>
                      <a:pt x="465" y="12"/>
                      <a:pt x="500" y="0"/>
                      <a:pt x="536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465;p44">
                <a:extLst>
                  <a:ext uri="{FF2B5EF4-FFF2-40B4-BE49-F238E27FC236}">
                    <a16:creationId xmlns:a16="http://schemas.microsoft.com/office/drawing/2014/main" id="{4C11A072-EED4-4B1A-2826-422F5D65E8E2}"/>
                  </a:ext>
                </a:extLst>
              </p:cNvPr>
              <p:cNvSpPr/>
              <p:nvPr/>
            </p:nvSpPr>
            <p:spPr>
              <a:xfrm>
                <a:off x="619125" y="1367550"/>
                <a:ext cx="4615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930" extrusionOk="0">
                    <a:moveTo>
                      <a:pt x="905" y="1"/>
                    </a:moveTo>
                    <a:cubicBezTo>
                      <a:pt x="524" y="465"/>
                      <a:pt x="226" y="977"/>
                      <a:pt x="0" y="1513"/>
                    </a:cubicBezTo>
                    <a:lnTo>
                      <a:pt x="1107" y="1930"/>
                    </a:lnTo>
                    <a:cubicBezTo>
                      <a:pt x="1298" y="1501"/>
                      <a:pt x="1548" y="1096"/>
                      <a:pt x="1845" y="703"/>
                    </a:cubicBezTo>
                    <a:lnTo>
                      <a:pt x="9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466;p44">
                <a:extLst>
                  <a:ext uri="{FF2B5EF4-FFF2-40B4-BE49-F238E27FC236}">
                    <a16:creationId xmlns:a16="http://schemas.microsoft.com/office/drawing/2014/main" id="{01B4E9CF-7A42-0552-B8FD-B14CA377BF9B}"/>
                  </a:ext>
                </a:extLst>
              </p:cNvPr>
              <p:cNvSpPr/>
              <p:nvPr/>
            </p:nvSpPr>
            <p:spPr>
              <a:xfrm>
                <a:off x="670900" y="1292525"/>
                <a:ext cx="166125" cy="70300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2812" extrusionOk="0">
                    <a:moveTo>
                      <a:pt x="6446" y="1"/>
                    </a:moveTo>
                    <a:cubicBezTo>
                      <a:pt x="6380" y="1"/>
                      <a:pt x="6315" y="1"/>
                      <a:pt x="6249" y="2"/>
                    </a:cubicBezTo>
                    <a:lnTo>
                      <a:pt x="6644" y="2"/>
                    </a:lnTo>
                    <a:cubicBezTo>
                      <a:pt x="6578" y="1"/>
                      <a:pt x="6512" y="1"/>
                      <a:pt x="6446" y="1"/>
                    </a:cubicBezTo>
                    <a:close/>
                    <a:moveTo>
                      <a:pt x="6216" y="2"/>
                    </a:moveTo>
                    <a:cubicBezTo>
                      <a:pt x="6211" y="2"/>
                      <a:pt x="6207" y="2"/>
                      <a:pt x="6203" y="2"/>
                    </a:cubicBezTo>
                    <a:lnTo>
                      <a:pt x="6203" y="2"/>
                    </a:lnTo>
                    <a:cubicBezTo>
                      <a:pt x="6218" y="2"/>
                      <a:pt x="6234" y="2"/>
                      <a:pt x="6249" y="2"/>
                    </a:cubicBezTo>
                    <a:close/>
                    <a:moveTo>
                      <a:pt x="6203" y="2"/>
                    </a:moveTo>
                    <a:lnTo>
                      <a:pt x="6203" y="2"/>
                    </a:lnTo>
                    <a:cubicBezTo>
                      <a:pt x="3979" y="31"/>
                      <a:pt x="1754" y="462"/>
                      <a:pt x="1" y="1835"/>
                    </a:cubicBezTo>
                    <a:lnTo>
                      <a:pt x="644" y="2811"/>
                    </a:lnTo>
                    <a:cubicBezTo>
                      <a:pt x="2144" y="1549"/>
                      <a:pt x="4156" y="1204"/>
                      <a:pt x="6109" y="1168"/>
                    </a:cubicBezTo>
                    <a:cubicBezTo>
                      <a:pt x="5470" y="1074"/>
                      <a:pt x="5501" y="38"/>
                      <a:pt x="6203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467;p44">
                <a:extLst>
                  <a:ext uri="{FF2B5EF4-FFF2-40B4-BE49-F238E27FC236}">
                    <a16:creationId xmlns:a16="http://schemas.microsoft.com/office/drawing/2014/main" id="{E2C5D24E-6158-A55C-157F-997D26190971}"/>
                  </a:ext>
                </a:extLst>
              </p:cNvPr>
              <p:cNvSpPr/>
              <p:nvPr/>
            </p:nvSpPr>
            <p:spPr>
              <a:xfrm>
                <a:off x="807525" y="1292550"/>
                <a:ext cx="59250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68" extrusionOk="0">
                    <a:moveTo>
                      <a:pt x="751" y="1"/>
                    </a:moveTo>
                    <a:cubicBezTo>
                      <a:pt x="36" y="24"/>
                      <a:pt x="1" y="1072"/>
                      <a:pt x="644" y="1167"/>
                    </a:cubicBezTo>
                    <a:lnTo>
                      <a:pt x="1191" y="1167"/>
                    </a:lnTo>
                    <a:cubicBezTo>
                      <a:pt x="1281" y="1161"/>
                      <a:pt x="1370" y="1158"/>
                      <a:pt x="1459" y="1158"/>
                    </a:cubicBezTo>
                    <a:cubicBezTo>
                      <a:pt x="1548" y="1158"/>
                      <a:pt x="1638" y="1161"/>
                      <a:pt x="1727" y="1167"/>
                    </a:cubicBezTo>
                    <a:cubicBezTo>
                      <a:pt x="2370" y="1084"/>
                      <a:pt x="2334" y="24"/>
                      <a:pt x="1620" y="1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468;p44">
                <a:extLst>
                  <a:ext uri="{FF2B5EF4-FFF2-40B4-BE49-F238E27FC236}">
                    <a16:creationId xmlns:a16="http://schemas.microsoft.com/office/drawing/2014/main" id="{B355DE66-F926-839A-6A73-0B506C29DE26}"/>
                  </a:ext>
                </a:extLst>
              </p:cNvPr>
              <p:cNvSpPr/>
              <p:nvPr/>
            </p:nvSpPr>
            <p:spPr>
              <a:xfrm>
                <a:off x="917950" y="1635750"/>
                <a:ext cx="3277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620" extrusionOk="0">
                    <a:moveTo>
                      <a:pt x="84" y="0"/>
                    </a:moveTo>
                    <a:cubicBezTo>
                      <a:pt x="96" y="453"/>
                      <a:pt x="60" y="893"/>
                      <a:pt x="1" y="1334"/>
                    </a:cubicBezTo>
                    <a:lnTo>
                      <a:pt x="1215" y="1620"/>
                    </a:lnTo>
                    <a:cubicBezTo>
                      <a:pt x="1287" y="1108"/>
                      <a:pt x="1311" y="560"/>
                      <a:pt x="1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469;p44">
                <a:extLst>
                  <a:ext uri="{FF2B5EF4-FFF2-40B4-BE49-F238E27FC236}">
                    <a16:creationId xmlns:a16="http://schemas.microsoft.com/office/drawing/2014/main" id="{B34E93A4-9C8E-C993-25CD-4B40508790BF}"/>
                  </a:ext>
                </a:extLst>
              </p:cNvPr>
              <p:cNvSpPr/>
              <p:nvPr/>
            </p:nvSpPr>
            <p:spPr>
              <a:xfrm>
                <a:off x="723600" y="1635750"/>
                <a:ext cx="32450" cy="4020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1608" extrusionOk="0">
                    <a:moveTo>
                      <a:pt x="12" y="0"/>
                    </a:moveTo>
                    <a:cubicBezTo>
                      <a:pt x="0" y="560"/>
                      <a:pt x="36" y="1108"/>
                      <a:pt x="83" y="1608"/>
                    </a:cubicBezTo>
                    <a:lnTo>
                      <a:pt x="1298" y="1322"/>
                    </a:lnTo>
                    <a:cubicBezTo>
                      <a:pt x="1262" y="881"/>
                      <a:pt x="1250" y="441"/>
                      <a:pt x="1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470;p44">
                <a:extLst>
                  <a:ext uri="{FF2B5EF4-FFF2-40B4-BE49-F238E27FC236}">
                    <a16:creationId xmlns:a16="http://schemas.microsoft.com/office/drawing/2014/main" id="{69388F4E-52D7-CB13-EA9E-01415FD26AF5}"/>
                  </a:ext>
                </a:extLst>
              </p:cNvPr>
              <p:cNvSpPr/>
              <p:nvPr/>
            </p:nvSpPr>
            <p:spPr>
              <a:xfrm>
                <a:off x="904275" y="1554775"/>
                <a:ext cx="42575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28" extrusionOk="0">
                    <a:moveTo>
                      <a:pt x="1215" y="1"/>
                    </a:moveTo>
                    <a:lnTo>
                      <a:pt x="0" y="263"/>
                    </a:lnTo>
                    <a:cubicBezTo>
                      <a:pt x="60" y="382"/>
                      <a:pt x="119" y="501"/>
                      <a:pt x="167" y="620"/>
                    </a:cubicBezTo>
                    <a:cubicBezTo>
                      <a:pt x="298" y="953"/>
                      <a:pt x="393" y="1299"/>
                      <a:pt x="465" y="1656"/>
                    </a:cubicBezTo>
                    <a:lnTo>
                      <a:pt x="1703" y="1727"/>
                    </a:lnTo>
                    <a:cubicBezTo>
                      <a:pt x="1596" y="1120"/>
                      <a:pt x="1441" y="537"/>
                      <a:pt x="1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471;p44">
                <a:extLst>
                  <a:ext uri="{FF2B5EF4-FFF2-40B4-BE49-F238E27FC236}">
                    <a16:creationId xmlns:a16="http://schemas.microsoft.com/office/drawing/2014/main" id="{2A9D5E57-EA29-623F-BB43-04DD5B28542B}"/>
                  </a:ext>
                </a:extLst>
              </p:cNvPr>
              <p:cNvSpPr/>
              <p:nvPr/>
            </p:nvSpPr>
            <p:spPr>
              <a:xfrm>
                <a:off x="726575" y="1554500"/>
                <a:ext cx="41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27" extrusionOk="0">
                    <a:moveTo>
                      <a:pt x="405" y="0"/>
                    </a:moveTo>
                    <a:cubicBezTo>
                      <a:pt x="214" y="548"/>
                      <a:pt x="84" y="1131"/>
                      <a:pt x="0" y="1726"/>
                    </a:cubicBezTo>
                    <a:lnTo>
                      <a:pt x="1298" y="1667"/>
                    </a:lnTo>
                    <a:cubicBezTo>
                      <a:pt x="1310" y="1584"/>
                      <a:pt x="1322" y="1488"/>
                      <a:pt x="1346" y="1405"/>
                    </a:cubicBezTo>
                    <a:cubicBezTo>
                      <a:pt x="1417" y="1036"/>
                      <a:pt x="1524" y="655"/>
                      <a:pt x="1667" y="274"/>
                    </a:cubicBez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472;p44">
                <a:extLst>
                  <a:ext uri="{FF2B5EF4-FFF2-40B4-BE49-F238E27FC236}">
                    <a16:creationId xmlns:a16="http://schemas.microsoft.com/office/drawing/2014/main" id="{0C0A5D4D-A47B-7498-B2C6-FFCE277CD0CE}"/>
                  </a:ext>
                </a:extLst>
              </p:cNvPr>
              <p:cNvSpPr/>
              <p:nvPr/>
            </p:nvSpPr>
            <p:spPr>
              <a:xfrm>
                <a:off x="725675" y="1668775"/>
                <a:ext cx="34075" cy="371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484" extrusionOk="0">
                    <a:moveTo>
                      <a:pt x="1215" y="1"/>
                    </a:moveTo>
                    <a:lnTo>
                      <a:pt x="0" y="287"/>
                    </a:lnTo>
                    <a:cubicBezTo>
                      <a:pt x="24" y="561"/>
                      <a:pt x="48" y="823"/>
                      <a:pt x="84" y="1061"/>
                    </a:cubicBezTo>
                    <a:cubicBezTo>
                      <a:pt x="127" y="1355"/>
                      <a:pt x="346" y="1483"/>
                      <a:pt x="587" y="1483"/>
                    </a:cubicBezTo>
                    <a:cubicBezTo>
                      <a:pt x="950" y="1483"/>
                      <a:pt x="1363" y="1194"/>
                      <a:pt x="1298" y="751"/>
                    </a:cubicBezTo>
                    <a:cubicBezTo>
                      <a:pt x="1263" y="501"/>
                      <a:pt x="1239" y="251"/>
                      <a:pt x="1215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473;p44">
                <a:extLst>
                  <a:ext uri="{FF2B5EF4-FFF2-40B4-BE49-F238E27FC236}">
                    <a16:creationId xmlns:a16="http://schemas.microsoft.com/office/drawing/2014/main" id="{91373375-91AE-4ED0-F4FC-5554E0E61ACD}"/>
                  </a:ext>
                </a:extLst>
              </p:cNvPr>
              <p:cNvSpPr/>
              <p:nvPr/>
            </p:nvSpPr>
            <p:spPr>
              <a:xfrm>
                <a:off x="912350" y="1669075"/>
                <a:ext cx="3600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72" extrusionOk="0">
                    <a:moveTo>
                      <a:pt x="225" y="1"/>
                    </a:moveTo>
                    <a:cubicBezTo>
                      <a:pt x="189" y="251"/>
                      <a:pt x="142" y="501"/>
                      <a:pt x="94" y="739"/>
                    </a:cubicBezTo>
                    <a:cubicBezTo>
                      <a:pt x="1" y="1182"/>
                      <a:pt x="398" y="1471"/>
                      <a:pt x="765" y="1471"/>
                    </a:cubicBezTo>
                    <a:cubicBezTo>
                      <a:pt x="1010" y="1471"/>
                      <a:pt x="1242" y="1343"/>
                      <a:pt x="1308" y="1049"/>
                    </a:cubicBezTo>
                    <a:cubicBezTo>
                      <a:pt x="1356" y="811"/>
                      <a:pt x="1404" y="549"/>
                      <a:pt x="1439" y="287"/>
                    </a:cubicBezTo>
                    <a:lnTo>
                      <a:pt x="225" y="1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474;p44">
                <a:extLst>
                  <a:ext uri="{FF2B5EF4-FFF2-40B4-BE49-F238E27FC236}">
                    <a16:creationId xmlns:a16="http://schemas.microsoft.com/office/drawing/2014/main" id="{74FEF9BD-0AF3-45C4-ECE5-54E46D1EB767}"/>
                  </a:ext>
                </a:extLst>
              </p:cNvPr>
              <p:cNvSpPr/>
              <p:nvPr/>
            </p:nvSpPr>
            <p:spPr>
              <a:xfrm>
                <a:off x="915875" y="1596150"/>
                <a:ext cx="34550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58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8" y="525"/>
                      <a:pt x="167" y="1061"/>
                      <a:pt x="167" y="1584"/>
                    </a:cubicBezTo>
                    <a:lnTo>
                      <a:pt x="1382" y="1584"/>
                    </a:lnTo>
                    <a:cubicBezTo>
                      <a:pt x="1370" y="1084"/>
                      <a:pt x="1322" y="572"/>
                      <a:pt x="1239" y="72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475;p44">
                <a:extLst>
                  <a:ext uri="{FF2B5EF4-FFF2-40B4-BE49-F238E27FC236}">
                    <a16:creationId xmlns:a16="http://schemas.microsoft.com/office/drawing/2014/main" id="{745C70CC-ED42-2848-3FA3-B2B7B8731B08}"/>
                  </a:ext>
                </a:extLst>
              </p:cNvPr>
              <p:cNvSpPr/>
              <p:nvPr/>
            </p:nvSpPr>
            <p:spPr>
              <a:xfrm>
                <a:off x="723900" y="1596150"/>
                <a:ext cx="3512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585" extrusionOk="0">
                    <a:moveTo>
                      <a:pt x="1405" y="1"/>
                    </a:moveTo>
                    <a:lnTo>
                      <a:pt x="107" y="72"/>
                    </a:lnTo>
                    <a:cubicBezTo>
                      <a:pt x="36" y="572"/>
                      <a:pt x="0" y="1084"/>
                      <a:pt x="0" y="1584"/>
                    </a:cubicBezTo>
                    <a:lnTo>
                      <a:pt x="1250" y="1584"/>
                    </a:lnTo>
                    <a:cubicBezTo>
                      <a:pt x="1262" y="1049"/>
                      <a:pt x="1322" y="525"/>
                      <a:pt x="140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476;p44">
                <a:extLst>
                  <a:ext uri="{FF2B5EF4-FFF2-40B4-BE49-F238E27FC236}">
                    <a16:creationId xmlns:a16="http://schemas.microsoft.com/office/drawing/2014/main" id="{5162D87E-1674-C3AE-4C94-C857ABB9A0B2}"/>
                  </a:ext>
                </a:extLst>
              </p:cNvPr>
              <p:cNvSpPr/>
              <p:nvPr/>
            </p:nvSpPr>
            <p:spPr>
              <a:xfrm>
                <a:off x="736675" y="1484225"/>
                <a:ext cx="197975" cy="77425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3097" extrusionOk="0">
                    <a:moveTo>
                      <a:pt x="3934" y="0"/>
                    </a:moveTo>
                    <a:cubicBezTo>
                      <a:pt x="3730" y="0"/>
                      <a:pt x="3519" y="12"/>
                      <a:pt x="3299" y="37"/>
                    </a:cubicBezTo>
                    <a:cubicBezTo>
                      <a:pt x="1525" y="227"/>
                      <a:pt x="525" y="1370"/>
                      <a:pt x="1" y="2811"/>
                    </a:cubicBezTo>
                    <a:lnTo>
                      <a:pt x="1263" y="3097"/>
                    </a:lnTo>
                    <a:cubicBezTo>
                      <a:pt x="1608" y="2228"/>
                      <a:pt x="2180" y="1466"/>
                      <a:pt x="3204" y="1227"/>
                    </a:cubicBezTo>
                    <a:cubicBezTo>
                      <a:pt x="3434" y="1174"/>
                      <a:pt x="3658" y="1149"/>
                      <a:pt x="3875" y="1149"/>
                    </a:cubicBezTo>
                    <a:cubicBezTo>
                      <a:pt x="5157" y="1149"/>
                      <a:pt x="6175" y="2026"/>
                      <a:pt x="6704" y="3085"/>
                    </a:cubicBezTo>
                    <a:lnTo>
                      <a:pt x="7919" y="2823"/>
                    </a:lnTo>
                    <a:cubicBezTo>
                      <a:pt x="7247" y="1219"/>
                      <a:pt x="5993" y="0"/>
                      <a:pt x="3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477;p44">
                <a:extLst>
                  <a:ext uri="{FF2B5EF4-FFF2-40B4-BE49-F238E27FC236}">
                    <a16:creationId xmlns:a16="http://schemas.microsoft.com/office/drawing/2014/main" id="{17DDD349-86FE-5A50-EB93-3E463DBD6CF8}"/>
                  </a:ext>
                </a:extLst>
              </p:cNvPr>
              <p:cNvSpPr/>
              <p:nvPr/>
            </p:nvSpPr>
            <p:spPr>
              <a:xfrm>
                <a:off x="703350" y="1279450"/>
                <a:ext cx="267625" cy="263450"/>
              </a:xfrm>
              <a:custGeom>
                <a:avLst/>
                <a:gdLst/>
                <a:ahLst/>
                <a:cxnLst/>
                <a:rect l="l" t="t" r="r" b="b"/>
                <a:pathLst>
                  <a:path w="10705" h="10538" extrusionOk="0">
                    <a:moveTo>
                      <a:pt x="0" y="1"/>
                    </a:moveTo>
                    <a:lnTo>
                      <a:pt x="0" y="10538"/>
                    </a:lnTo>
                    <a:lnTo>
                      <a:pt x="10704" y="10538"/>
                    </a:lnTo>
                    <a:lnTo>
                      <a:pt x="107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478;p44">
                <a:extLst>
                  <a:ext uri="{FF2B5EF4-FFF2-40B4-BE49-F238E27FC236}">
                    <a16:creationId xmlns:a16="http://schemas.microsoft.com/office/drawing/2014/main" id="{B9F57680-1E40-50EB-8AA7-917E7D186E41}"/>
                  </a:ext>
                </a:extLst>
              </p:cNvPr>
              <p:cNvSpPr/>
              <p:nvPr/>
            </p:nvSpPr>
            <p:spPr>
              <a:xfrm>
                <a:off x="788775" y="1237775"/>
                <a:ext cx="9677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2561" extrusionOk="0">
                    <a:moveTo>
                      <a:pt x="1" y="1"/>
                    </a:moveTo>
                    <a:lnTo>
                      <a:pt x="1" y="2561"/>
                    </a:lnTo>
                    <a:lnTo>
                      <a:pt x="3870" y="2561"/>
                    </a:lnTo>
                    <a:lnTo>
                      <a:pt x="3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479;p44">
                <a:extLst>
                  <a:ext uri="{FF2B5EF4-FFF2-40B4-BE49-F238E27FC236}">
                    <a16:creationId xmlns:a16="http://schemas.microsoft.com/office/drawing/2014/main" id="{C4884D21-5B61-6875-F867-224D2928FF95}"/>
                  </a:ext>
                </a:extLst>
              </p:cNvPr>
              <p:cNvSpPr/>
              <p:nvPr/>
            </p:nvSpPr>
            <p:spPr>
              <a:xfrm>
                <a:off x="988500" y="1127350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1"/>
                    </a:moveTo>
                    <a:lnTo>
                      <a:pt x="1" y="644"/>
                    </a:lnTo>
                    <a:lnTo>
                      <a:pt x="3013" y="644"/>
                    </a:lnTo>
                    <a:lnTo>
                      <a:pt x="30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480;p44">
                <a:extLst>
                  <a:ext uri="{FF2B5EF4-FFF2-40B4-BE49-F238E27FC236}">
                    <a16:creationId xmlns:a16="http://schemas.microsoft.com/office/drawing/2014/main" id="{A37CC1B1-F5DF-1028-9127-A1AEF02D9E7A}"/>
                  </a:ext>
                </a:extLst>
              </p:cNvPr>
              <p:cNvSpPr/>
              <p:nvPr/>
            </p:nvSpPr>
            <p:spPr>
              <a:xfrm>
                <a:off x="976900" y="1118725"/>
                <a:ext cx="23825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953" y="1334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481;p44">
                <a:extLst>
                  <a:ext uri="{FF2B5EF4-FFF2-40B4-BE49-F238E27FC236}">
                    <a16:creationId xmlns:a16="http://schemas.microsoft.com/office/drawing/2014/main" id="{6BBF78F8-2332-0C79-2931-1E7BB41A9BB4}"/>
                  </a:ext>
                </a:extLst>
              </p:cNvPr>
              <p:cNvSpPr/>
              <p:nvPr/>
            </p:nvSpPr>
            <p:spPr>
              <a:xfrm>
                <a:off x="9652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15" y="3191"/>
                      <a:pt x="465" y="3191"/>
                    </a:cubicBezTo>
                    <a:cubicBezTo>
                      <a:pt x="727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27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482;p44">
                <a:extLst>
                  <a:ext uri="{FF2B5EF4-FFF2-40B4-BE49-F238E27FC236}">
                    <a16:creationId xmlns:a16="http://schemas.microsoft.com/office/drawing/2014/main" id="{57C16409-F53C-C456-F78D-D4547CA2ADEE}"/>
                  </a:ext>
                </a:extLst>
              </p:cNvPr>
              <p:cNvSpPr/>
              <p:nvPr/>
            </p:nvSpPr>
            <p:spPr>
              <a:xfrm>
                <a:off x="1035825" y="1108000"/>
                <a:ext cx="55700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1120" y="1"/>
                    </a:moveTo>
                    <a:cubicBezTo>
                      <a:pt x="501" y="1"/>
                      <a:pt x="1" y="501"/>
                      <a:pt x="1" y="1108"/>
                    </a:cubicBezTo>
                    <a:cubicBezTo>
                      <a:pt x="1" y="1727"/>
                      <a:pt x="501" y="2227"/>
                      <a:pt x="1120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1"/>
                      <a:pt x="1727" y="1"/>
                      <a:pt x="11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483;p44">
                <a:extLst>
                  <a:ext uri="{FF2B5EF4-FFF2-40B4-BE49-F238E27FC236}">
                    <a16:creationId xmlns:a16="http://schemas.microsoft.com/office/drawing/2014/main" id="{BBABA509-2B10-F0E0-D28C-6832057F5E14}"/>
                  </a:ext>
                </a:extLst>
              </p:cNvPr>
              <p:cNvSpPr/>
              <p:nvPr/>
            </p:nvSpPr>
            <p:spPr>
              <a:xfrm>
                <a:off x="1063800" y="1108000"/>
                <a:ext cx="27725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2228" extrusionOk="0">
                    <a:moveTo>
                      <a:pt x="1" y="1"/>
                    </a:moveTo>
                    <a:lnTo>
                      <a:pt x="1" y="2227"/>
                    </a:lnTo>
                    <a:cubicBezTo>
                      <a:pt x="608" y="2227"/>
                      <a:pt x="1108" y="1727"/>
                      <a:pt x="1108" y="1108"/>
                    </a:cubicBezTo>
                    <a:cubicBezTo>
                      <a:pt x="1108" y="489"/>
                      <a:pt x="608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484;p44">
                <a:extLst>
                  <a:ext uri="{FF2B5EF4-FFF2-40B4-BE49-F238E27FC236}">
                    <a16:creationId xmlns:a16="http://schemas.microsoft.com/office/drawing/2014/main" id="{709B6A67-C558-F20D-B881-533F4CBE2512}"/>
                  </a:ext>
                </a:extLst>
              </p:cNvPr>
              <p:cNvSpPr/>
              <p:nvPr/>
            </p:nvSpPr>
            <p:spPr>
              <a:xfrm>
                <a:off x="611075" y="1128850"/>
                <a:ext cx="75325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55" extrusionOk="0">
                    <a:moveTo>
                      <a:pt x="1" y="0"/>
                    </a:moveTo>
                    <a:lnTo>
                      <a:pt x="1" y="655"/>
                    </a:lnTo>
                    <a:lnTo>
                      <a:pt x="3013" y="655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485;p44">
                <a:extLst>
                  <a:ext uri="{FF2B5EF4-FFF2-40B4-BE49-F238E27FC236}">
                    <a16:creationId xmlns:a16="http://schemas.microsoft.com/office/drawing/2014/main" id="{239FFBB5-8794-F2ED-8E78-F768B8D20853}"/>
                  </a:ext>
                </a:extLst>
              </p:cNvPr>
              <p:cNvSpPr/>
              <p:nvPr/>
            </p:nvSpPr>
            <p:spPr>
              <a:xfrm>
                <a:off x="674175" y="1120200"/>
                <a:ext cx="2385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347" extrusionOk="0">
                    <a:moveTo>
                      <a:pt x="1" y="1"/>
                    </a:moveTo>
                    <a:lnTo>
                      <a:pt x="1" y="1346"/>
                    </a:lnTo>
                    <a:lnTo>
                      <a:pt x="953" y="1346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486;p44">
                <a:extLst>
                  <a:ext uri="{FF2B5EF4-FFF2-40B4-BE49-F238E27FC236}">
                    <a16:creationId xmlns:a16="http://schemas.microsoft.com/office/drawing/2014/main" id="{4A05BA29-774C-2E4D-A076-2C169FC2B47D}"/>
                  </a:ext>
                </a:extLst>
              </p:cNvPr>
              <p:cNvSpPr/>
              <p:nvPr/>
            </p:nvSpPr>
            <p:spPr>
              <a:xfrm>
                <a:off x="6863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03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03" y="3191"/>
                      <a:pt x="465" y="3191"/>
                    </a:cubicBezTo>
                    <a:cubicBezTo>
                      <a:pt x="715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487;p44">
                <a:extLst>
                  <a:ext uri="{FF2B5EF4-FFF2-40B4-BE49-F238E27FC236}">
                    <a16:creationId xmlns:a16="http://schemas.microsoft.com/office/drawing/2014/main" id="{B5AA237E-EB80-8D9D-D262-09C48C73B6D4}"/>
                  </a:ext>
                </a:extLst>
              </p:cNvPr>
              <p:cNvSpPr/>
              <p:nvPr/>
            </p:nvSpPr>
            <p:spPr>
              <a:xfrm>
                <a:off x="583400" y="1108900"/>
                <a:ext cx="55675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0"/>
                      <a:pt x="1727" y="0"/>
                      <a:pt x="1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488;p44">
                <a:extLst>
                  <a:ext uri="{FF2B5EF4-FFF2-40B4-BE49-F238E27FC236}">
                    <a16:creationId xmlns:a16="http://schemas.microsoft.com/office/drawing/2014/main" id="{C1E91A26-D7AF-F3B2-6D7A-050C9F99E5EC}"/>
                  </a:ext>
                </a:extLst>
              </p:cNvPr>
              <p:cNvSpPr/>
              <p:nvPr/>
            </p:nvSpPr>
            <p:spPr>
              <a:xfrm>
                <a:off x="583400" y="1108900"/>
                <a:ext cx="280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489;p44">
                <a:extLst>
                  <a:ext uri="{FF2B5EF4-FFF2-40B4-BE49-F238E27FC236}">
                    <a16:creationId xmlns:a16="http://schemas.microsoft.com/office/drawing/2014/main" id="{B8083B35-F85C-55C8-939F-B2BEA8E672F3}"/>
                  </a:ext>
                </a:extLst>
              </p:cNvPr>
              <p:cNvSpPr/>
              <p:nvPr/>
            </p:nvSpPr>
            <p:spPr>
              <a:xfrm>
                <a:off x="697400" y="1021375"/>
                <a:ext cx="279525" cy="236975"/>
              </a:xfrm>
              <a:custGeom>
                <a:avLst/>
                <a:gdLst/>
                <a:ahLst/>
                <a:cxnLst/>
                <a:rect l="l" t="t" r="r" b="b"/>
                <a:pathLst>
                  <a:path w="11181" h="9479" extrusionOk="0">
                    <a:moveTo>
                      <a:pt x="1084" y="1"/>
                    </a:moveTo>
                    <a:cubicBezTo>
                      <a:pt x="489" y="1"/>
                      <a:pt x="0" y="477"/>
                      <a:pt x="0" y="1084"/>
                    </a:cubicBezTo>
                    <a:lnTo>
                      <a:pt x="0" y="8395"/>
                    </a:lnTo>
                    <a:cubicBezTo>
                      <a:pt x="0" y="8990"/>
                      <a:pt x="489" y="9478"/>
                      <a:pt x="1084" y="9478"/>
                    </a:cubicBezTo>
                    <a:lnTo>
                      <a:pt x="10097" y="9478"/>
                    </a:lnTo>
                    <a:cubicBezTo>
                      <a:pt x="10692" y="9478"/>
                      <a:pt x="11180" y="8990"/>
                      <a:pt x="11180" y="8395"/>
                    </a:cubicBezTo>
                    <a:lnTo>
                      <a:pt x="11180" y="1084"/>
                    </a:lnTo>
                    <a:cubicBezTo>
                      <a:pt x="11180" y="477"/>
                      <a:pt x="10692" y="1"/>
                      <a:pt x="100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490;p44">
                <a:extLst>
                  <a:ext uri="{FF2B5EF4-FFF2-40B4-BE49-F238E27FC236}">
                    <a16:creationId xmlns:a16="http://schemas.microsoft.com/office/drawing/2014/main" id="{D38F8A11-15A6-446D-4CA8-24ABCD71C616}"/>
                  </a:ext>
                </a:extLst>
              </p:cNvPr>
              <p:cNvSpPr/>
              <p:nvPr/>
            </p:nvSpPr>
            <p:spPr>
              <a:xfrm>
                <a:off x="723000" y="1160975"/>
                <a:ext cx="228325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2883" extrusionOk="0">
                    <a:moveTo>
                      <a:pt x="1381" y="1"/>
                    </a:moveTo>
                    <a:cubicBezTo>
                      <a:pt x="619" y="1"/>
                      <a:pt x="0" y="644"/>
                      <a:pt x="0" y="1442"/>
                    </a:cubicBezTo>
                    <a:cubicBezTo>
                      <a:pt x="0" y="2227"/>
                      <a:pt x="619" y="2882"/>
                      <a:pt x="1381" y="2882"/>
                    </a:cubicBezTo>
                    <a:lnTo>
                      <a:pt x="7739" y="2882"/>
                    </a:lnTo>
                    <a:cubicBezTo>
                      <a:pt x="8513" y="2882"/>
                      <a:pt x="9132" y="2227"/>
                      <a:pt x="9132" y="1442"/>
                    </a:cubicBezTo>
                    <a:cubicBezTo>
                      <a:pt x="9132" y="644"/>
                      <a:pt x="8513" y="1"/>
                      <a:pt x="77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491;p44">
                <a:extLst>
                  <a:ext uri="{FF2B5EF4-FFF2-40B4-BE49-F238E27FC236}">
                    <a16:creationId xmlns:a16="http://schemas.microsoft.com/office/drawing/2014/main" id="{9D6F9009-3DC9-E3C4-11B6-B39B6B904359}"/>
                  </a:ext>
                </a:extLst>
              </p:cNvPr>
              <p:cNvSpPr/>
              <p:nvPr/>
            </p:nvSpPr>
            <p:spPr>
              <a:xfrm>
                <a:off x="7506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9" y="1"/>
                    </a:moveTo>
                    <a:cubicBezTo>
                      <a:pt x="230" y="1"/>
                      <a:pt x="1" y="339"/>
                      <a:pt x="240" y="577"/>
                    </a:cubicBezTo>
                    <a:cubicBezTo>
                      <a:pt x="787" y="1125"/>
                      <a:pt x="1335" y="1697"/>
                      <a:pt x="1895" y="2232"/>
                    </a:cubicBezTo>
                    <a:cubicBezTo>
                      <a:pt x="1966" y="2299"/>
                      <a:pt x="2046" y="2327"/>
                      <a:pt x="2122" y="2327"/>
                    </a:cubicBezTo>
                    <a:cubicBezTo>
                      <a:pt x="2389" y="2327"/>
                      <a:pt x="2621" y="1987"/>
                      <a:pt x="2371" y="1756"/>
                    </a:cubicBezTo>
                    <a:cubicBezTo>
                      <a:pt x="1811" y="1220"/>
                      <a:pt x="1264" y="649"/>
                      <a:pt x="716" y="101"/>
                    </a:cubicBezTo>
                    <a:cubicBezTo>
                      <a:pt x="645" y="30"/>
                      <a:pt x="566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492;p44">
                <a:extLst>
                  <a:ext uri="{FF2B5EF4-FFF2-40B4-BE49-F238E27FC236}">
                    <a16:creationId xmlns:a16="http://schemas.microsoft.com/office/drawing/2014/main" id="{2570014D-5884-5593-9C35-15689D252AAF}"/>
                  </a:ext>
                </a:extLst>
              </p:cNvPr>
              <p:cNvSpPr/>
              <p:nvPr/>
            </p:nvSpPr>
            <p:spPr>
              <a:xfrm>
                <a:off x="750375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2133" y="1"/>
                    </a:moveTo>
                    <a:cubicBezTo>
                      <a:pt x="2056" y="1"/>
                      <a:pt x="1976" y="30"/>
                      <a:pt x="1906" y="101"/>
                    </a:cubicBezTo>
                    <a:cubicBezTo>
                      <a:pt x="1358" y="649"/>
                      <a:pt x="810" y="1220"/>
                      <a:pt x="251" y="1756"/>
                    </a:cubicBezTo>
                    <a:cubicBezTo>
                      <a:pt x="1" y="1987"/>
                      <a:pt x="240" y="2327"/>
                      <a:pt x="504" y="2327"/>
                    </a:cubicBezTo>
                    <a:cubicBezTo>
                      <a:pt x="580" y="2327"/>
                      <a:pt x="658" y="2299"/>
                      <a:pt x="727" y="2232"/>
                    </a:cubicBezTo>
                    <a:cubicBezTo>
                      <a:pt x="1287" y="1697"/>
                      <a:pt x="1834" y="1125"/>
                      <a:pt x="2382" y="577"/>
                    </a:cubicBezTo>
                    <a:cubicBezTo>
                      <a:pt x="2621" y="339"/>
                      <a:pt x="2392" y="1"/>
                      <a:pt x="2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493;p44">
                <a:extLst>
                  <a:ext uri="{FF2B5EF4-FFF2-40B4-BE49-F238E27FC236}">
                    <a16:creationId xmlns:a16="http://schemas.microsoft.com/office/drawing/2014/main" id="{A413C0B6-868C-70E1-442A-5DBDB5208926}"/>
                  </a:ext>
                </a:extLst>
              </p:cNvPr>
              <p:cNvSpPr/>
              <p:nvPr/>
            </p:nvSpPr>
            <p:spPr>
              <a:xfrm>
                <a:off x="8545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8" y="1"/>
                    </a:moveTo>
                    <a:cubicBezTo>
                      <a:pt x="229" y="1"/>
                      <a:pt x="0" y="339"/>
                      <a:pt x="239" y="577"/>
                    </a:cubicBezTo>
                    <a:cubicBezTo>
                      <a:pt x="787" y="1125"/>
                      <a:pt x="1334" y="1697"/>
                      <a:pt x="1894" y="2232"/>
                    </a:cubicBezTo>
                    <a:cubicBezTo>
                      <a:pt x="1963" y="2299"/>
                      <a:pt x="2041" y="2327"/>
                      <a:pt x="2117" y="2327"/>
                    </a:cubicBezTo>
                    <a:cubicBezTo>
                      <a:pt x="2381" y="2327"/>
                      <a:pt x="2620" y="1987"/>
                      <a:pt x="2370" y="1756"/>
                    </a:cubicBezTo>
                    <a:cubicBezTo>
                      <a:pt x="1811" y="1220"/>
                      <a:pt x="1263" y="649"/>
                      <a:pt x="715" y="101"/>
                    </a:cubicBezTo>
                    <a:cubicBezTo>
                      <a:pt x="644" y="30"/>
                      <a:pt x="565" y="1"/>
                      <a:pt x="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494;p44">
                <a:extLst>
                  <a:ext uri="{FF2B5EF4-FFF2-40B4-BE49-F238E27FC236}">
                    <a16:creationId xmlns:a16="http://schemas.microsoft.com/office/drawing/2014/main" id="{A44870DE-1866-B84C-ACE6-4D5C9BA87208}"/>
                  </a:ext>
                </a:extLst>
              </p:cNvPr>
              <p:cNvSpPr/>
              <p:nvPr/>
            </p:nvSpPr>
            <p:spPr>
              <a:xfrm>
                <a:off x="854275" y="1078700"/>
                <a:ext cx="65500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327" extrusionOk="0">
                    <a:moveTo>
                      <a:pt x="2132" y="1"/>
                    </a:moveTo>
                    <a:cubicBezTo>
                      <a:pt x="2055" y="1"/>
                      <a:pt x="1976" y="30"/>
                      <a:pt x="1905" y="101"/>
                    </a:cubicBezTo>
                    <a:cubicBezTo>
                      <a:pt x="1357" y="649"/>
                      <a:pt x="810" y="1220"/>
                      <a:pt x="250" y="1756"/>
                    </a:cubicBezTo>
                    <a:cubicBezTo>
                      <a:pt x="0" y="1987"/>
                      <a:pt x="239" y="2327"/>
                      <a:pt x="504" y="2327"/>
                    </a:cubicBezTo>
                    <a:cubicBezTo>
                      <a:pt x="579" y="2327"/>
                      <a:pt x="657" y="2299"/>
                      <a:pt x="726" y="2232"/>
                    </a:cubicBezTo>
                    <a:cubicBezTo>
                      <a:pt x="1286" y="1697"/>
                      <a:pt x="1834" y="1125"/>
                      <a:pt x="2381" y="577"/>
                    </a:cubicBezTo>
                    <a:cubicBezTo>
                      <a:pt x="2620" y="339"/>
                      <a:pt x="2391" y="1"/>
                      <a:pt x="2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495;p44">
                <a:extLst>
                  <a:ext uri="{FF2B5EF4-FFF2-40B4-BE49-F238E27FC236}">
                    <a16:creationId xmlns:a16="http://schemas.microsoft.com/office/drawing/2014/main" id="{F06D07D7-AEDA-5832-4544-4C3DB3B63DB5}"/>
                  </a:ext>
                </a:extLst>
              </p:cNvPr>
              <p:cNvSpPr/>
              <p:nvPr/>
            </p:nvSpPr>
            <p:spPr>
              <a:xfrm>
                <a:off x="734900" y="1170500"/>
                <a:ext cx="28000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121" extrusionOk="0">
                    <a:moveTo>
                      <a:pt x="1060" y="1"/>
                    </a:moveTo>
                    <a:cubicBezTo>
                      <a:pt x="477" y="1"/>
                      <a:pt x="1" y="477"/>
                      <a:pt x="1" y="1061"/>
                    </a:cubicBezTo>
                    <a:cubicBezTo>
                      <a:pt x="1" y="1644"/>
                      <a:pt x="477" y="2120"/>
                      <a:pt x="1060" y="2120"/>
                    </a:cubicBezTo>
                    <a:lnTo>
                      <a:pt x="1120" y="2120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496;p44">
                <a:extLst>
                  <a:ext uri="{FF2B5EF4-FFF2-40B4-BE49-F238E27FC236}">
                    <a16:creationId xmlns:a16="http://schemas.microsoft.com/office/drawing/2014/main" id="{37A17A91-0804-A42E-9613-949B64EF2795}"/>
                  </a:ext>
                </a:extLst>
              </p:cNvPr>
              <p:cNvSpPr/>
              <p:nvPr/>
            </p:nvSpPr>
            <p:spPr>
              <a:xfrm>
                <a:off x="762875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497;p44">
                <a:extLst>
                  <a:ext uri="{FF2B5EF4-FFF2-40B4-BE49-F238E27FC236}">
                    <a16:creationId xmlns:a16="http://schemas.microsoft.com/office/drawing/2014/main" id="{6A411DAA-04EF-86BB-7B3C-44CC9FD7F3C7}"/>
                  </a:ext>
                </a:extLst>
              </p:cNvPr>
              <p:cNvSpPr/>
              <p:nvPr/>
            </p:nvSpPr>
            <p:spPr>
              <a:xfrm>
                <a:off x="8001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88" y="2120"/>
                    </a:lnTo>
                    <a:lnTo>
                      <a:pt x="148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2498;p44">
                <a:extLst>
                  <a:ext uri="{FF2B5EF4-FFF2-40B4-BE49-F238E27FC236}">
                    <a16:creationId xmlns:a16="http://schemas.microsoft.com/office/drawing/2014/main" id="{A9E060DB-8E12-5FB9-6313-60E1DD241D59}"/>
                  </a:ext>
                </a:extLst>
              </p:cNvPr>
              <p:cNvSpPr/>
              <p:nvPr/>
            </p:nvSpPr>
            <p:spPr>
              <a:xfrm>
                <a:off x="8742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499;p44">
                <a:extLst>
                  <a:ext uri="{FF2B5EF4-FFF2-40B4-BE49-F238E27FC236}">
                    <a16:creationId xmlns:a16="http://schemas.microsoft.com/office/drawing/2014/main" id="{958C1D73-84DF-A720-3CED-04D84721E49E}"/>
                  </a:ext>
                </a:extLst>
              </p:cNvPr>
              <p:cNvSpPr/>
              <p:nvPr/>
            </p:nvSpPr>
            <p:spPr>
              <a:xfrm>
                <a:off x="911400" y="1170500"/>
                <a:ext cx="280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60" y="2120"/>
                    </a:lnTo>
                    <a:cubicBezTo>
                      <a:pt x="644" y="2120"/>
                      <a:pt x="1120" y="1644"/>
                      <a:pt x="1120" y="1061"/>
                    </a:cubicBezTo>
                    <a:cubicBezTo>
                      <a:pt x="1120" y="465"/>
                      <a:pt x="644" y="1"/>
                      <a:pt x="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2500;p44">
                <a:extLst>
                  <a:ext uri="{FF2B5EF4-FFF2-40B4-BE49-F238E27FC236}">
                    <a16:creationId xmlns:a16="http://schemas.microsoft.com/office/drawing/2014/main" id="{D41B8DB5-5D74-264B-9F1E-1D70EA1A98AC}"/>
                  </a:ext>
                </a:extLst>
              </p:cNvPr>
              <p:cNvSpPr/>
              <p:nvPr/>
            </p:nvSpPr>
            <p:spPr>
              <a:xfrm>
                <a:off x="837300" y="1170500"/>
                <a:ext cx="369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77" y="2120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2501;p44">
                <a:extLst>
                  <a:ext uri="{FF2B5EF4-FFF2-40B4-BE49-F238E27FC236}">
                    <a16:creationId xmlns:a16="http://schemas.microsoft.com/office/drawing/2014/main" id="{6EE6432C-5BA1-4E4C-8A70-A6753CE0868C}"/>
                  </a:ext>
                </a:extLst>
              </p:cNvPr>
              <p:cNvSpPr/>
              <p:nvPr/>
            </p:nvSpPr>
            <p:spPr>
              <a:xfrm>
                <a:off x="667025" y="1279450"/>
                <a:ext cx="33995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1692" extrusionOk="0">
                    <a:moveTo>
                      <a:pt x="1" y="1"/>
                    </a:moveTo>
                    <a:lnTo>
                      <a:pt x="1" y="1691"/>
                    </a:lnTo>
                    <a:lnTo>
                      <a:pt x="13598" y="169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2502;p44">
                <a:extLst>
                  <a:ext uri="{FF2B5EF4-FFF2-40B4-BE49-F238E27FC236}">
                    <a16:creationId xmlns:a16="http://schemas.microsoft.com/office/drawing/2014/main" id="{6C23F39B-1A56-D070-EDD2-098CDD3D5EF9}"/>
                  </a:ext>
                </a:extLst>
              </p:cNvPr>
              <p:cNvSpPr/>
              <p:nvPr/>
            </p:nvSpPr>
            <p:spPr>
              <a:xfrm>
                <a:off x="667025" y="1301775"/>
                <a:ext cx="33995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751" extrusionOk="0">
                    <a:moveTo>
                      <a:pt x="1" y="1"/>
                    </a:moveTo>
                    <a:lnTo>
                      <a:pt x="1" y="751"/>
                    </a:lnTo>
                    <a:lnTo>
                      <a:pt x="13598" y="75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2503;p44">
                <a:extLst>
                  <a:ext uri="{FF2B5EF4-FFF2-40B4-BE49-F238E27FC236}">
                    <a16:creationId xmlns:a16="http://schemas.microsoft.com/office/drawing/2014/main" id="{184A207A-7E08-C817-5904-4FBA170271BB}"/>
                  </a:ext>
                </a:extLst>
              </p:cNvPr>
              <p:cNvSpPr/>
              <p:nvPr/>
            </p:nvSpPr>
            <p:spPr>
              <a:xfrm>
                <a:off x="738175" y="1405350"/>
                <a:ext cx="197975" cy="112850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4514" extrusionOk="0">
                    <a:moveTo>
                      <a:pt x="1477" y="1"/>
                    </a:moveTo>
                    <a:cubicBezTo>
                      <a:pt x="667" y="1"/>
                      <a:pt x="1" y="668"/>
                      <a:pt x="1" y="1477"/>
                    </a:cubicBezTo>
                    <a:lnTo>
                      <a:pt x="1" y="3037"/>
                    </a:lnTo>
                    <a:cubicBezTo>
                      <a:pt x="1" y="3847"/>
                      <a:pt x="667" y="4513"/>
                      <a:pt x="1477" y="4513"/>
                    </a:cubicBezTo>
                    <a:lnTo>
                      <a:pt x="6442" y="4513"/>
                    </a:lnTo>
                    <a:cubicBezTo>
                      <a:pt x="7251" y="4513"/>
                      <a:pt x="7918" y="3847"/>
                      <a:pt x="7918" y="3037"/>
                    </a:cubicBezTo>
                    <a:lnTo>
                      <a:pt x="7918" y="1477"/>
                    </a:lnTo>
                    <a:cubicBezTo>
                      <a:pt x="7918" y="668"/>
                      <a:pt x="7251" y="1"/>
                      <a:pt x="64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2504;p44">
                <a:extLst>
                  <a:ext uri="{FF2B5EF4-FFF2-40B4-BE49-F238E27FC236}">
                    <a16:creationId xmlns:a16="http://schemas.microsoft.com/office/drawing/2014/main" id="{E4E27D4A-B667-9BCD-33BF-9E3CC4294496}"/>
                  </a:ext>
                </a:extLst>
              </p:cNvPr>
              <p:cNvSpPr/>
              <p:nvPr/>
            </p:nvSpPr>
            <p:spPr>
              <a:xfrm>
                <a:off x="738175" y="1348200"/>
                <a:ext cx="372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78" extrusionOk="0">
                    <a:moveTo>
                      <a:pt x="739" y="1"/>
                    </a:moveTo>
                    <a:cubicBezTo>
                      <a:pt x="334" y="1"/>
                      <a:pt x="1" y="334"/>
                      <a:pt x="1" y="739"/>
                    </a:cubicBezTo>
                    <a:cubicBezTo>
                      <a:pt x="1" y="1144"/>
                      <a:pt x="334" y="1477"/>
                      <a:pt x="739" y="1477"/>
                    </a:cubicBezTo>
                    <a:cubicBezTo>
                      <a:pt x="1155" y="1477"/>
                      <a:pt x="1489" y="1144"/>
                      <a:pt x="1489" y="739"/>
                    </a:cubicBezTo>
                    <a:cubicBezTo>
                      <a:pt x="1489" y="334"/>
                      <a:pt x="1155" y="1"/>
                      <a:pt x="7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2505;p44">
                <a:extLst>
                  <a:ext uri="{FF2B5EF4-FFF2-40B4-BE49-F238E27FC236}">
                    <a16:creationId xmlns:a16="http://schemas.microsoft.com/office/drawing/2014/main" id="{71447595-1DE3-0537-A80B-EA48E58BA743}"/>
                  </a:ext>
                </a:extLst>
              </p:cNvPr>
              <p:cNvSpPr/>
              <p:nvPr/>
            </p:nvSpPr>
            <p:spPr>
              <a:xfrm>
                <a:off x="808425" y="1348200"/>
                <a:ext cx="1277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5109" h="1478" extrusionOk="0">
                    <a:moveTo>
                      <a:pt x="0" y="1"/>
                    </a:moveTo>
                    <a:lnTo>
                      <a:pt x="0" y="1477"/>
                    </a:lnTo>
                    <a:lnTo>
                      <a:pt x="5108" y="1477"/>
                    </a:lnTo>
                    <a:lnTo>
                      <a:pt x="510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2506;p44">
                <a:extLst>
                  <a:ext uri="{FF2B5EF4-FFF2-40B4-BE49-F238E27FC236}">
                    <a16:creationId xmlns:a16="http://schemas.microsoft.com/office/drawing/2014/main" id="{784A068F-A47A-4839-1A82-760553B9E008}"/>
                  </a:ext>
                </a:extLst>
              </p:cNvPr>
              <p:cNvSpPr/>
              <p:nvPr/>
            </p:nvSpPr>
            <p:spPr>
              <a:xfrm>
                <a:off x="907250" y="1665800"/>
                <a:ext cx="482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2204" extrusionOk="0">
                    <a:moveTo>
                      <a:pt x="965" y="1"/>
                    </a:moveTo>
                    <a:cubicBezTo>
                      <a:pt x="429" y="1"/>
                      <a:pt x="0" y="441"/>
                      <a:pt x="0" y="977"/>
                    </a:cubicBezTo>
                    <a:lnTo>
                      <a:pt x="0" y="1239"/>
                    </a:lnTo>
                    <a:cubicBezTo>
                      <a:pt x="0" y="1775"/>
                      <a:pt x="429" y="2204"/>
                      <a:pt x="965" y="2204"/>
                    </a:cubicBezTo>
                    <a:cubicBezTo>
                      <a:pt x="1500" y="2204"/>
                      <a:pt x="1929" y="1775"/>
                      <a:pt x="1929" y="1239"/>
                    </a:cubicBezTo>
                    <a:lnTo>
                      <a:pt x="1929" y="977"/>
                    </a:lnTo>
                    <a:cubicBezTo>
                      <a:pt x="1929" y="441"/>
                      <a:pt x="1500" y="1"/>
                      <a:pt x="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2507;p44">
                <a:extLst>
                  <a:ext uri="{FF2B5EF4-FFF2-40B4-BE49-F238E27FC236}">
                    <a16:creationId xmlns:a16="http://schemas.microsoft.com/office/drawing/2014/main" id="{CF978F6A-78C0-771B-D1CD-C385CBC3D110}"/>
                  </a:ext>
                </a:extLst>
              </p:cNvPr>
              <p:cNvSpPr/>
              <p:nvPr/>
            </p:nvSpPr>
            <p:spPr>
              <a:xfrm>
                <a:off x="717625" y="1665800"/>
                <a:ext cx="485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2204" extrusionOk="0">
                    <a:moveTo>
                      <a:pt x="977" y="1"/>
                    </a:moveTo>
                    <a:cubicBezTo>
                      <a:pt x="442" y="1"/>
                      <a:pt x="1" y="441"/>
                      <a:pt x="1" y="977"/>
                    </a:cubicBezTo>
                    <a:lnTo>
                      <a:pt x="1" y="1239"/>
                    </a:lnTo>
                    <a:cubicBezTo>
                      <a:pt x="1" y="1775"/>
                      <a:pt x="442" y="2204"/>
                      <a:pt x="977" y="2204"/>
                    </a:cubicBezTo>
                    <a:cubicBezTo>
                      <a:pt x="1513" y="2204"/>
                      <a:pt x="1942" y="1775"/>
                      <a:pt x="1942" y="1239"/>
                    </a:cubicBezTo>
                    <a:lnTo>
                      <a:pt x="1942" y="977"/>
                    </a:lnTo>
                    <a:cubicBezTo>
                      <a:pt x="1942" y="441"/>
                      <a:pt x="1513" y="1"/>
                      <a:pt x="9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2508;p44">
                <a:extLst>
                  <a:ext uri="{FF2B5EF4-FFF2-40B4-BE49-F238E27FC236}">
                    <a16:creationId xmlns:a16="http://schemas.microsoft.com/office/drawing/2014/main" id="{B1EFEED8-BFFF-36ED-FC6A-5618CC0AAAAD}"/>
                  </a:ext>
                </a:extLst>
              </p:cNvPr>
              <p:cNvSpPr/>
              <p:nvPr/>
            </p:nvSpPr>
            <p:spPr>
              <a:xfrm>
                <a:off x="659600" y="1695575"/>
                <a:ext cx="11610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1430" extrusionOk="0">
                    <a:moveTo>
                      <a:pt x="0" y="1"/>
                    </a:moveTo>
                    <a:lnTo>
                      <a:pt x="0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2509;p44">
                <a:extLst>
                  <a:ext uri="{FF2B5EF4-FFF2-40B4-BE49-F238E27FC236}">
                    <a16:creationId xmlns:a16="http://schemas.microsoft.com/office/drawing/2014/main" id="{F97E90E0-7C32-AC2B-A347-515766BEA382}"/>
                  </a:ext>
                </a:extLst>
              </p:cNvPr>
              <p:cNvSpPr/>
              <p:nvPr/>
            </p:nvSpPr>
            <p:spPr>
              <a:xfrm>
                <a:off x="898600" y="1695575"/>
                <a:ext cx="116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1430" extrusionOk="0">
                    <a:moveTo>
                      <a:pt x="1" y="1"/>
                    </a:moveTo>
                    <a:lnTo>
                      <a:pt x="1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2510;p44">
                <a:extLst>
                  <a:ext uri="{FF2B5EF4-FFF2-40B4-BE49-F238E27FC236}">
                    <a16:creationId xmlns:a16="http://schemas.microsoft.com/office/drawing/2014/main" id="{D38C544C-E223-FFE3-C31E-50D05C46548B}"/>
                  </a:ext>
                </a:extLst>
              </p:cNvPr>
              <p:cNvSpPr/>
              <p:nvPr/>
            </p:nvSpPr>
            <p:spPr>
              <a:xfrm>
                <a:off x="556300" y="1549725"/>
                <a:ext cx="1098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3716" extrusionOk="0">
                    <a:moveTo>
                      <a:pt x="2192" y="1"/>
                    </a:moveTo>
                    <a:cubicBezTo>
                      <a:pt x="989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27" y="1632"/>
                      <a:pt x="3227" y="2191"/>
                    </a:cubicBezTo>
                    <a:lnTo>
                      <a:pt x="3227" y="3715"/>
                    </a:lnTo>
                    <a:lnTo>
                      <a:pt x="4394" y="3715"/>
                    </a:lnTo>
                    <a:lnTo>
                      <a:pt x="4394" y="2191"/>
                    </a:lnTo>
                    <a:cubicBezTo>
                      <a:pt x="4394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2511;p44">
                <a:extLst>
                  <a:ext uri="{FF2B5EF4-FFF2-40B4-BE49-F238E27FC236}">
                    <a16:creationId xmlns:a16="http://schemas.microsoft.com/office/drawing/2014/main" id="{B7EF4086-696B-4F16-47FE-FE66600AC1AC}"/>
                  </a:ext>
                </a:extLst>
              </p:cNvPr>
              <p:cNvSpPr/>
              <p:nvPr/>
            </p:nvSpPr>
            <p:spPr>
              <a:xfrm>
                <a:off x="1006950" y="1549725"/>
                <a:ext cx="1095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3716" extrusionOk="0">
                    <a:moveTo>
                      <a:pt x="2192" y="1"/>
                    </a:moveTo>
                    <a:cubicBezTo>
                      <a:pt x="977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16" y="1632"/>
                      <a:pt x="3216" y="2191"/>
                    </a:cubicBezTo>
                    <a:lnTo>
                      <a:pt x="3216" y="3715"/>
                    </a:lnTo>
                    <a:lnTo>
                      <a:pt x="4382" y="3715"/>
                    </a:lnTo>
                    <a:lnTo>
                      <a:pt x="4382" y="2191"/>
                    </a:lnTo>
                    <a:cubicBezTo>
                      <a:pt x="4382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6261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p45"/>
          <p:cNvSpPr/>
          <p:nvPr/>
        </p:nvSpPr>
        <p:spPr>
          <a:xfrm>
            <a:off x="720000" y="3297900"/>
            <a:ext cx="2780400" cy="1306200"/>
          </a:xfrm>
          <a:prstGeom prst="roundRect">
            <a:avLst>
              <a:gd name="adj" fmla="val 854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2" name="Google Shape;2522;p45"/>
          <p:cNvSpPr/>
          <p:nvPr/>
        </p:nvSpPr>
        <p:spPr>
          <a:xfrm>
            <a:off x="720000" y="1882950"/>
            <a:ext cx="2780400" cy="1306200"/>
          </a:xfrm>
          <a:prstGeom prst="roundRect">
            <a:avLst>
              <a:gd name="adj" fmla="val 854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3" name="Google Shape;2523;p45"/>
          <p:cNvSpPr txBox="1">
            <a:spLocks noGrp="1"/>
          </p:cNvSpPr>
          <p:nvPr>
            <p:ph type="title"/>
          </p:nvPr>
        </p:nvSpPr>
        <p:spPr>
          <a:xfrm>
            <a:off x="1044908" y="482432"/>
            <a:ext cx="7717775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Robot can be accessed from anywhere</a:t>
            </a:r>
            <a:endParaRPr sz="2800" dirty="0"/>
          </a:p>
        </p:txBody>
      </p:sp>
      <p:grpSp>
        <p:nvGrpSpPr>
          <p:cNvPr id="2524" name="Google Shape;2524;p45"/>
          <p:cNvGrpSpPr/>
          <p:nvPr/>
        </p:nvGrpSpPr>
        <p:grpSpPr>
          <a:xfrm>
            <a:off x="3755493" y="1346025"/>
            <a:ext cx="4675557" cy="3218202"/>
            <a:chOff x="3719106" y="1248850"/>
            <a:chExt cx="4687275" cy="3226267"/>
          </a:xfrm>
        </p:grpSpPr>
        <p:sp>
          <p:nvSpPr>
            <p:cNvPr id="2525" name="Google Shape;2525;p45"/>
            <p:cNvSpPr/>
            <p:nvPr/>
          </p:nvSpPr>
          <p:spPr>
            <a:xfrm>
              <a:off x="5475561" y="1248850"/>
              <a:ext cx="94813" cy="49400"/>
            </a:xfrm>
            <a:custGeom>
              <a:avLst/>
              <a:gdLst/>
              <a:ahLst/>
              <a:cxnLst/>
              <a:rect l="l" t="t" r="r" b="b"/>
              <a:pathLst>
                <a:path w="3373" h="1578" extrusionOk="0">
                  <a:moveTo>
                    <a:pt x="1973" y="0"/>
                  </a:moveTo>
                  <a:cubicBezTo>
                    <a:pt x="1042" y="0"/>
                    <a:pt x="1" y="511"/>
                    <a:pt x="70" y="1277"/>
                  </a:cubicBezTo>
                  <a:cubicBezTo>
                    <a:pt x="406" y="1498"/>
                    <a:pt x="700" y="1578"/>
                    <a:pt x="976" y="1578"/>
                  </a:cubicBezTo>
                  <a:cubicBezTo>
                    <a:pt x="1703" y="1578"/>
                    <a:pt x="2308" y="1025"/>
                    <a:pt x="3219" y="1025"/>
                  </a:cubicBezTo>
                  <a:cubicBezTo>
                    <a:pt x="3269" y="1025"/>
                    <a:pt x="3320" y="1027"/>
                    <a:pt x="3373" y="1030"/>
                  </a:cubicBezTo>
                  <a:cubicBezTo>
                    <a:pt x="3346" y="304"/>
                    <a:pt x="2692" y="0"/>
                    <a:pt x="197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45"/>
            <p:cNvSpPr/>
            <p:nvPr/>
          </p:nvSpPr>
          <p:spPr>
            <a:xfrm>
              <a:off x="6134214" y="1270826"/>
              <a:ext cx="197833" cy="63706"/>
            </a:xfrm>
            <a:custGeom>
              <a:avLst/>
              <a:gdLst/>
              <a:ahLst/>
              <a:cxnLst/>
              <a:rect l="l" t="t" r="r" b="b"/>
              <a:pathLst>
                <a:path w="7038" h="2035" extrusionOk="0">
                  <a:moveTo>
                    <a:pt x="3128" y="0"/>
                  </a:moveTo>
                  <a:cubicBezTo>
                    <a:pt x="2310" y="0"/>
                    <a:pt x="1499" y="103"/>
                    <a:pt x="834" y="328"/>
                  </a:cubicBezTo>
                  <a:cubicBezTo>
                    <a:pt x="1" y="359"/>
                    <a:pt x="649" y="1439"/>
                    <a:pt x="464" y="1902"/>
                  </a:cubicBezTo>
                  <a:cubicBezTo>
                    <a:pt x="837" y="1858"/>
                    <a:pt x="1212" y="1841"/>
                    <a:pt x="1585" y="1841"/>
                  </a:cubicBezTo>
                  <a:cubicBezTo>
                    <a:pt x="2842" y="1841"/>
                    <a:pt x="4065" y="2034"/>
                    <a:pt x="5046" y="2034"/>
                  </a:cubicBezTo>
                  <a:cubicBezTo>
                    <a:pt x="6013" y="2034"/>
                    <a:pt x="6744" y="1846"/>
                    <a:pt x="7037" y="1100"/>
                  </a:cubicBezTo>
                  <a:cubicBezTo>
                    <a:pt x="6460" y="419"/>
                    <a:pt x="4779" y="0"/>
                    <a:pt x="3128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45"/>
            <p:cNvSpPr/>
            <p:nvPr/>
          </p:nvSpPr>
          <p:spPr>
            <a:xfrm>
              <a:off x="5395984" y="1405718"/>
              <a:ext cx="339223" cy="249284"/>
            </a:xfrm>
            <a:custGeom>
              <a:avLst/>
              <a:gdLst/>
              <a:ahLst/>
              <a:cxnLst/>
              <a:rect l="l" t="t" r="r" b="b"/>
              <a:pathLst>
                <a:path w="12068" h="7963" extrusionOk="0">
                  <a:moveTo>
                    <a:pt x="10247" y="0"/>
                  </a:moveTo>
                  <a:cubicBezTo>
                    <a:pt x="10154" y="186"/>
                    <a:pt x="10247" y="525"/>
                    <a:pt x="9876" y="525"/>
                  </a:cubicBezTo>
                  <a:cubicBezTo>
                    <a:pt x="7130" y="741"/>
                    <a:pt x="5062" y="1482"/>
                    <a:pt x="2932" y="2099"/>
                  </a:cubicBezTo>
                  <a:cubicBezTo>
                    <a:pt x="3087" y="3488"/>
                    <a:pt x="1142" y="3303"/>
                    <a:pt x="1451" y="4753"/>
                  </a:cubicBezTo>
                  <a:cubicBezTo>
                    <a:pt x="988" y="5340"/>
                    <a:pt x="93" y="5525"/>
                    <a:pt x="0" y="6358"/>
                  </a:cubicBezTo>
                  <a:cubicBezTo>
                    <a:pt x="1173" y="6975"/>
                    <a:pt x="2377" y="7500"/>
                    <a:pt x="3642" y="7963"/>
                  </a:cubicBezTo>
                  <a:cubicBezTo>
                    <a:pt x="3796" y="7623"/>
                    <a:pt x="4105" y="7438"/>
                    <a:pt x="4753" y="7438"/>
                  </a:cubicBezTo>
                  <a:cubicBezTo>
                    <a:pt x="4198" y="6204"/>
                    <a:pt x="2500" y="5895"/>
                    <a:pt x="2901" y="3982"/>
                  </a:cubicBezTo>
                  <a:cubicBezTo>
                    <a:pt x="5494" y="3796"/>
                    <a:pt x="6451" y="2469"/>
                    <a:pt x="8395" y="1852"/>
                  </a:cubicBezTo>
                  <a:cubicBezTo>
                    <a:pt x="8619" y="1867"/>
                    <a:pt x="8831" y="1875"/>
                    <a:pt x="9034" y="1875"/>
                  </a:cubicBezTo>
                  <a:cubicBezTo>
                    <a:pt x="10922" y="1875"/>
                    <a:pt x="11872" y="1227"/>
                    <a:pt x="1206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45"/>
            <p:cNvSpPr/>
            <p:nvPr/>
          </p:nvSpPr>
          <p:spPr>
            <a:xfrm>
              <a:off x="7132707" y="1405249"/>
              <a:ext cx="178747" cy="83585"/>
            </a:xfrm>
            <a:custGeom>
              <a:avLst/>
              <a:gdLst/>
              <a:ahLst/>
              <a:cxnLst/>
              <a:rect l="l" t="t" r="r" b="b"/>
              <a:pathLst>
                <a:path w="6359" h="2670" extrusionOk="0">
                  <a:moveTo>
                    <a:pt x="3635" y="0"/>
                  </a:moveTo>
                  <a:cubicBezTo>
                    <a:pt x="3559" y="0"/>
                    <a:pt x="3480" y="5"/>
                    <a:pt x="3396" y="15"/>
                  </a:cubicBezTo>
                  <a:cubicBezTo>
                    <a:pt x="3252" y="15"/>
                    <a:pt x="3082" y="550"/>
                    <a:pt x="2761" y="550"/>
                  </a:cubicBezTo>
                  <a:cubicBezTo>
                    <a:pt x="2737" y="550"/>
                    <a:pt x="2712" y="547"/>
                    <a:pt x="2686" y="540"/>
                  </a:cubicBezTo>
                  <a:lnTo>
                    <a:pt x="495" y="540"/>
                  </a:lnTo>
                  <a:cubicBezTo>
                    <a:pt x="1" y="2484"/>
                    <a:pt x="3087" y="1836"/>
                    <a:pt x="4136" y="2670"/>
                  </a:cubicBezTo>
                  <a:cubicBezTo>
                    <a:pt x="5031" y="2238"/>
                    <a:pt x="5463" y="1528"/>
                    <a:pt x="6358" y="1065"/>
                  </a:cubicBezTo>
                  <a:cubicBezTo>
                    <a:pt x="5033" y="950"/>
                    <a:pt x="4703" y="0"/>
                    <a:pt x="363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45"/>
            <p:cNvSpPr/>
            <p:nvPr/>
          </p:nvSpPr>
          <p:spPr>
            <a:xfrm>
              <a:off x="3788507" y="1730254"/>
              <a:ext cx="237726" cy="132483"/>
            </a:xfrm>
            <a:custGeom>
              <a:avLst/>
              <a:gdLst/>
              <a:ahLst/>
              <a:cxnLst/>
              <a:rect l="l" t="t" r="r" b="b"/>
              <a:pathLst>
                <a:path w="8457" h="4232" extrusionOk="0">
                  <a:moveTo>
                    <a:pt x="1568" y="0"/>
                  </a:moveTo>
                  <a:cubicBezTo>
                    <a:pt x="1530" y="0"/>
                    <a:pt x="1491" y="1"/>
                    <a:pt x="1451" y="3"/>
                  </a:cubicBezTo>
                  <a:cubicBezTo>
                    <a:pt x="1914" y="1268"/>
                    <a:pt x="0" y="898"/>
                    <a:pt x="0" y="1855"/>
                  </a:cubicBezTo>
                  <a:cubicBezTo>
                    <a:pt x="154" y="1887"/>
                    <a:pt x="284" y="1901"/>
                    <a:pt x="395" y="1901"/>
                  </a:cubicBezTo>
                  <a:cubicBezTo>
                    <a:pt x="953" y="1901"/>
                    <a:pt x="1067" y="1560"/>
                    <a:pt x="1604" y="1560"/>
                  </a:cubicBezTo>
                  <a:cubicBezTo>
                    <a:pt x="1669" y="1560"/>
                    <a:pt x="1741" y="1566"/>
                    <a:pt x="1821" y="1577"/>
                  </a:cubicBezTo>
                  <a:cubicBezTo>
                    <a:pt x="1636" y="2225"/>
                    <a:pt x="402" y="2163"/>
                    <a:pt x="741" y="3182"/>
                  </a:cubicBezTo>
                  <a:cubicBezTo>
                    <a:pt x="955" y="3142"/>
                    <a:pt x="1139" y="3124"/>
                    <a:pt x="1297" y="3124"/>
                  </a:cubicBezTo>
                  <a:cubicBezTo>
                    <a:pt x="2489" y="3124"/>
                    <a:pt x="2295" y="4122"/>
                    <a:pt x="3303" y="4231"/>
                  </a:cubicBezTo>
                  <a:cubicBezTo>
                    <a:pt x="3431" y="4012"/>
                    <a:pt x="3894" y="3933"/>
                    <a:pt x="4417" y="3933"/>
                  </a:cubicBezTo>
                  <a:cubicBezTo>
                    <a:pt x="5149" y="3933"/>
                    <a:pt x="6001" y="4087"/>
                    <a:pt x="6234" y="4231"/>
                  </a:cubicBezTo>
                  <a:cubicBezTo>
                    <a:pt x="6265" y="3552"/>
                    <a:pt x="7592" y="3830"/>
                    <a:pt x="8055" y="3460"/>
                  </a:cubicBezTo>
                  <a:cubicBezTo>
                    <a:pt x="8457" y="2102"/>
                    <a:pt x="7222" y="1916"/>
                    <a:pt x="7315" y="805"/>
                  </a:cubicBezTo>
                  <a:lnTo>
                    <a:pt x="7315" y="805"/>
                  </a:lnTo>
                  <a:cubicBezTo>
                    <a:pt x="6878" y="900"/>
                    <a:pt x="6517" y="927"/>
                    <a:pt x="6192" y="927"/>
                  </a:cubicBezTo>
                  <a:cubicBezTo>
                    <a:pt x="5731" y="927"/>
                    <a:pt x="5342" y="872"/>
                    <a:pt x="4910" y="872"/>
                  </a:cubicBezTo>
                  <a:cubicBezTo>
                    <a:pt x="4550" y="872"/>
                    <a:pt x="4160" y="910"/>
                    <a:pt x="3673" y="1052"/>
                  </a:cubicBezTo>
                  <a:cubicBezTo>
                    <a:pt x="2686" y="903"/>
                    <a:pt x="2742" y="0"/>
                    <a:pt x="1568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45"/>
            <p:cNvSpPr/>
            <p:nvPr/>
          </p:nvSpPr>
          <p:spPr>
            <a:xfrm>
              <a:off x="4156315" y="1979158"/>
              <a:ext cx="209105" cy="274861"/>
            </a:xfrm>
            <a:custGeom>
              <a:avLst/>
              <a:gdLst/>
              <a:ahLst/>
              <a:cxnLst/>
              <a:rect l="l" t="t" r="r" b="b"/>
              <a:pathLst>
                <a:path w="7439" h="8780" extrusionOk="0">
                  <a:moveTo>
                    <a:pt x="4115" y="1"/>
                  </a:moveTo>
                  <a:cubicBezTo>
                    <a:pt x="3004" y="1"/>
                    <a:pt x="2352" y="345"/>
                    <a:pt x="1575" y="539"/>
                  </a:cubicBezTo>
                  <a:cubicBezTo>
                    <a:pt x="1853" y="1990"/>
                    <a:pt x="988" y="2607"/>
                    <a:pt x="1204" y="4026"/>
                  </a:cubicBezTo>
                  <a:cubicBezTo>
                    <a:pt x="1791" y="4242"/>
                    <a:pt x="2408" y="4428"/>
                    <a:pt x="3056" y="4520"/>
                  </a:cubicBezTo>
                  <a:cubicBezTo>
                    <a:pt x="3175" y="5256"/>
                    <a:pt x="2381" y="5736"/>
                    <a:pt x="1741" y="5736"/>
                  </a:cubicBezTo>
                  <a:cubicBezTo>
                    <a:pt x="1549" y="5736"/>
                    <a:pt x="1371" y="5693"/>
                    <a:pt x="1235" y="5600"/>
                  </a:cubicBezTo>
                  <a:lnTo>
                    <a:pt x="1235" y="5600"/>
                  </a:lnTo>
                  <a:cubicBezTo>
                    <a:pt x="927" y="6773"/>
                    <a:pt x="1482" y="7359"/>
                    <a:pt x="1945" y="7977"/>
                  </a:cubicBezTo>
                  <a:cubicBezTo>
                    <a:pt x="1328" y="8224"/>
                    <a:pt x="1" y="7977"/>
                    <a:pt x="124" y="8779"/>
                  </a:cubicBezTo>
                  <a:cubicBezTo>
                    <a:pt x="1680" y="8582"/>
                    <a:pt x="3235" y="8483"/>
                    <a:pt x="4806" y="8483"/>
                  </a:cubicBezTo>
                  <a:cubicBezTo>
                    <a:pt x="5199" y="8483"/>
                    <a:pt x="5593" y="8489"/>
                    <a:pt x="5988" y="8501"/>
                  </a:cubicBezTo>
                  <a:cubicBezTo>
                    <a:pt x="6266" y="7359"/>
                    <a:pt x="6050" y="6619"/>
                    <a:pt x="7439" y="5878"/>
                  </a:cubicBezTo>
                  <a:cubicBezTo>
                    <a:pt x="6945" y="5600"/>
                    <a:pt x="6327" y="5415"/>
                    <a:pt x="5957" y="5076"/>
                  </a:cubicBezTo>
                  <a:cubicBezTo>
                    <a:pt x="6420" y="3502"/>
                    <a:pt x="3519" y="3255"/>
                    <a:pt x="4877" y="1866"/>
                  </a:cubicBezTo>
                  <a:cubicBezTo>
                    <a:pt x="4383" y="1619"/>
                    <a:pt x="3766" y="1434"/>
                    <a:pt x="3396" y="1064"/>
                  </a:cubicBezTo>
                  <a:cubicBezTo>
                    <a:pt x="3920" y="848"/>
                    <a:pt x="4538" y="693"/>
                    <a:pt x="4507" y="14"/>
                  </a:cubicBezTo>
                  <a:cubicBezTo>
                    <a:pt x="4370" y="5"/>
                    <a:pt x="4240" y="1"/>
                    <a:pt x="411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45"/>
            <p:cNvSpPr/>
            <p:nvPr/>
          </p:nvSpPr>
          <p:spPr>
            <a:xfrm>
              <a:off x="4071313" y="2104221"/>
              <a:ext cx="98045" cy="91819"/>
            </a:xfrm>
            <a:custGeom>
              <a:avLst/>
              <a:gdLst/>
              <a:ahLst/>
              <a:cxnLst/>
              <a:rect l="l" t="t" r="r" b="b"/>
              <a:pathLst>
                <a:path w="3488" h="2933" extrusionOk="0">
                  <a:moveTo>
                    <a:pt x="1667" y="1"/>
                  </a:moveTo>
                  <a:cubicBezTo>
                    <a:pt x="1652" y="579"/>
                    <a:pt x="1459" y="680"/>
                    <a:pt x="1190" y="680"/>
                  </a:cubicBezTo>
                  <a:cubicBezTo>
                    <a:pt x="1047" y="680"/>
                    <a:pt x="882" y="651"/>
                    <a:pt x="711" y="651"/>
                  </a:cubicBezTo>
                  <a:cubicBezTo>
                    <a:pt x="537" y="651"/>
                    <a:pt x="356" y="681"/>
                    <a:pt x="186" y="803"/>
                  </a:cubicBezTo>
                  <a:cubicBezTo>
                    <a:pt x="247" y="1574"/>
                    <a:pt x="0" y="2531"/>
                    <a:pt x="556" y="2932"/>
                  </a:cubicBezTo>
                  <a:cubicBezTo>
                    <a:pt x="1389" y="2655"/>
                    <a:pt x="2778" y="2747"/>
                    <a:pt x="3488" y="2408"/>
                  </a:cubicBezTo>
                  <a:cubicBezTo>
                    <a:pt x="3087" y="1297"/>
                    <a:pt x="3395" y="1235"/>
                    <a:pt x="348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5"/>
            <p:cNvSpPr/>
            <p:nvPr/>
          </p:nvSpPr>
          <p:spPr>
            <a:xfrm>
              <a:off x="7556930" y="2362172"/>
              <a:ext cx="155304" cy="99770"/>
            </a:xfrm>
            <a:custGeom>
              <a:avLst/>
              <a:gdLst/>
              <a:ahLst/>
              <a:cxnLst/>
              <a:rect l="l" t="t" r="r" b="b"/>
              <a:pathLst>
                <a:path w="5525" h="3187" extrusionOk="0">
                  <a:moveTo>
                    <a:pt x="402" y="1"/>
                  </a:moveTo>
                  <a:cubicBezTo>
                    <a:pt x="679" y="1266"/>
                    <a:pt x="0" y="1821"/>
                    <a:pt x="31" y="2932"/>
                  </a:cubicBezTo>
                  <a:cubicBezTo>
                    <a:pt x="241" y="3079"/>
                    <a:pt x="403" y="3136"/>
                    <a:pt x="541" y="3136"/>
                  </a:cubicBezTo>
                  <a:cubicBezTo>
                    <a:pt x="1034" y="3136"/>
                    <a:pt x="1196" y="2396"/>
                    <a:pt x="2031" y="2396"/>
                  </a:cubicBezTo>
                  <a:cubicBezTo>
                    <a:pt x="2091" y="2396"/>
                    <a:pt x="2155" y="2400"/>
                    <a:pt x="2222" y="2408"/>
                  </a:cubicBezTo>
                  <a:cubicBezTo>
                    <a:pt x="2895" y="2437"/>
                    <a:pt x="2542" y="3187"/>
                    <a:pt x="3212" y="3187"/>
                  </a:cubicBezTo>
                  <a:cubicBezTo>
                    <a:pt x="3249" y="3187"/>
                    <a:pt x="3290" y="3184"/>
                    <a:pt x="3333" y="3179"/>
                  </a:cubicBezTo>
                  <a:cubicBezTo>
                    <a:pt x="4136" y="2531"/>
                    <a:pt x="4012" y="1204"/>
                    <a:pt x="5525" y="1081"/>
                  </a:cubicBezTo>
                  <a:cubicBezTo>
                    <a:pt x="3611" y="865"/>
                    <a:pt x="2408" y="155"/>
                    <a:pt x="402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5"/>
            <p:cNvSpPr/>
            <p:nvPr/>
          </p:nvSpPr>
          <p:spPr>
            <a:xfrm>
              <a:off x="7380826" y="2461690"/>
              <a:ext cx="269821" cy="283094"/>
            </a:xfrm>
            <a:custGeom>
              <a:avLst/>
              <a:gdLst/>
              <a:ahLst/>
              <a:cxnLst/>
              <a:rect l="l" t="t" r="r" b="b"/>
              <a:pathLst>
                <a:path w="9599" h="9043" extrusionOk="0">
                  <a:moveTo>
                    <a:pt x="7407" y="0"/>
                  </a:moveTo>
                  <a:cubicBezTo>
                    <a:pt x="7839" y="1266"/>
                    <a:pt x="7222" y="1852"/>
                    <a:pt x="7778" y="3210"/>
                  </a:cubicBezTo>
                  <a:cubicBezTo>
                    <a:pt x="7500" y="3210"/>
                    <a:pt x="7315" y="3488"/>
                    <a:pt x="7407" y="3735"/>
                  </a:cubicBezTo>
                  <a:cubicBezTo>
                    <a:pt x="6204" y="4074"/>
                    <a:pt x="5093" y="4599"/>
                    <a:pt x="4105" y="5339"/>
                  </a:cubicBezTo>
                  <a:cubicBezTo>
                    <a:pt x="2809" y="5802"/>
                    <a:pt x="494" y="5525"/>
                    <a:pt x="432" y="6913"/>
                  </a:cubicBezTo>
                  <a:cubicBezTo>
                    <a:pt x="381" y="7160"/>
                    <a:pt x="587" y="7222"/>
                    <a:pt x="878" y="7222"/>
                  </a:cubicBezTo>
                  <a:cubicBezTo>
                    <a:pt x="1170" y="7222"/>
                    <a:pt x="1547" y="7160"/>
                    <a:pt x="1838" y="7160"/>
                  </a:cubicBezTo>
                  <a:cubicBezTo>
                    <a:pt x="2130" y="7160"/>
                    <a:pt x="2336" y="7222"/>
                    <a:pt x="2284" y="7469"/>
                  </a:cubicBezTo>
                  <a:lnTo>
                    <a:pt x="62" y="7438"/>
                  </a:lnTo>
                  <a:lnTo>
                    <a:pt x="62" y="7438"/>
                  </a:lnTo>
                  <a:cubicBezTo>
                    <a:pt x="0" y="8395"/>
                    <a:pt x="926" y="8611"/>
                    <a:pt x="1543" y="9043"/>
                  </a:cubicBezTo>
                  <a:cubicBezTo>
                    <a:pt x="1790" y="8086"/>
                    <a:pt x="2685" y="7561"/>
                    <a:pt x="3735" y="7191"/>
                  </a:cubicBezTo>
                  <a:cubicBezTo>
                    <a:pt x="4136" y="7191"/>
                    <a:pt x="4506" y="7284"/>
                    <a:pt x="4846" y="7469"/>
                  </a:cubicBezTo>
                  <a:cubicBezTo>
                    <a:pt x="5988" y="6420"/>
                    <a:pt x="8426" y="6327"/>
                    <a:pt x="9598" y="5339"/>
                  </a:cubicBezTo>
                  <a:cubicBezTo>
                    <a:pt x="9537" y="3426"/>
                    <a:pt x="8796" y="2006"/>
                    <a:pt x="8889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5"/>
            <p:cNvSpPr/>
            <p:nvPr/>
          </p:nvSpPr>
          <p:spPr>
            <a:xfrm>
              <a:off x="4870287" y="2619090"/>
              <a:ext cx="67181" cy="34874"/>
            </a:xfrm>
            <a:custGeom>
              <a:avLst/>
              <a:gdLst/>
              <a:ahLst/>
              <a:cxnLst/>
              <a:rect l="l" t="t" r="r" b="b"/>
              <a:pathLst>
                <a:path w="2390" h="1114" extrusionOk="0">
                  <a:moveTo>
                    <a:pt x="975" y="0"/>
                  </a:moveTo>
                  <a:cubicBezTo>
                    <a:pt x="788" y="0"/>
                    <a:pt x="586" y="12"/>
                    <a:pt x="370" y="34"/>
                  </a:cubicBezTo>
                  <a:cubicBezTo>
                    <a:pt x="401" y="250"/>
                    <a:pt x="216" y="281"/>
                    <a:pt x="0" y="311"/>
                  </a:cubicBezTo>
                  <a:cubicBezTo>
                    <a:pt x="93" y="1052"/>
                    <a:pt x="1204" y="497"/>
                    <a:pt x="2160" y="1114"/>
                  </a:cubicBezTo>
                  <a:cubicBezTo>
                    <a:pt x="2390" y="273"/>
                    <a:pt x="1862" y="0"/>
                    <a:pt x="97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5"/>
            <p:cNvSpPr/>
            <p:nvPr/>
          </p:nvSpPr>
          <p:spPr>
            <a:xfrm>
              <a:off x="7166550" y="2879827"/>
              <a:ext cx="73759" cy="81363"/>
            </a:xfrm>
            <a:custGeom>
              <a:avLst/>
              <a:gdLst/>
              <a:ahLst/>
              <a:cxnLst/>
              <a:rect l="l" t="t" r="r" b="b"/>
              <a:pathLst>
                <a:path w="2624" h="2599" extrusionOk="0">
                  <a:moveTo>
                    <a:pt x="1826" y="0"/>
                  </a:moveTo>
                  <a:cubicBezTo>
                    <a:pt x="1078" y="0"/>
                    <a:pt x="299" y="557"/>
                    <a:pt x="0" y="994"/>
                  </a:cubicBezTo>
                  <a:cubicBezTo>
                    <a:pt x="556" y="1364"/>
                    <a:pt x="957" y="1951"/>
                    <a:pt x="1081" y="2599"/>
                  </a:cubicBezTo>
                  <a:cubicBezTo>
                    <a:pt x="2624" y="2537"/>
                    <a:pt x="2500" y="1303"/>
                    <a:pt x="2562" y="223"/>
                  </a:cubicBezTo>
                  <a:cubicBezTo>
                    <a:pt x="2334" y="65"/>
                    <a:pt x="2082" y="0"/>
                    <a:pt x="1826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5"/>
            <p:cNvSpPr/>
            <p:nvPr/>
          </p:nvSpPr>
          <p:spPr>
            <a:xfrm>
              <a:off x="7207084" y="3011651"/>
              <a:ext cx="110441" cy="90598"/>
            </a:xfrm>
            <a:custGeom>
              <a:avLst/>
              <a:gdLst/>
              <a:ahLst/>
              <a:cxnLst/>
              <a:rect l="l" t="t" r="r" b="b"/>
              <a:pathLst>
                <a:path w="3929" h="2894" extrusionOk="0">
                  <a:moveTo>
                    <a:pt x="2118" y="1"/>
                  </a:moveTo>
                  <a:cubicBezTo>
                    <a:pt x="1069" y="1"/>
                    <a:pt x="1" y="482"/>
                    <a:pt x="40" y="1320"/>
                  </a:cubicBezTo>
                  <a:cubicBezTo>
                    <a:pt x="657" y="1999"/>
                    <a:pt x="1398" y="2523"/>
                    <a:pt x="2231" y="2894"/>
                  </a:cubicBezTo>
                  <a:cubicBezTo>
                    <a:pt x="2694" y="2091"/>
                    <a:pt x="3928" y="1844"/>
                    <a:pt x="3712" y="517"/>
                  </a:cubicBezTo>
                  <a:cubicBezTo>
                    <a:pt x="3337" y="165"/>
                    <a:pt x="2731" y="1"/>
                    <a:pt x="211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5"/>
            <p:cNvSpPr/>
            <p:nvPr/>
          </p:nvSpPr>
          <p:spPr>
            <a:xfrm>
              <a:off x="6941874" y="3018570"/>
              <a:ext cx="59873" cy="59543"/>
            </a:xfrm>
            <a:custGeom>
              <a:avLst/>
              <a:gdLst/>
              <a:ahLst/>
              <a:cxnLst/>
              <a:rect l="l" t="t" r="r" b="b"/>
              <a:pathLst>
                <a:path w="2130" h="1902" extrusionOk="0">
                  <a:moveTo>
                    <a:pt x="959" y="0"/>
                  </a:moveTo>
                  <a:cubicBezTo>
                    <a:pt x="857" y="0"/>
                    <a:pt x="753" y="6"/>
                    <a:pt x="648" y="19"/>
                  </a:cubicBezTo>
                  <a:cubicBezTo>
                    <a:pt x="0" y="1068"/>
                    <a:pt x="185" y="235"/>
                    <a:pt x="648" y="1901"/>
                  </a:cubicBezTo>
                  <a:cubicBezTo>
                    <a:pt x="1698" y="1716"/>
                    <a:pt x="1698" y="852"/>
                    <a:pt x="2130" y="296"/>
                  </a:cubicBezTo>
                  <a:cubicBezTo>
                    <a:pt x="1759" y="99"/>
                    <a:pt x="1369" y="0"/>
                    <a:pt x="959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5"/>
            <p:cNvSpPr/>
            <p:nvPr/>
          </p:nvSpPr>
          <p:spPr>
            <a:xfrm>
              <a:off x="3719106" y="3069377"/>
              <a:ext cx="52086" cy="32871"/>
            </a:xfrm>
            <a:custGeom>
              <a:avLst/>
              <a:gdLst/>
              <a:ahLst/>
              <a:cxnLst/>
              <a:rect l="l" t="t" r="r" b="b"/>
              <a:pathLst>
                <a:path w="1853" h="1050" extrusionOk="0">
                  <a:moveTo>
                    <a:pt x="988" y="0"/>
                  </a:moveTo>
                  <a:cubicBezTo>
                    <a:pt x="988" y="525"/>
                    <a:pt x="0" y="340"/>
                    <a:pt x="278" y="1050"/>
                  </a:cubicBezTo>
                  <a:lnTo>
                    <a:pt x="1729" y="1050"/>
                  </a:lnTo>
                  <a:cubicBezTo>
                    <a:pt x="1852" y="463"/>
                    <a:pt x="1636" y="62"/>
                    <a:pt x="988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5"/>
            <p:cNvSpPr/>
            <p:nvPr/>
          </p:nvSpPr>
          <p:spPr>
            <a:xfrm>
              <a:off x="7290596" y="3119621"/>
              <a:ext cx="174390" cy="124658"/>
            </a:xfrm>
            <a:custGeom>
              <a:avLst/>
              <a:gdLst/>
              <a:ahLst/>
              <a:cxnLst/>
              <a:rect l="l" t="t" r="r" b="b"/>
              <a:pathLst>
                <a:path w="6204" h="3982" extrusionOk="0">
                  <a:moveTo>
                    <a:pt x="2562" y="0"/>
                  </a:moveTo>
                  <a:cubicBezTo>
                    <a:pt x="2038" y="340"/>
                    <a:pt x="2192" y="1142"/>
                    <a:pt x="2192" y="1852"/>
                  </a:cubicBezTo>
                  <a:cubicBezTo>
                    <a:pt x="1897" y="1749"/>
                    <a:pt x="1651" y="1704"/>
                    <a:pt x="1440" y="1704"/>
                  </a:cubicBezTo>
                  <a:cubicBezTo>
                    <a:pt x="768" y="1704"/>
                    <a:pt x="447" y="2161"/>
                    <a:pt x="1" y="2654"/>
                  </a:cubicBezTo>
                  <a:cubicBezTo>
                    <a:pt x="225" y="2816"/>
                    <a:pt x="405" y="2870"/>
                    <a:pt x="576" y="2870"/>
                  </a:cubicBezTo>
                  <a:cubicBezTo>
                    <a:pt x="934" y="2870"/>
                    <a:pt x="1253" y="2632"/>
                    <a:pt x="1860" y="2632"/>
                  </a:cubicBezTo>
                  <a:cubicBezTo>
                    <a:pt x="1962" y="2632"/>
                    <a:pt x="2072" y="2639"/>
                    <a:pt x="2192" y="2654"/>
                  </a:cubicBezTo>
                  <a:cubicBezTo>
                    <a:pt x="2068" y="3272"/>
                    <a:pt x="1420" y="3796"/>
                    <a:pt x="2562" y="3981"/>
                  </a:cubicBezTo>
                  <a:cubicBezTo>
                    <a:pt x="3027" y="3297"/>
                    <a:pt x="3880" y="2880"/>
                    <a:pt x="5293" y="2880"/>
                  </a:cubicBezTo>
                  <a:cubicBezTo>
                    <a:pt x="5474" y="2880"/>
                    <a:pt x="5665" y="2887"/>
                    <a:pt x="5864" y="2901"/>
                  </a:cubicBezTo>
                  <a:cubicBezTo>
                    <a:pt x="6204" y="1698"/>
                    <a:pt x="4692" y="1821"/>
                    <a:pt x="4013" y="1327"/>
                  </a:cubicBezTo>
                  <a:cubicBezTo>
                    <a:pt x="4105" y="432"/>
                    <a:pt x="3612" y="31"/>
                    <a:pt x="256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5"/>
            <p:cNvSpPr/>
            <p:nvPr/>
          </p:nvSpPr>
          <p:spPr>
            <a:xfrm>
              <a:off x="6231388" y="3226840"/>
              <a:ext cx="91102" cy="83710"/>
            </a:xfrm>
            <a:custGeom>
              <a:avLst/>
              <a:gdLst/>
              <a:ahLst/>
              <a:cxnLst/>
              <a:rect l="l" t="t" r="r" b="b"/>
              <a:pathLst>
                <a:path w="3241" h="2674" extrusionOk="0">
                  <a:moveTo>
                    <a:pt x="1389" y="1"/>
                  </a:moveTo>
                  <a:lnTo>
                    <a:pt x="1389" y="1"/>
                  </a:lnTo>
                  <a:cubicBezTo>
                    <a:pt x="1914" y="1575"/>
                    <a:pt x="0" y="1914"/>
                    <a:pt x="1389" y="2655"/>
                  </a:cubicBezTo>
                  <a:cubicBezTo>
                    <a:pt x="1485" y="2668"/>
                    <a:pt x="1572" y="2673"/>
                    <a:pt x="1651" y="2673"/>
                  </a:cubicBezTo>
                  <a:cubicBezTo>
                    <a:pt x="2539" y="2673"/>
                    <a:pt x="2447" y="1940"/>
                    <a:pt x="3241" y="1883"/>
                  </a:cubicBezTo>
                  <a:cubicBezTo>
                    <a:pt x="2932" y="1019"/>
                    <a:pt x="2161" y="526"/>
                    <a:pt x="1389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45"/>
            <p:cNvSpPr/>
            <p:nvPr/>
          </p:nvSpPr>
          <p:spPr>
            <a:xfrm>
              <a:off x="6950532" y="3301940"/>
              <a:ext cx="262035" cy="260304"/>
            </a:xfrm>
            <a:custGeom>
              <a:avLst/>
              <a:gdLst/>
              <a:ahLst/>
              <a:cxnLst/>
              <a:rect l="l" t="t" r="r" b="b"/>
              <a:pathLst>
                <a:path w="9322" h="8315" extrusionOk="0">
                  <a:moveTo>
                    <a:pt x="6183" y="0"/>
                  </a:moveTo>
                  <a:cubicBezTo>
                    <a:pt x="6081" y="0"/>
                    <a:pt x="5975" y="3"/>
                    <a:pt x="5865" y="9"/>
                  </a:cubicBezTo>
                  <a:cubicBezTo>
                    <a:pt x="5525" y="2787"/>
                    <a:pt x="649" y="2231"/>
                    <a:pt x="1" y="4793"/>
                  </a:cubicBezTo>
                  <a:cubicBezTo>
                    <a:pt x="340" y="5873"/>
                    <a:pt x="1945" y="6027"/>
                    <a:pt x="1822" y="7447"/>
                  </a:cubicBezTo>
                  <a:cubicBezTo>
                    <a:pt x="2090" y="7402"/>
                    <a:pt x="2322" y="7382"/>
                    <a:pt x="2528" y="7382"/>
                  </a:cubicBezTo>
                  <a:cubicBezTo>
                    <a:pt x="3944" y="7382"/>
                    <a:pt x="4082" y="8314"/>
                    <a:pt x="5497" y="8314"/>
                  </a:cubicBezTo>
                  <a:cubicBezTo>
                    <a:pt x="5703" y="8314"/>
                    <a:pt x="5936" y="8294"/>
                    <a:pt x="6204" y="8249"/>
                  </a:cubicBezTo>
                  <a:cubicBezTo>
                    <a:pt x="6112" y="7632"/>
                    <a:pt x="7284" y="7941"/>
                    <a:pt x="7315" y="7447"/>
                  </a:cubicBezTo>
                  <a:cubicBezTo>
                    <a:pt x="7037" y="7385"/>
                    <a:pt x="6605" y="7447"/>
                    <a:pt x="6605" y="7169"/>
                  </a:cubicBezTo>
                  <a:cubicBezTo>
                    <a:pt x="7809" y="6799"/>
                    <a:pt x="7192" y="5163"/>
                    <a:pt x="8426" y="4793"/>
                  </a:cubicBezTo>
                  <a:cubicBezTo>
                    <a:pt x="7593" y="3929"/>
                    <a:pt x="8735" y="3034"/>
                    <a:pt x="8056" y="2385"/>
                  </a:cubicBezTo>
                  <a:cubicBezTo>
                    <a:pt x="8704" y="2169"/>
                    <a:pt x="9321" y="1892"/>
                    <a:pt x="9167" y="1089"/>
                  </a:cubicBezTo>
                  <a:cubicBezTo>
                    <a:pt x="8330" y="599"/>
                    <a:pt x="7655" y="0"/>
                    <a:pt x="618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45"/>
            <p:cNvSpPr/>
            <p:nvPr/>
          </p:nvSpPr>
          <p:spPr>
            <a:xfrm>
              <a:off x="6620896" y="3318625"/>
              <a:ext cx="260264" cy="244338"/>
            </a:xfrm>
            <a:custGeom>
              <a:avLst/>
              <a:gdLst/>
              <a:ahLst/>
              <a:cxnLst/>
              <a:rect l="l" t="t" r="r" b="b"/>
              <a:pathLst>
                <a:path w="9259" h="7805" extrusionOk="0">
                  <a:moveTo>
                    <a:pt x="1821" y="1"/>
                  </a:moveTo>
                  <a:cubicBezTo>
                    <a:pt x="1842" y="391"/>
                    <a:pt x="1745" y="511"/>
                    <a:pt x="1570" y="511"/>
                  </a:cubicBezTo>
                  <a:cubicBezTo>
                    <a:pt x="1290" y="511"/>
                    <a:pt x="814" y="204"/>
                    <a:pt x="311" y="204"/>
                  </a:cubicBezTo>
                  <a:cubicBezTo>
                    <a:pt x="208" y="204"/>
                    <a:pt x="104" y="217"/>
                    <a:pt x="0" y="248"/>
                  </a:cubicBezTo>
                  <a:cubicBezTo>
                    <a:pt x="0" y="3365"/>
                    <a:pt x="5154" y="2717"/>
                    <a:pt x="4414" y="6358"/>
                  </a:cubicBezTo>
                  <a:cubicBezTo>
                    <a:pt x="5949" y="6491"/>
                    <a:pt x="6554" y="7805"/>
                    <a:pt x="7767" y="7805"/>
                  </a:cubicBezTo>
                  <a:cubicBezTo>
                    <a:pt x="7967" y="7805"/>
                    <a:pt x="8185" y="7769"/>
                    <a:pt x="8426" y="7685"/>
                  </a:cubicBezTo>
                  <a:cubicBezTo>
                    <a:pt x="9259" y="6667"/>
                    <a:pt x="7654" y="5525"/>
                    <a:pt x="7716" y="4260"/>
                  </a:cubicBezTo>
                  <a:cubicBezTo>
                    <a:pt x="6574" y="3704"/>
                    <a:pt x="5278" y="2963"/>
                    <a:pt x="4753" y="2377"/>
                  </a:cubicBezTo>
                  <a:cubicBezTo>
                    <a:pt x="4198" y="1760"/>
                    <a:pt x="3056" y="1328"/>
                    <a:pt x="3303" y="525"/>
                  </a:cubicBezTo>
                  <a:lnTo>
                    <a:pt x="3303" y="525"/>
                  </a:lnTo>
                  <a:cubicBezTo>
                    <a:pt x="3189" y="547"/>
                    <a:pt x="3091" y="556"/>
                    <a:pt x="3007" y="556"/>
                  </a:cubicBezTo>
                  <a:cubicBezTo>
                    <a:pt x="2359" y="556"/>
                    <a:pt x="2476" y="1"/>
                    <a:pt x="1821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5"/>
            <p:cNvSpPr/>
            <p:nvPr/>
          </p:nvSpPr>
          <p:spPr>
            <a:xfrm>
              <a:off x="7159608" y="3410411"/>
              <a:ext cx="172675" cy="157528"/>
            </a:xfrm>
            <a:custGeom>
              <a:avLst/>
              <a:gdLst/>
              <a:ahLst/>
              <a:cxnLst/>
              <a:rect l="l" t="t" r="r" b="b"/>
              <a:pathLst>
                <a:path w="6143" h="5032" extrusionOk="0">
                  <a:moveTo>
                    <a:pt x="3210" y="1"/>
                  </a:moveTo>
                  <a:cubicBezTo>
                    <a:pt x="1328" y="1081"/>
                    <a:pt x="1" y="4043"/>
                    <a:pt x="2840" y="5031"/>
                  </a:cubicBezTo>
                  <a:cubicBezTo>
                    <a:pt x="2747" y="4260"/>
                    <a:pt x="2932" y="3673"/>
                    <a:pt x="3581" y="3457"/>
                  </a:cubicBezTo>
                  <a:cubicBezTo>
                    <a:pt x="4200" y="3838"/>
                    <a:pt x="4359" y="4439"/>
                    <a:pt x="5023" y="4439"/>
                  </a:cubicBezTo>
                  <a:cubicBezTo>
                    <a:pt x="5220" y="4439"/>
                    <a:pt x="5461" y="4387"/>
                    <a:pt x="5772" y="4260"/>
                  </a:cubicBezTo>
                  <a:cubicBezTo>
                    <a:pt x="5587" y="3148"/>
                    <a:pt x="4352" y="2778"/>
                    <a:pt x="4290" y="1575"/>
                  </a:cubicBezTo>
                  <a:lnTo>
                    <a:pt x="4290" y="1575"/>
                  </a:lnTo>
                  <a:cubicBezTo>
                    <a:pt x="4584" y="1760"/>
                    <a:pt x="4908" y="1852"/>
                    <a:pt x="5228" y="1852"/>
                  </a:cubicBezTo>
                  <a:cubicBezTo>
                    <a:pt x="5548" y="1852"/>
                    <a:pt x="5864" y="1760"/>
                    <a:pt x="6142" y="1575"/>
                  </a:cubicBezTo>
                  <a:cubicBezTo>
                    <a:pt x="6050" y="402"/>
                    <a:pt x="3827" y="772"/>
                    <a:pt x="3210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5"/>
            <p:cNvSpPr/>
            <p:nvPr/>
          </p:nvSpPr>
          <p:spPr>
            <a:xfrm>
              <a:off x="7443369" y="3416954"/>
              <a:ext cx="114464" cy="43984"/>
            </a:xfrm>
            <a:custGeom>
              <a:avLst/>
              <a:gdLst/>
              <a:ahLst/>
              <a:cxnLst/>
              <a:rect l="l" t="t" r="r" b="b"/>
              <a:pathLst>
                <a:path w="4072" h="1405" extrusionOk="0">
                  <a:moveTo>
                    <a:pt x="2295" y="0"/>
                  </a:moveTo>
                  <a:cubicBezTo>
                    <a:pt x="1144" y="0"/>
                    <a:pt x="0" y="336"/>
                    <a:pt x="59" y="1119"/>
                  </a:cubicBezTo>
                  <a:cubicBezTo>
                    <a:pt x="481" y="1308"/>
                    <a:pt x="1072" y="1405"/>
                    <a:pt x="1671" y="1405"/>
                  </a:cubicBezTo>
                  <a:cubicBezTo>
                    <a:pt x="2826" y="1405"/>
                    <a:pt x="4010" y="1048"/>
                    <a:pt x="4071" y="316"/>
                  </a:cubicBezTo>
                  <a:cubicBezTo>
                    <a:pt x="3630" y="113"/>
                    <a:pt x="2961" y="0"/>
                    <a:pt x="229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5"/>
            <p:cNvSpPr/>
            <p:nvPr/>
          </p:nvSpPr>
          <p:spPr>
            <a:xfrm>
              <a:off x="7465828" y="3459685"/>
              <a:ext cx="483239" cy="209274"/>
            </a:xfrm>
            <a:custGeom>
              <a:avLst/>
              <a:gdLst/>
              <a:ahLst/>
              <a:cxnLst/>
              <a:rect l="l" t="t" r="r" b="b"/>
              <a:pathLst>
                <a:path w="17191" h="6685" extrusionOk="0">
                  <a:moveTo>
                    <a:pt x="4754" y="1"/>
                  </a:moveTo>
                  <a:cubicBezTo>
                    <a:pt x="4435" y="377"/>
                    <a:pt x="4225" y="809"/>
                    <a:pt x="3434" y="809"/>
                  </a:cubicBezTo>
                  <a:cubicBezTo>
                    <a:pt x="3382" y="809"/>
                    <a:pt x="3329" y="807"/>
                    <a:pt x="3272" y="803"/>
                  </a:cubicBezTo>
                  <a:cubicBezTo>
                    <a:pt x="3155" y="825"/>
                    <a:pt x="3055" y="835"/>
                    <a:pt x="2968" y="835"/>
                  </a:cubicBezTo>
                  <a:cubicBezTo>
                    <a:pt x="2295" y="835"/>
                    <a:pt x="2428" y="246"/>
                    <a:pt x="1756" y="246"/>
                  </a:cubicBezTo>
                  <a:cubicBezTo>
                    <a:pt x="1669" y="246"/>
                    <a:pt x="1569" y="256"/>
                    <a:pt x="1451" y="278"/>
                  </a:cubicBezTo>
                  <a:cubicBezTo>
                    <a:pt x="1575" y="988"/>
                    <a:pt x="1" y="494"/>
                    <a:pt x="340" y="1328"/>
                  </a:cubicBezTo>
                  <a:cubicBezTo>
                    <a:pt x="356" y="1489"/>
                    <a:pt x="427" y="1545"/>
                    <a:pt x="540" y="1545"/>
                  </a:cubicBezTo>
                  <a:cubicBezTo>
                    <a:pt x="792" y="1545"/>
                    <a:pt x="1251" y="1263"/>
                    <a:pt x="1762" y="1263"/>
                  </a:cubicBezTo>
                  <a:cubicBezTo>
                    <a:pt x="1893" y="1263"/>
                    <a:pt x="2026" y="1281"/>
                    <a:pt x="2161" y="1328"/>
                  </a:cubicBezTo>
                  <a:cubicBezTo>
                    <a:pt x="3797" y="2284"/>
                    <a:pt x="5957" y="2871"/>
                    <a:pt x="7315" y="4013"/>
                  </a:cubicBezTo>
                  <a:lnTo>
                    <a:pt x="7315" y="5587"/>
                  </a:lnTo>
                  <a:cubicBezTo>
                    <a:pt x="7767" y="5389"/>
                    <a:pt x="8146" y="5311"/>
                    <a:pt x="8480" y="5311"/>
                  </a:cubicBezTo>
                  <a:cubicBezTo>
                    <a:pt x="9605" y="5311"/>
                    <a:pt x="10216" y="6199"/>
                    <a:pt x="11358" y="6389"/>
                  </a:cubicBezTo>
                  <a:cubicBezTo>
                    <a:pt x="12513" y="6361"/>
                    <a:pt x="12279" y="5278"/>
                    <a:pt x="13522" y="5278"/>
                  </a:cubicBezTo>
                  <a:cubicBezTo>
                    <a:pt x="13640" y="5278"/>
                    <a:pt x="13772" y="5287"/>
                    <a:pt x="13920" y="5309"/>
                  </a:cubicBezTo>
                  <a:cubicBezTo>
                    <a:pt x="14569" y="5622"/>
                    <a:pt x="15313" y="6685"/>
                    <a:pt x="16296" y="6685"/>
                  </a:cubicBezTo>
                  <a:cubicBezTo>
                    <a:pt x="16574" y="6685"/>
                    <a:pt x="16871" y="6600"/>
                    <a:pt x="17191" y="6389"/>
                  </a:cubicBezTo>
                  <a:cubicBezTo>
                    <a:pt x="16481" y="6204"/>
                    <a:pt x="16018" y="5525"/>
                    <a:pt x="16111" y="4784"/>
                  </a:cubicBezTo>
                  <a:cubicBezTo>
                    <a:pt x="15154" y="4167"/>
                    <a:pt x="13796" y="3827"/>
                    <a:pt x="13179" y="2932"/>
                  </a:cubicBezTo>
                  <a:lnTo>
                    <a:pt x="13179" y="2130"/>
                  </a:lnTo>
                  <a:cubicBezTo>
                    <a:pt x="10340" y="2068"/>
                    <a:pt x="9599" y="494"/>
                    <a:pt x="731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5"/>
            <p:cNvSpPr/>
            <p:nvPr/>
          </p:nvSpPr>
          <p:spPr>
            <a:xfrm>
              <a:off x="6859458" y="3567905"/>
              <a:ext cx="271564" cy="85495"/>
            </a:xfrm>
            <a:custGeom>
              <a:avLst/>
              <a:gdLst/>
              <a:ahLst/>
              <a:cxnLst/>
              <a:rect l="l" t="t" r="r" b="b"/>
              <a:pathLst>
                <a:path w="9661" h="2731" extrusionOk="0">
                  <a:moveTo>
                    <a:pt x="1019" y="0"/>
                  </a:moveTo>
                  <a:cubicBezTo>
                    <a:pt x="710" y="494"/>
                    <a:pt x="0" y="679"/>
                    <a:pt x="309" y="1605"/>
                  </a:cubicBezTo>
                  <a:cubicBezTo>
                    <a:pt x="3441" y="1633"/>
                    <a:pt x="5104" y="2731"/>
                    <a:pt x="8295" y="2731"/>
                  </a:cubicBezTo>
                  <a:cubicBezTo>
                    <a:pt x="8657" y="2731"/>
                    <a:pt x="9038" y="2716"/>
                    <a:pt x="9444" y="2685"/>
                  </a:cubicBezTo>
                  <a:cubicBezTo>
                    <a:pt x="9660" y="1728"/>
                    <a:pt x="8179" y="2006"/>
                    <a:pt x="8364" y="1080"/>
                  </a:cubicBezTo>
                  <a:lnTo>
                    <a:pt x="8364" y="1080"/>
                  </a:lnTo>
                  <a:cubicBezTo>
                    <a:pt x="8224" y="1083"/>
                    <a:pt x="8086" y="1085"/>
                    <a:pt x="7950" y="1085"/>
                  </a:cubicBezTo>
                  <a:cubicBezTo>
                    <a:pt x="5171" y="1085"/>
                    <a:pt x="3137" y="500"/>
                    <a:pt x="1019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5"/>
            <p:cNvSpPr/>
            <p:nvPr/>
          </p:nvSpPr>
          <p:spPr>
            <a:xfrm>
              <a:off x="7001719" y="3684734"/>
              <a:ext cx="974239" cy="682174"/>
            </a:xfrm>
            <a:custGeom>
              <a:avLst/>
              <a:gdLst/>
              <a:ahLst/>
              <a:cxnLst/>
              <a:rect l="l" t="t" r="r" b="b"/>
              <a:pathLst>
                <a:path w="34659" h="21791" extrusionOk="0">
                  <a:moveTo>
                    <a:pt x="26103" y="0"/>
                  </a:moveTo>
                  <a:cubicBezTo>
                    <a:pt x="26075" y="0"/>
                    <a:pt x="26047" y="1"/>
                    <a:pt x="26017" y="2"/>
                  </a:cubicBezTo>
                  <a:cubicBezTo>
                    <a:pt x="25091" y="1082"/>
                    <a:pt x="26418" y="3860"/>
                    <a:pt x="24906" y="4508"/>
                  </a:cubicBezTo>
                  <a:cubicBezTo>
                    <a:pt x="24714" y="4557"/>
                    <a:pt x="24559" y="4578"/>
                    <a:pt x="24432" y="4578"/>
                  </a:cubicBezTo>
                  <a:cubicBezTo>
                    <a:pt x="23724" y="4578"/>
                    <a:pt x="23893" y="3924"/>
                    <a:pt x="23161" y="3924"/>
                  </a:cubicBezTo>
                  <a:cubicBezTo>
                    <a:pt x="23040" y="3924"/>
                    <a:pt x="22894" y="3942"/>
                    <a:pt x="22715" y="3983"/>
                  </a:cubicBezTo>
                  <a:cubicBezTo>
                    <a:pt x="22653" y="3243"/>
                    <a:pt x="20987" y="3644"/>
                    <a:pt x="21265" y="2656"/>
                  </a:cubicBezTo>
                  <a:cubicBezTo>
                    <a:pt x="21079" y="1823"/>
                    <a:pt x="23055" y="2564"/>
                    <a:pt x="22715" y="1607"/>
                  </a:cubicBezTo>
                  <a:cubicBezTo>
                    <a:pt x="22062" y="1065"/>
                    <a:pt x="20742" y="1009"/>
                    <a:pt x="19355" y="1009"/>
                  </a:cubicBezTo>
                  <a:cubicBezTo>
                    <a:pt x="18990" y="1009"/>
                    <a:pt x="18621" y="1013"/>
                    <a:pt x="18258" y="1013"/>
                  </a:cubicBezTo>
                  <a:cubicBezTo>
                    <a:pt x="17327" y="1013"/>
                    <a:pt x="16437" y="987"/>
                    <a:pt x="15771" y="805"/>
                  </a:cubicBezTo>
                  <a:cubicBezTo>
                    <a:pt x="15123" y="959"/>
                    <a:pt x="15771" y="2039"/>
                    <a:pt x="15030" y="2132"/>
                  </a:cubicBezTo>
                  <a:cubicBezTo>
                    <a:pt x="13796" y="2255"/>
                    <a:pt x="12562" y="2533"/>
                    <a:pt x="11358" y="2934"/>
                  </a:cubicBezTo>
                  <a:cubicBezTo>
                    <a:pt x="10926" y="3737"/>
                    <a:pt x="11234" y="5125"/>
                    <a:pt x="9907" y="5311"/>
                  </a:cubicBezTo>
                  <a:cubicBezTo>
                    <a:pt x="9626" y="5110"/>
                    <a:pt x="9336" y="5043"/>
                    <a:pt x="9033" y="5043"/>
                  </a:cubicBezTo>
                  <a:cubicBezTo>
                    <a:pt x="8427" y="5043"/>
                    <a:pt x="7773" y="5312"/>
                    <a:pt x="7054" y="5312"/>
                  </a:cubicBezTo>
                  <a:cubicBezTo>
                    <a:pt x="7028" y="5312"/>
                    <a:pt x="7002" y="5311"/>
                    <a:pt x="6976" y="5311"/>
                  </a:cubicBezTo>
                  <a:lnTo>
                    <a:pt x="6976" y="5311"/>
                  </a:lnTo>
                  <a:cubicBezTo>
                    <a:pt x="6235" y="5496"/>
                    <a:pt x="7037" y="6792"/>
                    <a:pt x="6235" y="6915"/>
                  </a:cubicBezTo>
                  <a:cubicBezTo>
                    <a:pt x="5679" y="6804"/>
                    <a:pt x="5555" y="6436"/>
                    <a:pt x="5252" y="6436"/>
                  </a:cubicBezTo>
                  <a:cubicBezTo>
                    <a:pt x="5135" y="6436"/>
                    <a:pt x="4991" y="6491"/>
                    <a:pt x="4784" y="6638"/>
                  </a:cubicBezTo>
                  <a:cubicBezTo>
                    <a:pt x="3858" y="7317"/>
                    <a:pt x="4291" y="8952"/>
                    <a:pt x="2963" y="9292"/>
                  </a:cubicBezTo>
                  <a:cubicBezTo>
                    <a:pt x="2130" y="9693"/>
                    <a:pt x="495" y="9477"/>
                    <a:pt x="1" y="10094"/>
                  </a:cubicBezTo>
                  <a:cubicBezTo>
                    <a:pt x="402" y="11267"/>
                    <a:pt x="1297" y="12748"/>
                    <a:pt x="402" y="14075"/>
                  </a:cubicBezTo>
                  <a:cubicBezTo>
                    <a:pt x="1112" y="14260"/>
                    <a:pt x="1359" y="14785"/>
                    <a:pt x="1513" y="15402"/>
                  </a:cubicBezTo>
                  <a:cubicBezTo>
                    <a:pt x="1698" y="16606"/>
                    <a:pt x="834" y="17069"/>
                    <a:pt x="1112" y="18334"/>
                  </a:cubicBezTo>
                  <a:cubicBezTo>
                    <a:pt x="1162" y="18331"/>
                    <a:pt x="1211" y="18330"/>
                    <a:pt x="1257" y="18330"/>
                  </a:cubicBezTo>
                  <a:cubicBezTo>
                    <a:pt x="2184" y="18330"/>
                    <a:pt x="2321" y="18863"/>
                    <a:pt x="3196" y="18863"/>
                  </a:cubicBezTo>
                  <a:cubicBezTo>
                    <a:pt x="3240" y="18863"/>
                    <a:pt x="3286" y="18862"/>
                    <a:pt x="3334" y="18859"/>
                  </a:cubicBezTo>
                  <a:cubicBezTo>
                    <a:pt x="4630" y="18444"/>
                    <a:pt x="5447" y="17724"/>
                    <a:pt x="7286" y="17724"/>
                  </a:cubicBezTo>
                  <a:cubicBezTo>
                    <a:pt x="7636" y="17724"/>
                    <a:pt x="8023" y="17750"/>
                    <a:pt x="8457" y="17810"/>
                  </a:cubicBezTo>
                  <a:cubicBezTo>
                    <a:pt x="9560" y="16785"/>
                    <a:pt x="11579" y="16454"/>
                    <a:pt x="14077" y="16454"/>
                  </a:cubicBezTo>
                  <a:cubicBezTo>
                    <a:pt x="14515" y="16454"/>
                    <a:pt x="14967" y="16464"/>
                    <a:pt x="15432" y="16482"/>
                  </a:cubicBezTo>
                  <a:cubicBezTo>
                    <a:pt x="16388" y="17007"/>
                    <a:pt x="17160" y="17840"/>
                    <a:pt x="17592" y="18859"/>
                  </a:cubicBezTo>
                  <a:cubicBezTo>
                    <a:pt x="17871" y="18764"/>
                    <a:pt x="18080" y="18728"/>
                    <a:pt x="18247" y="18728"/>
                  </a:cubicBezTo>
                  <a:cubicBezTo>
                    <a:pt x="18751" y="18728"/>
                    <a:pt x="18875" y="19051"/>
                    <a:pt x="19371" y="19051"/>
                  </a:cubicBezTo>
                  <a:cubicBezTo>
                    <a:pt x="19568" y="19051"/>
                    <a:pt x="19824" y="19000"/>
                    <a:pt x="20184" y="18859"/>
                  </a:cubicBezTo>
                  <a:lnTo>
                    <a:pt x="20184" y="18859"/>
                  </a:lnTo>
                  <a:cubicBezTo>
                    <a:pt x="20184" y="19569"/>
                    <a:pt x="20308" y="20371"/>
                    <a:pt x="19783" y="20711"/>
                  </a:cubicBezTo>
                  <a:cubicBezTo>
                    <a:pt x="22129" y="21698"/>
                    <a:pt x="23517" y="21760"/>
                    <a:pt x="27128" y="21791"/>
                  </a:cubicBezTo>
                  <a:cubicBezTo>
                    <a:pt x="28054" y="21297"/>
                    <a:pt x="28733" y="20618"/>
                    <a:pt x="30060" y="20433"/>
                  </a:cubicBezTo>
                  <a:cubicBezTo>
                    <a:pt x="29875" y="19075"/>
                    <a:pt x="31788" y="19260"/>
                    <a:pt x="31511" y="17810"/>
                  </a:cubicBezTo>
                  <a:cubicBezTo>
                    <a:pt x="32776" y="17748"/>
                    <a:pt x="32467" y="16544"/>
                    <a:pt x="33702" y="16482"/>
                  </a:cubicBezTo>
                  <a:cubicBezTo>
                    <a:pt x="33301" y="15526"/>
                    <a:pt x="34350" y="14970"/>
                    <a:pt x="34443" y="14075"/>
                  </a:cubicBezTo>
                  <a:cubicBezTo>
                    <a:pt x="34659" y="12470"/>
                    <a:pt x="33733" y="10804"/>
                    <a:pt x="33362" y="9292"/>
                  </a:cubicBezTo>
                  <a:cubicBezTo>
                    <a:pt x="33237" y="9246"/>
                    <a:pt x="33116" y="9227"/>
                    <a:pt x="33002" y="9227"/>
                  </a:cubicBezTo>
                  <a:cubicBezTo>
                    <a:pt x="32503" y="9227"/>
                    <a:pt x="32112" y="9584"/>
                    <a:pt x="31830" y="9584"/>
                  </a:cubicBezTo>
                  <a:cubicBezTo>
                    <a:pt x="31701" y="9584"/>
                    <a:pt x="31594" y="9509"/>
                    <a:pt x="31511" y="9292"/>
                  </a:cubicBezTo>
                  <a:cubicBezTo>
                    <a:pt x="31665" y="8057"/>
                    <a:pt x="30863" y="7471"/>
                    <a:pt x="31140" y="6113"/>
                  </a:cubicBezTo>
                  <a:cubicBezTo>
                    <a:pt x="30431" y="5928"/>
                    <a:pt x="30307" y="5311"/>
                    <a:pt x="29690" y="5033"/>
                  </a:cubicBezTo>
                  <a:cubicBezTo>
                    <a:pt x="29566" y="2996"/>
                    <a:pt x="27067" y="2687"/>
                    <a:pt x="27499" y="249"/>
                  </a:cubicBezTo>
                  <a:lnTo>
                    <a:pt x="27499" y="249"/>
                  </a:lnTo>
                  <a:cubicBezTo>
                    <a:pt x="27439" y="254"/>
                    <a:pt x="27384" y="257"/>
                    <a:pt x="27333" y="257"/>
                  </a:cubicBezTo>
                  <a:cubicBezTo>
                    <a:pt x="26796" y="257"/>
                    <a:pt x="26653" y="0"/>
                    <a:pt x="2610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5"/>
            <p:cNvSpPr/>
            <p:nvPr/>
          </p:nvSpPr>
          <p:spPr>
            <a:xfrm>
              <a:off x="5325711" y="3709747"/>
              <a:ext cx="203905" cy="349117"/>
            </a:xfrm>
            <a:custGeom>
              <a:avLst/>
              <a:gdLst/>
              <a:ahLst/>
              <a:cxnLst/>
              <a:rect l="l" t="t" r="r" b="b"/>
              <a:pathLst>
                <a:path w="7254" h="11152" extrusionOk="0">
                  <a:moveTo>
                    <a:pt x="5901" y="0"/>
                  </a:moveTo>
                  <a:cubicBezTo>
                    <a:pt x="5861" y="0"/>
                    <a:pt x="5818" y="2"/>
                    <a:pt x="5772" y="6"/>
                  </a:cubicBezTo>
                  <a:cubicBezTo>
                    <a:pt x="5093" y="746"/>
                    <a:pt x="4568" y="1672"/>
                    <a:pt x="4290" y="2660"/>
                  </a:cubicBezTo>
                  <a:cubicBezTo>
                    <a:pt x="2716" y="2938"/>
                    <a:pt x="1914" y="3740"/>
                    <a:pt x="1019" y="4512"/>
                  </a:cubicBezTo>
                  <a:cubicBezTo>
                    <a:pt x="710" y="5437"/>
                    <a:pt x="1544" y="5561"/>
                    <a:pt x="1359" y="6363"/>
                  </a:cubicBezTo>
                  <a:cubicBezTo>
                    <a:pt x="1050" y="6919"/>
                    <a:pt x="803" y="7567"/>
                    <a:pt x="247" y="7968"/>
                  </a:cubicBezTo>
                  <a:cubicBezTo>
                    <a:pt x="1050" y="9172"/>
                    <a:pt x="1" y="10221"/>
                    <a:pt x="1359" y="11147"/>
                  </a:cubicBezTo>
                  <a:cubicBezTo>
                    <a:pt x="1426" y="11150"/>
                    <a:pt x="1491" y="11152"/>
                    <a:pt x="1554" y="11152"/>
                  </a:cubicBezTo>
                  <a:cubicBezTo>
                    <a:pt x="2412" y="11152"/>
                    <a:pt x="2820" y="10847"/>
                    <a:pt x="3656" y="10847"/>
                  </a:cubicBezTo>
                  <a:cubicBezTo>
                    <a:pt x="3843" y="10847"/>
                    <a:pt x="4051" y="10863"/>
                    <a:pt x="4290" y="10900"/>
                  </a:cubicBezTo>
                  <a:cubicBezTo>
                    <a:pt x="5093" y="9696"/>
                    <a:pt x="4784" y="9172"/>
                    <a:pt x="5772" y="7968"/>
                  </a:cubicBezTo>
                  <a:lnTo>
                    <a:pt x="5772" y="6641"/>
                  </a:lnTo>
                  <a:cubicBezTo>
                    <a:pt x="5864" y="6332"/>
                    <a:pt x="6142" y="6240"/>
                    <a:pt x="6512" y="6116"/>
                  </a:cubicBezTo>
                  <a:cubicBezTo>
                    <a:pt x="5833" y="4944"/>
                    <a:pt x="7161" y="3833"/>
                    <a:pt x="7253" y="1857"/>
                  </a:cubicBezTo>
                  <a:cubicBezTo>
                    <a:pt x="5906" y="1857"/>
                    <a:pt x="7201" y="0"/>
                    <a:pt x="590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5"/>
            <p:cNvSpPr/>
            <p:nvPr/>
          </p:nvSpPr>
          <p:spPr>
            <a:xfrm>
              <a:off x="7628918" y="4396604"/>
              <a:ext cx="135374" cy="78514"/>
            </a:xfrm>
            <a:custGeom>
              <a:avLst/>
              <a:gdLst/>
              <a:ahLst/>
              <a:cxnLst/>
              <a:rect l="l" t="t" r="r" b="b"/>
              <a:pathLst>
                <a:path w="4816" h="2508" extrusionOk="0">
                  <a:moveTo>
                    <a:pt x="1045" y="0"/>
                  </a:moveTo>
                  <a:cubicBezTo>
                    <a:pt x="778" y="0"/>
                    <a:pt x="557" y="26"/>
                    <a:pt x="402" y="100"/>
                  </a:cubicBezTo>
                  <a:cubicBezTo>
                    <a:pt x="1" y="501"/>
                    <a:pt x="1637" y="1705"/>
                    <a:pt x="1883" y="2507"/>
                  </a:cubicBezTo>
                  <a:cubicBezTo>
                    <a:pt x="3673" y="2384"/>
                    <a:pt x="4815" y="1797"/>
                    <a:pt x="4445" y="100"/>
                  </a:cubicBezTo>
                  <a:lnTo>
                    <a:pt x="4445" y="100"/>
                  </a:lnTo>
                  <a:cubicBezTo>
                    <a:pt x="4155" y="139"/>
                    <a:pt x="3860" y="154"/>
                    <a:pt x="3566" y="154"/>
                  </a:cubicBezTo>
                  <a:cubicBezTo>
                    <a:pt x="2621" y="154"/>
                    <a:pt x="1694" y="0"/>
                    <a:pt x="104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5"/>
            <p:cNvSpPr/>
            <p:nvPr/>
          </p:nvSpPr>
          <p:spPr>
            <a:xfrm>
              <a:off x="3911681" y="2593983"/>
              <a:ext cx="1659571" cy="1681159"/>
            </a:xfrm>
            <a:custGeom>
              <a:avLst/>
              <a:gdLst/>
              <a:ahLst/>
              <a:cxnLst/>
              <a:rect l="l" t="t" r="r" b="b"/>
              <a:pathLst>
                <a:path w="59040" h="53702" extrusionOk="0">
                  <a:moveTo>
                    <a:pt x="23544" y="0"/>
                  </a:moveTo>
                  <a:cubicBezTo>
                    <a:pt x="21759" y="0"/>
                    <a:pt x="20004" y="279"/>
                    <a:pt x="18333" y="836"/>
                  </a:cubicBezTo>
                  <a:cubicBezTo>
                    <a:pt x="17781" y="813"/>
                    <a:pt x="17243" y="800"/>
                    <a:pt x="16725" y="800"/>
                  </a:cubicBezTo>
                  <a:cubicBezTo>
                    <a:pt x="14433" y="800"/>
                    <a:pt x="12516" y="1060"/>
                    <a:pt x="11358" y="1916"/>
                  </a:cubicBezTo>
                  <a:cubicBezTo>
                    <a:pt x="11065" y="1388"/>
                    <a:pt x="10382" y="1111"/>
                    <a:pt x="9335" y="1111"/>
                  </a:cubicBezTo>
                  <a:cubicBezTo>
                    <a:pt x="9280" y="1111"/>
                    <a:pt x="9224" y="1112"/>
                    <a:pt x="9167" y="1113"/>
                  </a:cubicBezTo>
                  <a:cubicBezTo>
                    <a:pt x="8858" y="2039"/>
                    <a:pt x="7562" y="2224"/>
                    <a:pt x="6605" y="2687"/>
                  </a:cubicBezTo>
                  <a:cubicBezTo>
                    <a:pt x="5618" y="3953"/>
                    <a:pt x="5988" y="5558"/>
                    <a:pt x="5155" y="6669"/>
                  </a:cubicBezTo>
                  <a:cubicBezTo>
                    <a:pt x="4599" y="7378"/>
                    <a:pt x="2624" y="8088"/>
                    <a:pt x="1852" y="8798"/>
                  </a:cubicBezTo>
                  <a:cubicBezTo>
                    <a:pt x="1791" y="10341"/>
                    <a:pt x="927" y="11329"/>
                    <a:pt x="1" y="12285"/>
                  </a:cubicBezTo>
                  <a:lnTo>
                    <a:pt x="1" y="19198"/>
                  </a:lnTo>
                  <a:cubicBezTo>
                    <a:pt x="1266" y="20217"/>
                    <a:pt x="2377" y="21359"/>
                    <a:pt x="2933" y="22902"/>
                  </a:cubicBezTo>
                  <a:cubicBezTo>
                    <a:pt x="4630" y="23643"/>
                    <a:pt x="5772" y="24754"/>
                    <a:pt x="8056" y="25031"/>
                  </a:cubicBezTo>
                  <a:cubicBezTo>
                    <a:pt x="9414" y="24834"/>
                    <a:pt x="10791" y="24735"/>
                    <a:pt x="12173" y="24735"/>
                  </a:cubicBezTo>
                  <a:cubicBezTo>
                    <a:pt x="12518" y="24735"/>
                    <a:pt x="12864" y="24741"/>
                    <a:pt x="13210" y="24754"/>
                  </a:cubicBezTo>
                  <a:cubicBezTo>
                    <a:pt x="13947" y="24341"/>
                    <a:pt x="13923" y="23420"/>
                    <a:pt x="15213" y="23420"/>
                  </a:cubicBezTo>
                  <a:cubicBezTo>
                    <a:pt x="15272" y="23420"/>
                    <a:pt x="15335" y="23422"/>
                    <a:pt x="15401" y="23426"/>
                  </a:cubicBezTo>
                  <a:cubicBezTo>
                    <a:pt x="16080" y="23488"/>
                    <a:pt x="15617" y="24321"/>
                    <a:pt x="16142" y="24507"/>
                  </a:cubicBezTo>
                  <a:cubicBezTo>
                    <a:pt x="16370" y="24482"/>
                    <a:pt x="16579" y="24471"/>
                    <a:pt x="16774" y="24471"/>
                  </a:cubicBezTo>
                  <a:cubicBezTo>
                    <a:pt x="18025" y="24471"/>
                    <a:pt x="18665" y="24924"/>
                    <a:pt x="19814" y="25031"/>
                  </a:cubicBezTo>
                  <a:cubicBezTo>
                    <a:pt x="20325" y="24827"/>
                    <a:pt x="20625" y="24453"/>
                    <a:pt x="21430" y="24453"/>
                  </a:cubicBezTo>
                  <a:cubicBezTo>
                    <a:pt x="21598" y="24453"/>
                    <a:pt x="21787" y="24469"/>
                    <a:pt x="22005" y="24507"/>
                  </a:cubicBezTo>
                  <a:cubicBezTo>
                    <a:pt x="22376" y="26544"/>
                    <a:pt x="21234" y="27500"/>
                    <a:pt x="21265" y="29290"/>
                  </a:cubicBezTo>
                  <a:cubicBezTo>
                    <a:pt x="22314" y="30648"/>
                    <a:pt x="24104" y="31667"/>
                    <a:pt x="23456" y="33518"/>
                  </a:cubicBezTo>
                  <a:cubicBezTo>
                    <a:pt x="24443" y="34413"/>
                    <a:pt x="24505" y="35956"/>
                    <a:pt x="24937" y="37253"/>
                  </a:cubicBezTo>
                  <a:cubicBezTo>
                    <a:pt x="24011" y="38456"/>
                    <a:pt x="24227" y="40462"/>
                    <a:pt x="23456" y="41758"/>
                  </a:cubicBezTo>
                  <a:cubicBezTo>
                    <a:pt x="24999" y="42777"/>
                    <a:pt x="26172" y="44258"/>
                    <a:pt x="26789" y="46017"/>
                  </a:cubicBezTo>
                  <a:lnTo>
                    <a:pt x="26789" y="48394"/>
                  </a:lnTo>
                  <a:cubicBezTo>
                    <a:pt x="28394" y="49782"/>
                    <a:pt x="28363" y="52375"/>
                    <a:pt x="30060" y="53702"/>
                  </a:cubicBezTo>
                  <a:cubicBezTo>
                    <a:pt x="33578" y="53517"/>
                    <a:pt x="35338" y="52066"/>
                    <a:pt x="38486" y="51572"/>
                  </a:cubicBezTo>
                  <a:cubicBezTo>
                    <a:pt x="39041" y="50122"/>
                    <a:pt x="40152" y="49073"/>
                    <a:pt x="41788" y="48394"/>
                  </a:cubicBezTo>
                  <a:cubicBezTo>
                    <a:pt x="41603" y="47375"/>
                    <a:pt x="42436" y="47097"/>
                    <a:pt x="42127" y="46017"/>
                  </a:cubicBezTo>
                  <a:cubicBezTo>
                    <a:pt x="42703" y="45808"/>
                    <a:pt x="42990" y="45421"/>
                    <a:pt x="43835" y="45421"/>
                  </a:cubicBezTo>
                  <a:cubicBezTo>
                    <a:pt x="43987" y="45421"/>
                    <a:pt x="44157" y="45434"/>
                    <a:pt x="44349" y="45462"/>
                  </a:cubicBezTo>
                  <a:cubicBezTo>
                    <a:pt x="44380" y="42406"/>
                    <a:pt x="45892" y="40400"/>
                    <a:pt x="48763" y="39351"/>
                  </a:cubicBezTo>
                  <a:cubicBezTo>
                    <a:pt x="49287" y="36913"/>
                    <a:pt x="49287" y="34382"/>
                    <a:pt x="48763" y="31913"/>
                  </a:cubicBezTo>
                  <a:cubicBezTo>
                    <a:pt x="49534" y="30864"/>
                    <a:pt x="50151" y="29691"/>
                    <a:pt x="50552" y="28457"/>
                  </a:cubicBezTo>
                  <a:cubicBezTo>
                    <a:pt x="51447" y="28025"/>
                    <a:pt x="52188" y="27500"/>
                    <a:pt x="53145" y="27130"/>
                  </a:cubicBezTo>
                  <a:cubicBezTo>
                    <a:pt x="54873" y="25278"/>
                    <a:pt x="56478" y="23334"/>
                    <a:pt x="58268" y="21544"/>
                  </a:cubicBezTo>
                  <a:cubicBezTo>
                    <a:pt x="58546" y="20556"/>
                    <a:pt x="59040" y="19198"/>
                    <a:pt x="57898" y="18643"/>
                  </a:cubicBezTo>
                  <a:cubicBezTo>
                    <a:pt x="57787" y="18632"/>
                    <a:pt x="57684" y="18627"/>
                    <a:pt x="57588" y="18627"/>
                  </a:cubicBezTo>
                  <a:cubicBezTo>
                    <a:pt x="56369" y="18627"/>
                    <a:pt x="56318" y="19448"/>
                    <a:pt x="55118" y="19448"/>
                  </a:cubicBezTo>
                  <a:cubicBezTo>
                    <a:pt x="55079" y="19448"/>
                    <a:pt x="55038" y="19447"/>
                    <a:pt x="54997" y="19445"/>
                  </a:cubicBezTo>
                  <a:lnTo>
                    <a:pt x="51664" y="19445"/>
                  </a:lnTo>
                  <a:cubicBezTo>
                    <a:pt x="51509" y="17624"/>
                    <a:pt x="49688" y="16976"/>
                    <a:pt x="48361" y="15958"/>
                  </a:cubicBezTo>
                  <a:cubicBezTo>
                    <a:pt x="48701" y="14199"/>
                    <a:pt x="46201" y="14538"/>
                    <a:pt x="46911" y="12501"/>
                  </a:cubicBezTo>
                  <a:cubicBezTo>
                    <a:pt x="46294" y="11884"/>
                    <a:pt x="45152" y="11637"/>
                    <a:pt x="44720" y="10897"/>
                  </a:cubicBezTo>
                  <a:cubicBezTo>
                    <a:pt x="45028" y="10156"/>
                    <a:pt x="44288" y="8983"/>
                    <a:pt x="44627" y="8798"/>
                  </a:cubicBezTo>
                  <a:cubicBezTo>
                    <a:pt x="44534" y="8613"/>
                    <a:pt x="44411" y="8428"/>
                    <a:pt x="44288" y="8181"/>
                  </a:cubicBezTo>
                  <a:cubicBezTo>
                    <a:pt x="44220" y="8226"/>
                    <a:pt x="44119" y="8255"/>
                    <a:pt x="44046" y="8255"/>
                  </a:cubicBezTo>
                  <a:cubicBezTo>
                    <a:pt x="44019" y="8255"/>
                    <a:pt x="43995" y="8251"/>
                    <a:pt x="43979" y="8243"/>
                  </a:cubicBezTo>
                  <a:cubicBezTo>
                    <a:pt x="43855" y="8150"/>
                    <a:pt x="44041" y="8026"/>
                    <a:pt x="44195" y="7965"/>
                  </a:cubicBezTo>
                  <a:cubicBezTo>
                    <a:pt x="43516" y="6792"/>
                    <a:pt x="42590" y="5342"/>
                    <a:pt x="42220" y="4755"/>
                  </a:cubicBezTo>
                  <a:lnTo>
                    <a:pt x="42127" y="4755"/>
                  </a:lnTo>
                  <a:cubicBezTo>
                    <a:pt x="39473" y="4045"/>
                    <a:pt x="36140" y="3798"/>
                    <a:pt x="32591" y="3706"/>
                  </a:cubicBezTo>
                  <a:cubicBezTo>
                    <a:pt x="31542" y="3922"/>
                    <a:pt x="31727" y="5033"/>
                    <a:pt x="30770" y="5311"/>
                  </a:cubicBezTo>
                  <a:cubicBezTo>
                    <a:pt x="29104" y="4045"/>
                    <a:pt x="25770" y="3984"/>
                    <a:pt x="24196" y="2657"/>
                  </a:cubicBezTo>
                  <a:cubicBezTo>
                    <a:pt x="24474" y="1731"/>
                    <a:pt x="23795" y="1515"/>
                    <a:pt x="23456" y="1052"/>
                  </a:cubicBezTo>
                  <a:cubicBezTo>
                    <a:pt x="24320" y="990"/>
                    <a:pt x="24289" y="342"/>
                    <a:pt x="23826" y="2"/>
                  </a:cubicBezTo>
                  <a:cubicBezTo>
                    <a:pt x="23732" y="1"/>
                    <a:pt x="23638" y="0"/>
                    <a:pt x="23544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45"/>
            <p:cNvSpPr/>
            <p:nvPr/>
          </p:nvSpPr>
          <p:spPr>
            <a:xfrm>
              <a:off x="4086914" y="1371408"/>
              <a:ext cx="4319467" cy="2047754"/>
            </a:xfrm>
            <a:custGeom>
              <a:avLst/>
              <a:gdLst/>
              <a:ahLst/>
              <a:cxnLst/>
              <a:rect l="l" t="t" r="r" b="b"/>
              <a:pathLst>
                <a:path w="153663" h="65413" extrusionOk="0">
                  <a:moveTo>
                    <a:pt x="90433" y="4284"/>
                  </a:moveTo>
                  <a:cubicBezTo>
                    <a:pt x="90468" y="4284"/>
                    <a:pt x="90498" y="4291"/>
                    <a:pt x="90519" y="4306"/>
                  </a:cubicBezTo>
                  <a:cubicBezTo>
                    <a:pt x="90679" y="4413"/>
                    <a:pt x="90355" y="4565"/>
                    <a:pt x="90204" y="4565"/>
                  </a:cubicBezTo>
                  <a:cubicBezTo>
                    <a:pt x="90181" y="4565"/>
                    <a:pt x="90161" y="4561"/>
                    <a:pt x="90148" y="4553"/>
                  </a:cubicBezTo>
                  <a:lnTo>
                    <a:pt x="90118" y="4584"/>
                  </a:lnTo>
                  <a:cubicBezTo>
                    <a:pt x="89963" y="4455"/>
                    <a:pt x="90259" y="4284"/>
                    <a:pt x="90433" y="4284"/>
                  </a:cubicBezTo>
                  <a:close/>
                  <a:moveTo>
                    <a:pt x="89323" y="4819"/>
                  </a:moveTo>
                  <a:cubicBezTo>
                    <a:pt x="89346" y="4819"/>
                    <a:pt x="89364" y="4822"/>
                    <a:pt x="89377" y="4831"/>
                  </a:cubicBezTo>
                  <a:cubicBezTo>
                    <a:pt x="89582" y="4933"/>
                    <a:pt x="89297" y="5100"/>
                    <a:pt x="89124" y="5100"/>
                  </a:cubicBezTo>
                  <a:cubicBezTo>
                    <a:pt x="89089" y="5100"/>
                    <a:pt x="89058" y="5093"/>
                    <a:pt x="89037" y="5078"/>
                  </a:cubicBezTo>
                  <a:lnTo>
                    <a:pt x="89037" y="5109"/>
                  </a:lnTo>
                  <a:cubicBezTo>
                    <a:pt x="88877" y="4975"/>
                    <a:pt x="89179" y="4819"/>
                    <a:pt x="89323" y="4819"/>
                  </a:cubicBezTo>
                  <a:close/>
                  <a:moveTo>
                    <a:pt x="88224" y="5086"/>
                  </a:moveTo>
                  <a:cubicBezTo>
                    <a:pt x="88256" y="5086"/>
                    <a:pt x="88281" y="5093"/>
                    <a:pt x="88297" y="5109"/>
                  </a:cubicBezTo>
                  <a:cubicBezTo>
                    <a:pt x="88483" y="5215"/>
                    <a:pt x="88164" y="5368"/>
                    <a:pt x="87993" y="5368"/>
                  </a:cubicBezTo>
                  <a:cubicBezTo>
                    <a:pt x="87966" y="5368"/>
                    <a:pt x="87943" y="5364"/>
                    <a:pt x="87926" y="5355"/>
                  </a:cubicBezTo>
                  <a:lnTo>
                    <a:pt x="87926" y="5386"/>
                  </a:lnTo>
                  <a:cubicBezTo>
                    <a:pt x="87772" y="5258"/>
                    <a:pt x="88068" y="5086"/>
                    <a:pt x="88224" y="5086"/>
                  </a:cubicBezTo>
                  <a:close/>
                  <a:moveTo>
                    <a:pt x="31455" y="8800"/>
                  </a:moveTo>
                  <a:cubicBezTo>
                    <a:pt x="31479" y="8800"/>
                    <a:pt x="31498" y="8804"/>
                    <a:pt x="31511" y="8812"/>
                  </a:cubicBezTo>
                  <a:cubicBezTo>
                    <a:pt x="31665" y="8915"/>
                    <a:pt x="31392" y="9081"/>
                    <a:pt x="31225" y="9081"/>
                  </a:cubicBezTo>
                  <a:cubicBezTo>
                    <a:pt x="31191" y="9081"/>
                    <a:pt x="31161" y="9074"/>
                    <a:pt x="31140" y="9059"/>
                  </a:cubicBezTo>
                  <a:lnTo>
                    <a:pt x="31140" y="9090"/>
                  </a:lnTo>
                  <a:cubicBezTo>
                    <a:pt x="30980" y="8956"/>
                    <a:pt x="31305" y="8800"/>
                    <a:pt x="31455" y="8800"/>
                  </a:cubicBezTo>
                  <a:close/>
                  <a:moveTo>
                    <a:pt x="63645" y="8860"/>
                  </a:moveTo>
                  <a:cubicBezTo>
                    <a:pt x="63771" y="8860"/>
                    <a:pt x="63858" y="8987"/>
                    <a:pt x="63731" y="9367"/>
                  </a:cubicBezTo>
                  <a:cubicBezTo>
                    <a:pt x="63021" y="9327"/>
                    <a:pt x="63404" y="8860"/>
                    <a:pt x="63645" y="8860"/>
                  </a:cubicBezTo>
                  <a:close/>
                  <a:moveTo>
                    <a:pt x="63731" y="9367"/>
                  </a:moveTo>
                  <a:cubicBezTo>
                    <a:pt x="64008" y="9769"/>
                    <a:pt x="65551" y="9275"/>
                    <a:pt x="65212" y="10139"/>
                  </a:cubicBezTo>
                  <a:cubicBezTo>
                    <a:pt x="64502" y="10046"/>
                    <a:pt x="63638" y="10077"/>
                    <a:pt x="63731" y="9367"/>
                  </a:cubicBezTo>
                  <a:close/>
                  <a:moveTo>
                    <a:pt x="38399" y="14108"/>
                  </a:moveTo>
                  <a:cubicBezTo>
                    <a:pt x="38423" y="14108"/>
                    <a:pt x="38442" y="14112"/>
                    <a:pt x="38455" y="14120"/>
                  </a:cubicBezTo>
                  <a:cubicBezTo>
                    <a:pt x="38634" y="14223"/>
                    <a:pt x="38345" y="14389"/>
                    <a:pt x="38189" y="14389"/>
                  </a:cubicBezTo>
                  <a:cubicBezTo>
                    <a:pt x="38157" y="14389"/>
                    <a:pt x="38131" y="14383"/>
                    <a:pt x="38115" y="14367"/>
                  </a:cubicBezTo>
                  <a:lnTo>
                    <a:pt x="38084" y="14398"/>
                  </a:lnTo>
                  <a:cubicBezTo>
                    <a:pt x="37924" y="14264"/>
                    <a:pt x="38249" y="14108"/>
                    <a:pt x="38399" y="14108"/>
                  </a:cubicBezTo>
                  <a:close/>
                  <a:moveTo>
                    <a:pt x="30431" y="18657"/>
                  </a:moveTo>
                  <a:cubicBezTo>
                    <a:pt x="30462" y="19459"/>
                    <a:pt x="29320" y="19428"/>
                    <a:pt x="28239" y="19459"/>
                  </a:cubicBezTo>
                  <a:cubicBezTo>
                    <a:pt x="28209" y="18657"/>
                    <a:pt x="29505" y="18780"/>
                    <a:pt x="30431" y="18657"/>
                  </a:cubicBezTo>
                  <a:close/>
                  <a:moveTo>
                    <a:pt x="26540" y="13312"/>
                  </a:moveTo>
                  <a:cubicBezTo>
                    <a:pt x="26872" y="13312"/>
                    <a:pt x="27047" y="13406"/>
                    <a:pt x="27128" y="13595"/>
                  </a:cubicBezTo>
                  <a:cubicBezTo>
                    <a:pt x="26820" y="15416"/>
                    <a:pt x="23857" y="15293"/>
                    <a:pt x="24197" y="17577"/>
                  </a:cubicBezTo>
                  <a:cubicBezTo>
                    <a:pt x="25061" y="18194"/>
                    <a:pt x="26048" y="18564"/>
                    <a:pt x="27128" y="18626"/>
                  </a:cubicBezTo>
                  <a:lnTo>
                    <a:pt x="27128" y="21280"/>
                  </a:lnTo>
                  <a:cubicBezTo>
                    <a:pt x="26416" y="21201"/>
                    <a:pt x="27058" y="20129"/>
                    <a:pt x="26216" y="20129"/>
                  </a:cubicBezTo>
                  <a:cubicBezTo>
                    <a:pt x="26073" y="20129"/>
                    <a:pt x="25888" y="20159"/>
                    <a:pt x="25647" y="20231"/>
                  </a:cubicBezTo>
                  <a:cubicBezTo>
                    <a:pt x="24845" y="21157"/>
                    <a:pt x="25369" y="23008"/>
                    <a:pt x="24197" y="23687"/>
                  </a:cubicBezTo>
                  <a:cubicBezTo>
                    <a:pt x="23972" y="23705"/>
                    <a:pt x="23757" y="23711"/>
                    <a:pt x="23551" y="23711"/>
                  </a:cubicBezTo>
                  <a:cubicBezTo>
                    <a:pt x="22911" y="23711"/>
                    <a:pt x="22354" y="23648"/>
                    <a:pt x="21851" y="23648"/>
                  </a:cubicBezTo>
                  <a:cubicBezTo>
                    <a:pt x="21647" y="23648"/>
                    <a:pt x="21453" y="23658"/>
                    <a:pt x="21265" y="23687"/>
                  </a:cubicBezTo>
                  <a:cubicBezTo>
                    <a:pt x="20246" y="23842"/>
                    <a:pt x="20030" y="24459"/>
                    <a:pt x="19073" y="24490"/>
                  </a:cubicBezTo>
                  <a:cubicBezTo>
                    <a:pt x="19136" y="24280"/>
                    <a:pt x="18628" y="23927"/>
                    <a:pt x="18277" y="23927"/>
                  </a:cubicBezTo>
                  <a:cubicBezTo>
                    <a:pt x="18112" y="23927"/>
                    <a:pt x="17982" y="24005"/>
                    <a:pt x="17962" y="24212"/>
                  </a:cubicBezTo>
                  <a:cubicBezTo>
                    <a:pt x="17098" y="24150"/>
                    <a:pt x="17098" y="23502"/>
                    <a:pt x="17962" y="23440"/>
                  </a:cubicBezTo>
                  <a:cubicBezTo>
                    <a:pt x="17098" y="22823"/>
                    <a:pt x="16543" y="21836"/>
                    <a:pt x="16512" y="20755"/>
                  </a:cubicBezTo>
                  <a:lnTo>
                    <a:pt x="16512" y="20755"/>
                  </a:lnTo>
                  <a:cubicBezTo>
                    <a:pt x="18098" y="20863"/>
                    <a:pt x="17764" y="23640"/>
                    <a:pt x="19814" y="23640"/>
                  </a:cubicBezTo>
                  <a:cubicBezTo>
                    <a:pt x="20117" y="23640"/>
                    <a:pt x="20473" y="23580"/>
                    <a:pt x="20894" y="23440"/>
                  </a:cubicBezTo>
                  <a:cubicBezTo>
                    <a:pt x="21728" y="22360"/>
                    <a:pt x="22283" y="21064"/>
                    <a:pt x="23086" y="19953"/>
                  </a:cubicBezTo>
                  <a:cubicBezTo>
                    <a:pt x="22931" y="19398"/>
                    <a:pt x="22684" y="18842"/>
                    <a:pt x="22345" y="18348"/>
                  </a:cubicBezTo>
                  <a:cubicBezTo>
                    <a:pt x="22561" y="15848"/>
                    <a:pt x="25184" y="15108"/>
                    <a:pt x="26388" y="13318"/>
                  </a:cubicBezTo>
                  <a:cubicBezTo>
                    <a:pt x="26442" y="13314"/>
                    <a:pt x="26492" y="13312"/>
                    <a:pt x="26540" y="13312"/>
                  </a:cubicBezTo>
                  <a:close/>
                  <a:moveTo>
                    <a:pt x="16851" y="34304"/>
                  </a:moveTo>
                  <a:lnTo>
                    <a:pt x="16851" y="34828"/>
                  </a:lnTo>
                  <a:cubicBezTo>
                    <a:pt x="16481" y="34828"/>
                    <a:pt x="16389" y="34365"/>
                    <a:pt x="16851" y="34304"/>
                  </a:cubicBezTo>
                  <a:close/>
                  <a:moveTo>
                    <a:pt x="108562" y="36980"/>
                  </a:moveTo>
                  <a:cubicBezTo>
                    <a:pt x="108644" y="36980"/>
                    <a:pt x="108729" y="36983"/>
                    <a:pt x="108820" y="36989"/>
                  </a:cubicBezTo>
                  <a:cubicBezTo>
                    <a:pt x="108820" y="37390"/>
                    <a:pt x="108635" y="38007"/>
                    <a:pt x="109190" y="38038"/>
                  </a:cubicBezTo>
                  <a:cubicBezTo>
                    <a:pt x="109032" y="38258"/>
                    <a:pt x="108834" y="38332"/>
                    <a:pt x="108609" y="38332"/>
                  </a:cubicBezTo>
                  <a:cubicBezTo>
                    <a:pt x="108134" y="38332"/>
                    <a:pt x="107540" y="37998"/>
                    <a:pt x="106956" y="37998"/>
                  </a:cubicBezTo>
                  <a:cubicBezTo>
                    <a:pt x="106846" y="37998"/>
                    <a:pt x="106737" y="38010"/>
                    <a:pt x="106629" y="38038"/>
                  </a:cubicBezTo>
                  <a:cubicBezTo>
                    <a:pt x="107119" y="37576"/>
                    <a:pt x="107394" y="36980"/>
                    <a:pt x="108562" y="36980"/>
                  </a:cubicBezTo>
                  <a:close/>
                  <a:moveTo>
                    <a:pt x="83463" y="0"/>
                  </a:moveTo>
                  <a:cubicBezTo>
                    <a:pt x="83374" y="0"/>
                    <a:pt x="83278" y="5"/>
                    <a:pt x="83174" y="16"/>
                  </a:cubicBezTo>
                  <a:cubicBezTo>
                    <a:pt x="82309" y="294"/>
                    <a:pt x="82032" y="942"/>
                    <a:pt x="82093" y="1868"/>
                  </a:cubicBezTo>
                  <a:cubicBezTo>
                    <a:pt x="81842" y="1808"/>
                    <a:pt x="81638" y="1783"/>
                    <a:pt x="81468" y="1783"/>
                  </a:cubicBezTo>
                  <a:cubicBezTo>
                    <a:pt x="80466" y="1783"/>
                    <a:pt x="80700" y="2678"/>
                    <a:pt x="79703" y="2678"/>
                  </a:cubicBezTo>
                  <a:cubicBezTo>
                    <a:pt x="79650" y="2678"/>
                    <a:pt x="79593" y="2676"/>
                    <a:pt x="79532" y="2670"/>
                  </a:cubicBezTo>
                  <a:cubicBezTo>
                    <a:pt x="78898" y="2560"/>
                    <a:pt x="79150" y="1835"/>
                    <a:pt x="78376" y="1835"/>
                  </a:cubicBezTo>
                  <a:cubicBezTo>
                    <a:pt x="78283" y="1835"/>
                    <a:pt x="78176" y="1845"/>
                    <a:pt x="78051" y="1868"/>
                  </a:cubicBezTo>
                  <a:cubicBezTo>
                    <a:pt x="77218" y="2513"/>
                    <a:pt x="76105" y="2947"/>
                    <a:pt x="74446" y="2947"/>
                  </a:cubicBezTo>
                  <a:cubicBezTo>
                    <a:pt x="74199" y="2947"/>
                    <a:pt x="73940" y="2937"/>
                    <a:pt x="73668" y="2917"/>
                  </a:cubicBezTo>
                  <a:cubicBezTo>
                    <a:pt x="73069" y="3260"/>
                    <a:pt x="72760" y="3761"/>
                    <a:pt x="71740" y="3761"/>
                  </a:cubicBezTo>
                  <a:cubicBezTo>
                    <a:pt x="71657" y="3761"/>
                    <a:pt x="71570" y="3758"/>
                    <a:pt x="71477" y="3751"/>
                  </a:cubicBezTo>
                  <a:cubicBezTo>
                    <a:pt x="70952" y="4059"/>
                    <a:pt x="71292" y="5047"/>
                    <a:pt x="70335" y="5047"/>
                  </a:cubicBezTo>
                  <a:cubicBezTo>
                    <a:pt x="70225" y="5074"/>
                    <a:pt x="70092" y="5084"/>
                    <a:pt x="69946" y="5084"/>
                  </a:cubicBezTo>
                  <a:cubicBezTo>
                    <a:pt x="69583" y="5084"/>
                    <a:pt x="69142" y="5023"/>
                    <a:pt x="68785" y="5023"/>
                  </a:cubicBezTo>
                  <a:cubicBezTo>
                    <a:pt x="68319" y="5023"/>
                    <a:pt x="67996" y="5127"/>
                    <a:pt x="68175" y="5602"/>
                  </a:cubicBezTo>
                  <a:cubicBezTo>
                    <a:pt x="68175" y="6559"/>
                    <a:pt x="70304" y="5973"/>
                    <a:pt x="69996" y="7176"/>
                  </a:cubicBezTo>
                  <a:cubicBezTo>
                    <a:pt x="68756" y="6923"/>
                    <a:pt x="68365" y="6103"/>
                    <a:pt x="66804" y="6103"/>
                  </a:cubicBezTo>
                  <a:cubicBezTo>
                    <a:pt x="66655" y="6103"/>
                    <a:pt x="66495" y="6111"/>
                    <a:pt x="66323" y="6127"/>
                  </a:cubicBezTo>
                  <a:cubicBezTo>
                    <a:pt x="66323" y="6837"/>
                    <a:pt x="66539" y="7670"/>
                    <a:pt x="65582" y="7732"/>
                  </a:cubicBezTo>
                  <a:cubicBezTo>
                    <a:pt x="65181" y="7392"/>
                    <a:pt x="65181" y="6775"/>
                    <a:pt x="65212" y="6127"/>
                  </a:cubicBezTo>
                  <a:cubicBezTo>
                    <a:pt x="65109" y="6111"/>
                    <a:pt x="65017" y="6104"/>
                    <a:pt x="64936" y="6104"/>
                  </a:cubicBezTo>
                  <a:cubicBezTo>
                    <a:pt x="64033" y="6104"/>
                    <a:pt x="64380" y="6993"/>
                    <a:pt x="63497" y="6993"/>
                  </a:cubicBezTo>
                  <a:cubicBezTo>
                    <a:pt x="63368" y="6993"/>
                    <a:pt x="63211" y="6973"/>
                    <a:pt x="63021" y="6929"/>
                  </a:cubicBezTo>
                  <a:cubicBezTo>
                    <a:pt x="62548" y="6509"/>
                    <a:pt x="62522" y="5776"/>
                    <a:pt x="61479" y="5776"/>
                  </a:cubicBezTo>
                  <a:cubicBezTo>
                    <a:pt x="61297" y="5776"/>
                    <a:pt x="61083" y="5799"/>
                    <a:pt x="60830" y="5849"/>
                  </a:cubicBezTo>
                  <a:cubicBezTo>
                    <a:pt x="59811" y="6960"/>
                    <a:pt x="58392" y="7824"/>
                    <a:pt x="57157" y="8781"/>
                  </a:cubicBezTo>
                  <a:cubicBezTo>
                    <a:pt x="56941" y="8792"/>
                    <a:pt x="56747" y="8797"/>
                    <a:pt x="56570" y="8797"/>
                  </a:cubicBezTo>
                  <a:cubicBezTo>
                    <a:pt x="54792" y="8797"/>
                    <a:pt x="54734" y="8284"/>
                    <a:pt x="52404" y="8256"/>
                  </a:cubicBezTo>
                  <a:lnTo>
                    <a:pt x="52404" y="8256"/>
                  </a:lnTo>
                  <a:cubicBezTo>
                    <a:pt x="51818" y="9553"/>
                    <a:pt x="54287" y="8658"/>
                    <a:pt x="53855" y="9830"/>
                  </a:cubicBezTo>
                  <a:cubicBezTo>
                    <a:pt x="53473" y="9769"/>
                    <a:pt x="53088" y="9748"/>
                    <a:pt x="52689" y="9748"/>
                  </a:cubicBezTo>
                  <a:cubicBezTo>
                    <a:pt x="51748" y="9748"/>
                    <a:pt x="50729" y="9867"/>
                    <a:pt x="49499" y="9867"/>
                  </a:cubicBezTo>
                  <a:cubicBezTo>
                    <a:pt x="49139" y="9867"/>
                    <a:pt x="48761" y="9857"/>
                    <a:pt x="48361" y="9830"/>
                  </a:cubicBezTo>
                  <a:cubicBezTo>
                    <a:pt x="46726" y="10324"/>
                    <a:pt x="45831" y="11343"/>
                    <a:pt x="43979" y="11713"/>
                  </a:cubicBezTo>
                  <a:lnTo>
                    <a:pt x="43979" y="10139"/>
                  </a:lnTo>
                  <a:cubicBezTo>
                    <a:pt x="43757" y="10146"/>
                    <a:pt x="43539" y="10152"/>
                    <a:pt x="43332" y="10152"/>
                  </a:cubicBezTo>
                  <a:cubicBezTo>
                    <a:pt x="42676" y="10152"/>
                    <a:pt x="42116" y="10096"/>
                    <a:pt x="41788" y="9861"/>
                  </a:cubicBezTo>
                  <a:lnTo>
                    <a:pt x="41788" y="9861"/>
                  </a:lnTo>
                  <a:cubicBezTo>
                    <a:pt x="41875" y="11251"/>
                    <a:pt x="41799" y="12532"/>
                    <a:pt x="39954" y="12532"/>
                  </a:cubicBezTo>
                  <a:cubicBezTo>
                    <a:pt x="39832" y="12532"/>
                    <a:pt x="39703" y="12527"/>
                    <a:pt x="39566" y="12515"/>
                  </a:cubicBezTo>
                  <a:lnTo>
                    <a:pt x="39566" y="12515"/>
                  </a:lnTo>
                  <a:cubicBezTo>
                    <a:pt x="39689" y="13503"/>
                    <a:pt x="38239" y="13318"/>
                    <a:pt x="37375" y="13595"/>
                  </a:cubicBezTo>
                  <a:cubicBezTo>
                    <a:pt x="36480" y="13935"/>
                    <a:pt x="38023" y="14367"/>
                    <a:pt x="37004" y="14645"/>
                  </a:cubicBezTo>
                  <a:cubicBezTo>
                    <a:pt x="36867" y="14664"/>
                    <a:pt x="36737" y="14674"/>
                    <a:pt x="36616" y="14674"/>
                  </a:cubicBezTo>
                  <a:cubicBezTo>
                    <a:pt x="34829" y="14674"/>
                    <a:pt x="34726" y="12673"/>
                    <a:pt x="34813" y="12268"/>
                  </a:cubicBezTo>
                  <a:cubicBezTo>
                    <a:pt x="35492" y="12268"/>
                    <a:pt x="36201" y="12249"/>
                    <a:pt x="36882" y="12249"/>
                  </a:cubicBezTo>
                  <a:cubicBezTo>
                    <a:pt x="37903" y="12249"/>
                    <a:pt x="38862" y="12293"/>
                    <a:pt x="39566" y="12515"/>
                  </a:cubicBezTo>
                  <a:cubicBezTo>
                    <a:pt x="40553" y="10849"/>
                    <a:pt x="37498" y="9985"/>
                    <a:pt x="35153" y="9861"/>
                  </a:cubicBezTo>
                  <a:cubicBezTo>
                    <a:pt x="34597" y="9213"/>
                    <a:pt x="33609" y="8874"/>
                    <a:pt x="32252" y="8812"/>
                  </a:cubicBezTo>
                  <a:cubicBezTo>
                    <a:pt x="31758" y="8133"/>
                    <a:pt x="31140" y="7608"/>
                    <a:pt x="30400" y="7207"/>
                  </a:cubicBezTo>
                  <a:lnTo>
                    <a:pt x="27128" y="7207"/>
                  </a:lnTo>
                  <a:cubicBezTo>
                    <a:pt x="26110" y="7701"/>
                    <a:pt x="25184" y="8287"/>
                    <a:pt x="24197" y="8812"/>
                  </a:cubicBezTo>
                  <a:cubicBezTo>
                    <a:pt x="24151" y="8693"/>
                    <a:pt x="24091" y="8652"/>
                    <a:pt x="24013" y="8652"/>
                  </a:cubicBezTo>
                  <a:cubicBezTo>
                    <a:pt x="23852" y="8652"/>
                    <a:pt x="23612" y="8824"/>
                    <a:pt x="23251" y="8824"/>
                  </a:cubicBezTo>
                  <a:cubicBezTo>
                    <a:pt x="23198" y="8824"/>
                    <a:pt x="23143" y="8820"/>
                    <a:pt x="23086" y="8812"/>
                  </a:cubicBezTo>
                  <a:cubicBezTo>
                    <a:pt x="21789" y="9800"/>
                    <a:pt x="20154" y="10540"/>
                    <a:pt x="18703" y="11466"/>
                  </a:cubicBezTo>
                  <a:cubicBezTo>
                    <a:pt x="18302" y="12639"/>
                    <a:pt x="17530" y="13657"/>
                    <a:pt x="16512" y="14367"/>
                  </a:cubicBezTo>
                  <a:cubicBezTo>
                    <a:pt x="16419" y="14058"/>
                    <a:pt x="15833" y="14151"/>
                    <a:pt x="15401" y="14120"/>
                  </a:cubicBezTo>
                  <a:lnTo>
                    <a:pt x="15401" y="15169"/>
                  </a:lnTo>
                  <a:cubicBezTo>
                    <a:pt x="13086" y="15262"/>
                    <a:pt x="12839" y="16867"/>
                    <a:pt x="12099" y="18101"/>
                  </a:cubicBezTo>
                  <a:cubicBezTo>
                    <a:pt x="12839" y="18719"/>
                    <a:pt x="12932" y="19799"/>
                    <a:pt x="12839" y="21033"/>
                  </a:cubicBezTo>
                  <a:cubicBezTo>
                    <a:pt x="13179" y="21743"/>
                    <a:pt x="15154" y="21311"/>
                    <a:pt x="15771" y="21836"/>
                  </a:cubicBezTo>
                  <a:cubicBezTo>
                    <a:pt x="14969" y="22607"/>
                    <a:pt x="14290" y="22885"/>
                    <a:pt x="14290" y="23687"/>
                  </a:cubicBezTo>
                  <a:cubicBezTo>
                    <a:pt x="14372" y="23674"/>
                    <a:pt x="14444" y="23668"/>
                    <a:pt x="14509" y="23668"/>
                  </a:cubicBezTo>
                  <a:cubicBezTo>
                    <a:pt x="15049" y="23668"/>
                    <a:pt x="15003" y="24104"/>
                    <a:pt x="15031" y="24490"/>
                  </a:cubicBezTo>
                  <a:cubicBezTo>
                    <a:pt x="13734" y="24490"/>
                    <a:pt x="12901" y="24891"/>
                    <a:pt x="11728" y="25014"/>
                  </a:cubicBezTo>
                  <a:cubicBezTo>
                    <a:pt x="11389" y="25477"/>
                    <a:pt x="10710" y="25693"/>
                    <a:pt x="10988" y="26588"/>
                  </a:cubicBezTo>
                  <a:cubicBezTo>
                    <a:pt x="10783" y="26545"/>
                    <a:pt x="10610" y="26526"/>
                    <a:pt x="10465" y="26526"/>
                  </a:cubicBezTo>
                  <a:cubicBezTo>
                    <a:pt x="9218" y="26526"/>
                    <a:pt x="9918" y="27932"/>
                    <a:pt x="8678" y="27932"/>
                  </a:cubicBezTo>
                  <a:cubicBezTo>
                    <a:pt x="8601" y="27932"/>
                    <a:pt x="8518" y="27927"/>
                    <a:pt x="8426" y="27915"/>
                  </a:cubicBezTo>
                  <a:lnTo>
                    <a:pt x="8426" y="27915"/>
                  </a:lnTo>
                  <a:cubicBezTo>
                    <a:pt x="8488" y="28255"/>
                    <a:pt x="8364" y="28409"/>
                    <a:pt x="8056" y="28471"/>
                  </a:cubicBezTo>
                  <a:cubicBezTo>
                    <a:pt x="7947" y="28462"/>
                    <a:pt x="7843" y="28458"/>
                    <a:pt x="7745" y="28458"/>
                  </a:cubicBezTo>
                  <a:cubicBezTo>
                    <a:pt x="6402" y="28458"/>
                    <a:pt x="6044" y="29204"/>
                    <a:pt x="5124" y="29520"/>
                  </a:cubicBezTo>
                  <a:cubicBezTo>
                    <a:pt x="4229" y="29674"/>
                    <a:pt x="3241" y="29767"/>
                    <a:pt x="3303" y="30600"/>
                  </a:cubicBezTo>
                  <a:cubicBezTo>
                    <a:pt x="3623" y="30820"/>
                    <a:pt x="4201" y="30859"/>
                    <a:pt x="4828" y="30859"/>
                  </a:cubicBezTo>
                  <a:cubicBezTo>
                    <a:pt x="5170" y="30859"/>
                    <a:pt x="5527" y="30847"/>
                    <a:pt x="5865" y="30847"/>
                  </a:cubicBezTo>
                  <a:cubicBezTo>
                    <a:pt x="5679" y="32051"/>
                    <a:pt x="7562" y="31742"/>
                    <a:pt x="7346" y="32977"/>
                  </a:cubicBezTo>
                  <a:cubicBezTo>
                    <a:pt x="6945" y="33347"/>
                    <a:pt x="6945" y="33964"/>
                    <a:pt x="6235" y="34057"/>
                  </a:cubicBezTo>
                  <a:cubicBezTo>
                    <a:pt x="5755" y="33873"/>
                    <a:pt x="5287" y="33811"/>
                    <a:pt x="4812" y="33811"/>
                  </a:cubicBezTo>
                  <a:cubicBezTo>
                    <a:pt x="3803" y="33811"/>
                    <a:pt x="2761" y="34092"/>
                    <a:pt x="1500" y="34092"/>
                  </a:cubicBezTo>
                  <a:cubicBezTo>
                    <a:pt x="1256" y="34092"/>
                    <a:pt x="1003" y="34082"/>
                    <a:pt x="742" y="34057"/>
                  </a:cubicBezTo>
                  <a:lnTo>
                    <a:pt x="742" y="34057"/>
                  </a:lnTo>
                  <a:cubicBezTo>
                    <a:pt x="371" y="34921"/>
                    <a:pt x="1544" y="36927"/>
                    <a:pt x="1" y="36958"/>
                  </a:cubicBezTo>
                  <a:cubicBezTo>
                    <a:pt x="279" y="37729"/>
                    <a:pt x="1112" y="38131"/>
                    <a:pt x="742" y="39365"/>
                  </a:cubicBezTo>
                  <a:cubicBezTo>
                    <a:pt x="1045" y="39315"/>
                    <a:pt x="1311" y="39294"/>
                    <a:pt x="1550" y="39294"/>
                  </a:cubicBezTo>
                  <a:cubicBezTo>
                    <a:pt x="2644" y="39294"/>
                    <a:pt x="3157" y="39738"/>
                    <a:pt x="4044" y="39890"/>
                  </a:cubicBezTo>
                  <a:cubicBezTo>
                    <a:pt x="4723" y="39627"/>
                    <a:pt x="5108" y="39496"/>
                    <a:pt x="5498" y="39496"/>
                  </a:cubicBezTo>
                  <a:cubicBezTo>
                    <a:pt x="5888" y="39496"/>
                    <a:pt x="6281" y="39627"/>
                    <a:pt x="6976" y="39890"/>
                  </a:cubicBezTo>
                  <a:cubicBezTo>
                    <a:pt x="7809" y="38810"/>
                    <a:pt x="9074" y="38038"/>
                    <a:pt x="8796" y="36155"/>
                  </a:cubicBezTo>
                  <a:cubicBezTo>
                    <a:pt x="10401" y="35816"/>
                    <a:pt x="10124" y="34119"/>
                    <a:pt x="12099" y="34057"/>
                  </a:cubicBezTo>
                  <a:cubicBezTo>
                    <a:pt x="12524" y="34236"/>
                    <a:pt x="12879" y="34302"/>
                    <a:pt x="13202" y="34302"/>
                  </a:cubicBezTo>
                  <a:cubicBezTo>
                    <a:pt x="14050" y="34302"/>
                    <a:pt x="14676" y="33846"/>
                    <a:pt x="15771" y="33779"/>
                  </a:cubicBezTo>
                  <a:lnTo>
                    <a:pt x="15771" y="33779"/>
                  </a:lnTo>
                  <a:cubicBezTo>
                    <a:pt x="14722" y="34798"/>
                    <a:pt x="15247" y="36464"/>
                    <a:pt x="15771" y="37760"/>
                  </a:cubicBezTo>
                  <a:cubicBezTo>
                    <a:pt x="18086" y="37606"/>
                    <a:pt x="16635" y="36248"/>
                    <a:pt x="16851" y="34828"/>
                  </a:cubicBezTo>
                  <a:lnTo>
                    <a:pt x="16851" y="34828"/>
                  </a:lnTo>
                  <a:cubicBezTo>
                    <a:pt x="17623" y="34921"/>
                    <a:pt x="17592" y="35538"/>
                    <a:pt x="17962" y="35909"/>
                  </a:cubicBezTo>
                  <a:cubicBezTo>
                    <a:pt x="19752" y="35939"/>
                    <a:pt x="20863" y="36433"/>
                    <a:pt x="21265" y="37513"/>
                  </a:cubicBezTo>
                  <a:cubicBezTo>
                    <a:pt x="21215" y="37963"/>
                    <a:pt x="20639" y="38049"/>
                    <a:pt x="19931" y="38049"/>
                  </a:cubicBezTo>
                  <a:cubicBezTo>
                    <a:pt x="19764" y="38049"/>
                    <a:pt x="19590" y="38044"/>
                    <a:pt x="19413" y="38038"/>
                  </a:cubicBezTo>
                  <a:lnTo>
                    <a:pt x="19413" y="38038"/>
                  </a:lnTo>
                  <a:cubicBezTo>
                    <a:pt x="19351" y="38964"/>
                    <a:pt x="20709" y="38871"/>
                    <a:pt x="21265" y="39365"/>
                  </a:cubicBezTo>
                  <a:cubicBezTo>
                    <a:pt x="21080" y="38161"/>
                    <a:pt x="22252" y="37945"/>
                    <a:pt x="23086" y="37513"/>
                  </a:cubicBezTo>
                  <a:cubicBezTo>
                    <a:pt x="23302" y="36896"/>
                    <a:pt x="22376" y="37112"/>
                    <a:pt x="22345" y="36711"/>
                  </a:cubicBezTo>
                  <a:cubicBezTo>
                    <a:pt x="22484" y="36540"/>
                    <a:pt x="22618" y="36477"/>
                    <a:pt x="22749" y="36477"/>
                  </a:cubicBezTo>
                  <a:cubicBezTo>
                    <a:pt x="23116" y="36477"/>
                    <a:pt x="23455" y="36976"/>
                    <a:pt x="23801" y="36976"/>
                  </a:cubicBezTo>
                  <a:cubicBezTo>
                    <a:pt x="23931" y="36976"/>
                    <a:pt x="24062" y="36905"/>
                    <a:pt x="24197" y="36711"/>
                  </a:cubicBezTo>
                  <a:cubicBezTo>
                    <a:pt x="23209" y="35291"/>
                    <a:pt x="18641" y="35044"/>
                    <a:pt x="19814" y="32977"/>
                  </a:cubicBezTo>
                  <a:lnTo>
                    <a:pt x="19814" y="32977"/>
                  </a:lnTo>
                  <a:cubicBezTo>
                    <a:pt x="20894" y="34211"/>
                    <a:pt x="22962" y="34767"/>
                    <a:pt x="24197" y="35909"/>
                  </a:cubicBezTo>
                  <a:cubicBezTo>
                    <a:pt x="24413" y="36094"/>
                    <a:pt x="24721" y="36742"/>
                    <a:pt x="24906" y="36958"/>
                  </a:cubicBezTo>
                  <a:cubicBezTo>
                    <a:pt x="25215" y="37297"/>
                    <a:pt x="25801" y="37606"/>
                    <a:pt x="25647" y="38038"/>
                  </a:cubicBezTo>
                  <a:lnTo>
                    <a:pt x="25647" y="39612"/>
                  </a:lnTo>
                  <a:cubicBezTo>
                    <a:pt x="25976" y="39859"/>
                    <a:pt x="26580" y="39900"/>
                    <a:pt x="27238" y="39900"/>
                  </a:cubicBezTo>
                  <a:cubicBezTo>
                    <a:pt x="27567" y="39900"/>
                    <a:pt x="27910" y="39890"/>
                    <a:pt x="28239" y="39890"/>
                  </a:cubicBezTo>
                  <a:cubicBezTo>
                    <a:pt x="28826" y="38964"/>
                    <a:pt x="27561" y="37668"/>
                    <a:pt x="28579" y="36711"/>
                  </a:cubicBezTo>
                  <a:lnTo>
                    <a:pt x="29690" y="36711"/>
                  </a:lnTo>
                  <a:cubicBezTo>
                    <a:pt x="29258" y="37729"/>
                    <a:pt x="29628" y="37699"/>
                    <a:pt x="29320" y="38810"/>
                  </a:cubicBezTo>
                  <a:cubicBezTo>
                    <a:pt x="29362" y="38805"/>
                    <a:pt x="29401" y="38803"/>
                    <a:pt x="29437" y="38803"/>
                  </a:cubicBezTo>
                  <a:cubicBezTo>
                    <a:pt x="30121" y="38803"/>
                    <a:pt x="29845" y="39597"/>
                    <a:pt x="30431" y="39890"/>
                  </a:cubicBezTo>
                  <a:cubicBezTo>
                    <a:pt x="31033" y="40198"/>
                    <a:pt x="31864" y="40322"/>
                    <a:pt x="32685" y="40322"/>
                  </a:cubicBezTo>
                  <a:cubicBezTo>
                    <a:pt x="33672" y="40322"/>
                    <a:pt x="34644" y="40142"/>
                    <a:pt x="35183" y="39890"/>
                  </a:cubicBezTo>
                  <a:lnTo>
                    <a:pt x="35183" y="39890"/>
                  </a:lnTo>
                  <a:cubicBezTo>
                    <a:pt x="36232" y="40249"/>
                    <a:pt x="34343" y="41219"/>
                    <a:pt x="35756" y="41219"/>
                  </a:cubicBezTo>
                  <a:cubicBezTo>
                    <a:pt x="35799" y="41219"/>
                    <a:pt x="35844" y="41219"/>
                    <a:pt x="35893" y="41217"/>
                  </a:cubicBezTo>
                  <a:cubicBezTo>
                    <a:pt x="35963" y="41225"/>
                    <a:pt x="36027" y="41229"/>
                    <a:pt x="36085" y="41229"/>
                  </a:cubicBezTo>
                  <a:cubicBezTo>
                    <a:pt x="37161" y="41229"/>
                    <a:pt x="36286" y="39834"/>
                    <a:pt x="37323" y="39834"/>
                  </a:cubicBezTo>
                  <a:cubicBezTo>
                    <a:pt x="37438" y="39834"/>
                    <a:pt x="37577" y="39851"/>
                    <a:pt x="37745" y="39890"/>
                  </a:cubicBezTo>
                  <a:lnTo>
                    <a:pt x="37745" y="41464"/>
                  </a:lnTo>
                  <a:cubicBezTo>
                    <a:pt x="36850" y="41865"/>
                    <a:pt x="37220" y="43192"/>
                    <a:pt x="36449" y="43686"/>
                  </a:cubicBezTo>
                  <a:cubicBezTo>
                    <a:pt x="37097" y="44858"/>
                    <a:pt x="38609" y="47667"/>
                    <a:pt x="38825" y="48099"/>
                  </a:cubicBezTo>
                  <a:cubicBezTo>
                    <a:pt x="39597" y="48685"/>
                    <a:pt x="40276" y="49765"/>
                    <a:pt x="39936" y="50259"/>
                  </a:cubicBezTo>
                  <a:cubicBezTo>
                    <a:pt x="41479" y="51370"/>
                    <a:pt x="42498" y="52821"/>
                    <a:pt x="43979" y="53963"/>
                  </a:cubicBezTo>
                  <a:cubicBezTo>
                    <a:pt x="44843" y="55074"/>
                    <a:pt x="44720" y="56740"/>
                    <a:pt x="46541" y="57697"/>
                  </a:cubicBezTo>
                  <a:cubicBezTo>
                    <a:pt x="49102" y="57080"/>
                    <a:pt x="50892" y="55876"/>
                    <a:pt x="53886" y="55567"/>
                  </a:cubicBezTo>
                  <a:cubicBezTo>
                    <a:pt x="54379" y="55413"/>
                    <a:pt x="53947" y="54549"/>
                    <a:pt x="54595" y="54487"/>
                  </a:cubicBezTo>
                  <a:cubicBezTo>
                    <a:pt x="56200" y="54302"/>
                    <a:pt x="56848" y="53469"/>
                    <a:pt x="58268" y="53160"/>
                  </a:cubicBezTo>
                  <a:cubicBezTo>
                    <a:pt x="58021" y="52018"/>
                    <a:pt x="59348" y="51987"/>
                    <a:pt x="59379" y="51031"/>
                  </a:cubicBezTo>
                  <a:cubicBezTo>
                    <a:pt x="58731" y="50074"/>
                    <a:pt x="56848" y="50043"/>
                    <a:pt x="57157" y="48377"/>
                  </a:cubicBezTo>
                  <a:cubicBezTo>
                    <a:pt x="56896" y="48353"/>
                    <a:pt x="56651" y="48342"/>
                    <a:pt x="56421" y="48342"/>
                  </a:cubicBezTo>
                  <a:cubicBezTo>
                    <a:pt x="55432" y="48342"/>
                    <a:pt x="54732" y="48551"/>
                    <a:pt x="54256" y="48901"/>
                  </a:cubicBezTo>
                  <a:cubicBezTo>
                    <a:pt x="53947" y="47914"/>
                    <a:pt x="52589" y="47636"/>
                    <a:pt x="52775" y="46247"/>
                  </a:cubicBezTo>
                  <a:lnTo>
                    <a:pt x="52775" y="46247"/>
                  </a:lnTo>
                  <a:cubicBezTo>
                    <a:pt x="52716" y="46252"/>
                    <a:pt x="52660" y="46254"/>
                    <a:pt x="52607" y="46254"/>
                  </a:cubicBezTo>
                  <a:cubicBezTo>
                    <a:pt x="51581" y="46254"/>
                    <a:pt x="51658" y="45433"/>
                    <a:pt x="50954" y="45198"/>
                  </a:cubicBezTo>
                  <a:cubicBezTo>
                    <a:pt x="51509" y="45044"/>
                    <a:pt x="51880" y="44797"/>
                    <a:pt x="52404" y="44673"/>
                  </a:cubicBezTo>
                  <a:cubicBezTo>
                    <a:pt x="54347" y="45527"/>
                    <a:pt x="53875" y="48149"/>
                    <a:pt x="57067" y="48149"/>
                  </a:cubicBezTo>
                  <a:cubicBezTo>
                    <a:pt x="57222" y="48149"/>
                    <a:pt x="57385" y="48143"/>
                    <a:pt x="57558" y="48130"/>
                  </a:cubicBezTo>
                  <a:cubicBezTo>
                    <a:pt x="57682" y="48654"/>
                    <a:pt x="58577" y="48624"/>
                    <a:pt x="58268" y="49457"/>
                  </a:cubicBezTo>
                  <a:cubicBezTo>
                    <a:pt x="58402" y="49468"/>
                    <a:pt x="58527" y="49474"/>
                    <a:pt x="58645" y="49474"/>
                  </a:cubicBezTo>
                  <a:cubicBezTo>
                    <a:pt x="60078" y="49474"/>
                    <a:pt x="60416" y="48685"/>
                    <a:pt x="61864" y="48685"/>
                  </a:cubicBezTo>
                  <a:cubicBezTo>
                    <a:pt x="61889" y="48685"/>
                    <a:pt x="61915" y="48685"/>
                    <a:pt x="61941" y="48685"/>
                  </a:cubicBezTo>
                  <a:cubicBezTo>
                    <a:pt x="62315" y="48829"/>
                    <a:pt x="62340" y="49216"/>
                    <a:pt x="62920" y="49216"/>
                  </a:cubicBezTo>
                  <a:cubicBezTo>
                    <a:pt x="62961" y="49216"/>
                    <a:pt x="63005" y="49214"/>
                    <a:pt x="63052" y="49210"/>
                  </a:cubicBezTo>
                  <a:cubicBezTo>
                    <a:pt x="63320" y="49180"/>
                    <a:pt x="63568" y="49167"/>
                    <a:pt x="63797" y="49167"/>
                  </a:cubicBezTo>
                  <a:cubicBezTo>
                    <a:pt x="65730" y="49167"/>
                    <a:pt x="66394" y="50123"/>
                    <a:pt x="67774" y="50537"/>
                  </a:cubicBezTo>
                  <a:cubicBezTo>
                    <a:pt x="67696" y="50525"/>
                    <a:pt x="67627" y="50519"/>
                    <a:pt x="67566" y="50519"/>
                  </a:cubicBezTo>
                  <a:cubicBezTo>
                    <a:pt x="67164" y="50519"/>
                    <a:pt x="67090" y="50767"/>
                    <a:pt x="67064" y="51062"/>
                  </a:cubicBezTo>
                  <a:cubicBezTo>
                    <a:pt x="67465" y="51555"/>
                    <a:pt x="68761" y="51432"/>
                    <a:pt x="69286" y="51864"/>
                  </a:cubicBezTo>
                  <a:cubicBezTo>
                    <a:pt x="69070" y="52697"/>
                    <a:pt x="69934" y="52790"/>
                    <a:pt x="69625" y="53716"/>
                  </a:cubicBezTo>
                  <a:cubicBezTo>
                    <a:pt x="70736" y="54611"/>
                    <a:pt x="71199" y="55938"/>
                    <a:pt x="71816" y="57203"/>
                  </a:cubicBezTo>
                  <a:cubicBezTo>
                    <a:pt x="72588" y="57697"/>
                    <a:pt x="73360" y="58191"/>
                    <a:pt x="73668" y="59055"/>
                  </a:cubicBezTo>
                  <a:lnTo>
                    <a:pt x="73668" y="60660"/>
                  </a:lnTo>
                  <a:cubicBezTo>
                    <a:pt x="73946" y="60882"/>
                    <a:pt x="74468" y="60926"/>
                    <a:pt x="75048" y="60926"/>
                  </a:cubicBezTo>
                  <a:cubicBezTo>
                    <a:pt x="75435" y="60926"/>
                    <a:pt x="75847" y="60907"/>
                    <a:pt x="76230" y="60907"/>
                  </a:cubicBezTo>
                  <a:cubicBezTo>
                    <a:pt x="76723" y="59209"/>
                    <a:pt x="78020" y="58129"/>
                    <a:pt x="77680" y="55845"/>
                  </a:cubicBezTo>
                  <a:lnTo>
                    <a:pt x="79162" y="55845"/>
                  </a:lnTo>
                  <a:lnTo>
                    <a:pt x="79162" y="54796"/>
                  </a:lnTo>
                  <a:cubicBezTo>
                    <a:pt x="79363" y="54850"/>
                    <a:pt x="79521" y="54872"/>
                    <a:pt x="79647" y="54872"/>
                  </a:cubicBezTo>
                  <a:cubicBezTo>
                    <a:pt x="80313" y="54872"/>
                    <a:pt x="80096" y="54243"/>
                    <a:pt x="80723" y="54243"/>
                  </a:cubicBezTo>
                  <a:cubicBezTo>
                    <a:pt x="80797" y="54243"/>
                    <a:pt x="80882" y="54252"/>
                    <a:pt x="80982" y="54271"/>
                  </a:cubicBezTo>
                  <a:cubicBezTo>
                    <a:pt x="80890" y="53037"/>
                    <a:pt x="82340" y="52913"/>
                    <a:pt x="82834" y="52142"/>
                  </a:cubicBezTo>
                  <a:cubicBezTo>
                    <a:pt x="83822" y="51555"/>
                    <a:pt x="84964" y="51185"/>
                    <a:pt x="86105" y="51062"/>
                  </a:cubicBezTo>
                  <a:cubicBezTo>
                    <a:pt x="86939" y="51802"/>
                    <a:pt x="86939" y="53129"/>
                    <a:pt x="88328" y="53469"/>
                  </a:cubicBezTo>
                  <a:cubicBezTo>
                    <a:pt x="88451" y="54086"/>
                    <a:pt x="87649" y="54024"/>
                    <a:pt x="87926" y="54796"/>
                  </a:cubicBezTo>
                  <a:cubicBezTo>
                    <a:pt x="88358" y="55660"/>
                    <a:pt x="90858" y="54981"/>
                    <a:pt x="91630" y="55567"/>
                  </a:cubicBezTo>
                  <a:cubicBezTo>
                    <a:pt x="91136" y="56154"/>
                    <a:pt x="91815" y="56339"/>
                    <a:pt x="91229" y="57172"/>
                  </a:cubicBezTo>
                  <a:cubicBezTo>
                    <a:pt x="92185" y="57450"/>
                    <a:pt x="92864" y="57944"/>
                    <a:pt x="93080" y="58777"/>
                  </a:cubicBezTo>
                  <a:cubicBezTo>
                    <a:pt x="92926" y="59271"/>
                    <a:pt x="92031" y="59271"/>
                    <a:pt x="92340" y="60104"/>
                  </a:cubicBezTo>
                  <a:cubicBezTo>
                    <a:pt x="92463" y="60907"/>
                    <a:pt x="93481" y="61061"/>
                    <a:pt x="93080" y="62234"/>
                  </a:cubicBezTo>
                  <a:cubicBezTo>
                    <a:pt x="94839" y="63345"/>
                    <a:pt x="96506" y="64548"/>
                    <a:pt x="98574" y="65412"/>
                  </a:cubicBezTo>
                  <a:cubicBezTo>
                    <a:pt x="98666" y="63653"/>
                    <a:pt x="96845" y="63314"/>
                    <a:pt x="96753" y="61709"/>
                  </a:cubicBezTo>
                  <a:cubicBezTo>
                    <a:pt x="95734" y="61184"/>
                    <a:pt x="94747" y="60660"/>
                    <a:pt x="94160" y="59826"/>
                  </a:cubicBezTo>
                  <a:cubicBezTo>
                    <a:pt x="94346" y="58993"/>
                    <a:pt x="93697" y="57543"/>
                    <a:pt x="94901" y="57450"/>
                  </a:cubicBezTo>
                  <a:cubicBezTo>
                    <a:pt x="95704" y="58222"/>
                    <a:pt x="96290" y="59117"/>
                    <a:pt x="97864" y="59302"/>
                  </a:cubicBezTo>
                  <a:cubicBezTo>
                    <a:pt x="98142" y="59579"/>
                    <a:pt x="98265" y="59981"/>
                    <a:pt x="98203" y="60382"/>
                  </a:cubicBezTo>
                  <a:cubicBezTo>
                    <a:pt x="101752" y="60042"/>
                    <a:pt x="102617" y="57728"/>
                    <a:pt x="102215" y="54518"/>
                  </a:cubicBezTo>
                  <a:cubicBezTo>
                    <a:pt x="101752" y="54271"/>
                    <a:pt x="100888" y="54271"/>
                    <a:pt x="100395" y="53994"/>
                  </a:cubicBezTo>
                  <a:cubicBezTo>
                    <a:pt x="100857" y="52852"/>
                    <a:pt x="98635" y="52913"/>
                    <a:pt x="99685" y="52142"/>
                  </a:cubicBezTo>
                  <a:cubicBezTo>
                    <a:pt x="99883" y="51992"/>
                    <a:pt x="100040" y="51933"/>
                    <a:pt x="100177" y="51933"/>
                  </a:cubicBezTo>
                  <a:cubicBezTo>
                    <a:pt x="100674" y="51933"/>
                    <a:pt x="100893" y="52713"/>
                    <a:pt x="101804" y="52713"/>
                  </a:cubicBezTo>
                  <a:cubicBezTo>
                    <a:pt x="101928" y="52713"/>
                    <a:pt x="102064" y="52699"/>
                    <a:pt x="102215" y="52666"/>
                  </a:cubicBezTo>
                  <a:cubicBezTo>
                    <a:pt x="102436" y="51734"/>
                    <a:pt x="103653" y="51562"/>
                    <a:pt x="105104" y="51562"/>
                  </a:cubicBezTo>
                  <a:cubicBezTo>
                    <a:pt x="105478" y="51562"/>
                    <a:pt x="105867" y="51574"/>
                    <a:pt x="106258" y="51586"/>
                  </a:cubicBezTo>
                  <a:cubicBezTo>
                    <a:pt x="107431" y="50321"/>
                    <a:pt x="108974" y="49333"/>
                    <a:pt x="109560" y="47605"/>
                  </a:cubicBezTo>
                  <a:cubicBezTo>
                    <a:pt x="109631" y="47616"/>
                    <a:pt x="109693" y="47621"/>
                    <a:pt x="109749" y="47621"/>
                  </a:cubicBezTo>
                  <a:cubicBezTo>
                    <a:pt x="110161" y="47621"/>
                    <a:pt x="110237" y="47358"/>
                    <a:pt x="110672" y="47358"/>
                  </a:cubicBezTo>
                  <a:cubicBezTo>
                    <a:pt x="111289" y="46278"/>
                    <a:pt x="110579" y="44272"/>
                    <a:pt x="111752" y="43655"/>
                  </a:cubicBezTo>
                  <a:cubicBezTo>
                    <a:pt x="110980" y="43408"/>
                    <a:pt x="110672" y="42883"/>
                    <a:pt x="110672" y="42050"/>
                  </a:cubicBezTo>
                  <a:cubicBezTo>
                    <a:pt x="110054" y="41711"/>
                    <a:pt x="109221" y="41495"/>
                    <a:pt x="109190" y="40723"/>
                  </a:cubicBezTo>
                  <a:cubicBezTo>
                    <a:pt x="109036" y="40075"/>
                    <a:pt x="109869" y="40137"/>
                    <a:pt x="109560" y="39396"/>
                  </a:cubicBezTo>
                  <a:lnTo>
                    <a:pt x="109560" y="39396"/>
                  </a:lnTo>
                  <a:cubicBezTo>
                    <a:pt x="109680" y="39405"/>
                    <a:pt x="109790" y="39411"/>
                    <a:pt x="109890" y="39411"/>
                  </a:cubicBezTo>
                  <a:cubicBezTo>
                    <a:pt x="110437" y="39411"/>
                    <a:pt x="110698" y="39258"/>
                    <a:pt x="110672" y="38840"/>
                  </a:cubicBezTo>
                  <a:cubicBezTo>
                    <a:pt x="111721" y="38501"/>
                    <a:pt x="109005" y="37266"/>
                    <a:pt x="111412" y="37266"/>
                  </a:cubicBezTo>
                  <a:cubicBezTo>
                    <a:pt x="111813" y="38100"/>
                    <a:pt x="113079" y="38316"/>
                    <a:pt x="113603" y="39118"/>
                  </a:cubicBezTo>
                  <a:cubicBezTo>
                    <a:pt x="113233" y="40507"/>
                    <a:pt x="114282" y="40908"/>
                    <a:pt x="115455" y="41248"/>
                  </a:cubicBezTo>
                  <a:cubicBezTo>
                    <a:pt x="117646" y="40075"/>
                    <a:pt x="115363" y="37174"/>
                    <a:pt x="116535" y="35137"/>
                  </a:cubicBezTo>
                  <a:cubicBezTo>
                    <a:pt x="117307" y="34643"/>
                    <a:pt x="118418" y="34365"/>
                    <a:pt x="119467" y="34057"/>
                  </a:cubicBezTo>
                  <a:cubicBezTo>
                    <a:pt x="120300" y="32822"/>
                    <a:pt x="121072" y="31526"/>
                    <a:pt x="122368" y="30600"/>
                  </a:cubicBezTo>
                  <a:cubicBezTo>
                    <a:pt x="122893" y="28471"/>
                    <a:pt x="121535" y="26249"/>
                    <a:pt x="122368" y="24737"/>
                  </a:cubicBezTo>
                  <a:lnTo>
                    <a:pt x="122368" y="24737"/>
                  </a:lnTo>
                  <a:cubicBezTo>
                    <a:pt x="121874" y="26280"/>
                    <a:pt x="123232" y="26434"/>
                    <a:pt x="123479" y="27422"/>
                  </a:cubicBezTo>
                  <a:cubicBezTo>
                    <a:pt x="123572" y="29057"/>
                    <a:pt x="123664" y="30631"/>
                    <a:pt x="125331" y="31125"/>
                  </a:cubicBezTo>
                  <a:cubicBezTo>
                    <a:pt x="126010" y="30662"/>
                    <a:pt x="125022" y="30446"/>
                    <a:pt x="125331" y="29551"/>
                  </a:cubicBezTo>
                  <a:cubicBezTo>
                    <a:pt x="125363" y="29550"/>
                    <a:pt x="125394" y="29550"/>
                    <a:pt x="125424" y="29550"/>
                  </a:cubicBezTo>
                  <a:cubicBezTo>
                    <a:pt x="126011" y="29550"/>
                    <a:pt x="126113" y="29736"/>
                    <a:pt x="126320" y="29736"/>
                  </a:cubicBezTo>
                  <a:cubicBezTo>
                    <a:pt x="126424" y="29736"/>
                    <a:pt x="126553" y="29690"/>
                    <a:pt x="126781" y="29551"/>
                  </a:cubicBezTo>
                  <a:cubicBezTo>
                    <a:pt x="126843" y="28687"/>
                    <a:pt x="125825" y="28625"/>
                    <a:pt x="126072" y="27668"/>
                  </a:cubicBezTo>
                  <a:cubicBezTo>
                    <a:pt x="124745" y="27483"/>
                    <a:pt x="124405" y="26588"/>
                    <a:pt x="123850" y="25817"/>
                  </a:cubicBezTo>
                  <a:cubicBezTo>
                    <a:pt x="123726" y="24860"/>
                    <a:pt x="124004" y="23595"/>
                    <a:pt x="122769" y="23410"/>
                  </a:cubicBezTo>
                  <a:cubicBezTo>
                    <a:pt x="122038" y="23497"/>
                    <a:pt x="122609" y="24499"/>
                    <a:pt x="121805" y="24499"/>
                  </a:cubicBezTo>
                  <a:cubicBezTo>
                    <a:pt x="121761" y="24499"/>
                    <a:pt x="121712" y="24496"/>
                    <a:pt x="121658" y="24490"/>
                  </a:cubicBezTo>
                  <a:cubicBezTo>
                    <a:pt x="121499" y="23989"/>
                    <a:pt x="121215" y="23826"/>
                    <a:pt x="120865" y="23826"/>
                  </a:cubicBezTo>
                  <a:cubicBezTo>
                    <a:pt x="120215" y="23826"/>
                    <a:pt x="119338" y="24387"/>
                    <a:pt x="118613" y="24387"/>
                  </a:cubicBezTo>
                  <a:cubicBezTo>
                    <a:pt x="118213" y="24387"/>
                    <a:pt x="117860" y="24216"/>
                    <a:pt x="117615" y="23687"/>
                  </a:cubicBezTo>
                  <a:cubicBezTo>
                    <a:pt x="117862" y="23070"/>
                    <a:pt x="118541" y="22761"/>
                    <a:pt x="119097" y="22360"/>
                  </a:cubicBezTo>
                  <a:cubicBezTo>
                    <a:pt x="119529" y="21527"/>
                    <a:pt x="119375" y="20262"/>
                    <a:pt x="120578" y="19953"/>
                  </a:cubicBezTo>
                  <a:cubicBezTo>
                    <a:pt x="120782" y="20112"/>
                    <a:pt x="120925" y="20171"/>
                    <a:pt x="121042" y="20171"/>
                  </a:cubicBezTo>
                  <a:cubicBezTo>
                    <a:pt x="121373" y="20171"/>
                    <a:pt x="121488" y="19696"/>
                    <a:pt x="122182" y="19696"/>
                  </a:cubicBezTo>
                  <a:cubicBezTo>
                    <a:pt x="122240" y="19696"/>
                    <a:pt x="122302" y="19699"/>
                    <a:pt x="122368" y="19706"/>
                  </a:cubicBezTo>
                  <a:cubicBezTo>
                    <a:pt x="123879" y="19841"/>
                    <a:pt x="125295" y="20259"/>
                    <a:pt x="127091" y="20259"/>
                  </a:cubicBezTo>
                  <a:cubicBezTo>
                    <a:pt x="127350" y="20259"/>
                    <a:pt x="127617" y="20250"/>
                    <a:pt x="127892" y="20231"/>
                  </a:cubicBezTo>
                  <a:lnTo>
                    <a:pt x="127892" y="20231"/>
                  </a:lnTo>
                  <a:cubicBezTo>
                    <a:pt x="127769" y="20694"/>
                    <a:pt x="128170" y="20725"/>
                    <a:pt x="128602" y="20755"/>
                  </a:cubicBezTo>
                  <a:cubicBezTo>
                    <a:pt x="128901" y="20512"/>
                    <a:pt x="129427" y="20473"/>
                    <a:pt x="130014" y="20473"/>
                  </a:cubicBezTo>
                  <a:cubicBezTo>
                    <a:pt x="130294" y="20473"/>
                    <a:pt x="130588" y="20482"/>
                    <a:pt x="130878" y="20482"/>
                  </a:cubicBezTo>
                  <a:cubicBezTo>
                    <a:pt x="130985" y="20482"/>
                    <a:pt x="131090" y="20481"/>
                    <a:pt x="131195" y="20478"/>
                  </a:cubicBezTo>
                  <a:cubicBezTo>
                    <a:pt x="131380" y="19644"/>
                    <a:pt x="130547" y="19552"/>
                    <a:pt x="130824" y="18626"/>
                  </a:cubicBezTo>
                  <a:cubicBezTo>
                    <a:pt x="131565" y="18564"/>
                    <a:pt x="131534" y="17916"/>
                    <a:pt x="132275" y="17824"/>
                  </a:cubicBezTo>
                  <a:cubicBezTo>
                    <a:pt x="133046" y="17916"/>
                    <a:pt x="133016" y="18564"/>
                    <a:pt x="133756" y="18626"/>
                  </a:cubicBezTo>
                  <a:cubicBezTo>
                    <a:pt x="133618" y="18187"/>
                    <a:pt x="134291" y="17593"/>
                    <a:pt x="134794" y="17593"/>
                  </a:cubicBezTo>
                  <a:cubicBezTo>
                    <a:pt x="134963" y="17593"/>
                    <a:pt x="135113" y="17660"/>
                    <a:pt x="135207" y="17824"/>
                  </a:cubicBezTo>
                  <a:cubicBezTo>
                    <a:pt x="134034" y="19552"/>
                    <a:pt x="132306" y="20879"/>
                    <a:pt x="131904" y="23132"/>
                  </a:cubicBezTo>
                  <a:cubicBezTo>
                    <a:pt x="132151" y="23872"/>
                    <a:pt x="132954" y="24150"/>
                    <a:pt x="133386" y="24737"/>
                  </a:cubicBezTo>
                  <a:cubicBezTo>
                    <a:pt x="133540" y="25755"/>
                    <a:pt x="133818" y="26743"/>
                    <a:pt x="134836" y="27144"/>
                  </a:cubicBezTo>
                  <a:cubicBezTo>
                    <a:pt x="135762" y="26465"/>
                    <a:pt x="136287" y="25539"/>
                    <a:pt x="137398" y="25014"/>
                  </a:cubicBezTo>
                  <a:cubicBezTo>
                    <a:pt x="137058" y="23687"/>
                    <a:pt x="138571" y="23872"/>
                    <a:pt x="137799" y="22885"/>
                  </a:cubicBezTo>
                  <a:cubicBezTo>
                    <a:pt x="137892" y="22360"/>
                    <a:pt x="138756" y="22360"/>
                    <a:pt x="138879" y="21836"/>
                  </a:cubicBezTo>
                  <a:cubicBezTo>
                    <a:pt x="138355" y="21496"/>
                    <a:pt x="137244" y="21589"/>
                    <a:pt x="137429" y="20755"/>
                  </a:cubicBezTo>
                  <a:cubicBezTo>
                    <a:pt x="137643" y="19296"/>
                    <a:pt x="138679" y="18953"/>
                    <a:pt x="140104" y="18953"/>
                  </a:cubicBezTo>
                  <a:cubicBezTo>
                    <a:pt x="140939" y="18953"/>
                    <a:pt x="141907" y="19071"/>
                    <a:pt x="142922" y="19151"/>
                  </a:cubicBezTo>
                  <a:cubicBezTo>
                    <a:pt x="143447" y="18749"/>
                    <a:pt x="143385" y="17916"/>
                    <a:pt x="144002" y="17577"/>
                  </a:cubicBezTo>
                  <a:cubicBezTo>
                    <a:pt x="146117" y="17456"/>
                    <a:pt x="147699" y="16773"/>
                    <a:pt x="149039" y="16773"/>
                  </a:cubicBezTo>
                  <a:cubicBezTo>
                    <a:pt x="149068" y="16773"/>
                    <a:pt x="149097" y="16774"/>
                    <a:pt x="149125" y="16774"/>
                  </a:cubicBezTo>
                  <a:cubicBezTo>
                    <a:pt x="149125" y="15602"/>
                    <a:pt x="147305" y="15787"/>
                    <a:pt x="147305" y="14645"/>
                  </a:cubicBezTo>
                  <a:cubicBezTo>
                    <a:pt x="148096" y="14560"/>
                    <a:pt x="148007" y="13854"/>
                    <a:pt x="148863" y="13854"/>
                  </a:cubicBezTo>
                  <a:cubicBezTo>
                    <a:pt x="148942" y="13854"/>
                    <a:pt x="149029" y="13860"/>
                    <a:pt x="149125" y="13873"/>
                  </a:cubicBezTo>
                  <a:cubicBezTo>
                    <a:pt x="150899" y="13901"/>
                    <a:pt x="150824" y="15240"/>
                    <a:pt x="152601" y="15240"/>
                  </a:cubicBezTo>
                  <a:cubicBezTo>
                    <a:pt x="152772" y="15240"/>
                    <a:pt x="152960" y="15227"/>
                    <a:pt x="153168" y="15200"/>
                  </a:cubicBezTo>
                  <a:cubicBezTo>
                    <a:pt x="153662" y="14707"/>
                    <a:pt x="152829" y="13842"/>
                    <a:pt x="153539" y="13040"/>
                  </a:cubicBezTo>
                  <a:cubicBezTo>
                    <a:pt x="152836" y="12820"/>
                    <a:pt x="151915" y="12039"/>
                    <a:pt x="151120" y="12039"/>
                  </a:cubicBezTo>
                  <a:cubicBezTo>
                    <a:pt x="150797" y="12039"/>
                    <a:pt x="150495" y="12168"/>
                    <a:pt x="150236" y="12515"/>
                  </a:cubicBezTo>
                  <a:cubicBezTo>
                    <a:pt x="150360" y="12052"/>
                    <a:pt x="150236" y="11528"/>
                    <a:pt x="149866" y="11188"/>
                  </a:cubicBezTo>
                  <a:cubicBezTo>
                    <a:pt x="148153" y="10733"/>
                    <a:pt x="147113" y="9790"/>
                    <a:pt x="144812" y="9790"/>
                  </a:cubicBezTo>
                  <a:cubicBezTo>
                    <a:pt x="144460" y="9790"/>
                    <a:pt x="144080" y="9812"/>
                    <a:pt x="143663" y="9861"/>
                  </a:cubicBezTo>
                  <a:cubicBezTo>
                    <a:pt x="143231" y="9367"/>
                    <a:pt x="142243" y="9306"/>
                    <a:pt x="141811" y="8812"/>
                  </a:cubicBezTo>
                  <a:cubicBezTo>
                    <a:pt x="141600" y="8831"/>
                    <a:pt x="141404" y="8839"/>
                    <a:pt x="141219" y="8839"/>
                  </a:cubicBezTo>
                  <a:cubicBezTo>
                    <a:pt x="139599" y="8839"/>
                    <a:pt x="138906" y="8182"/>
                    <a:pt x="137303" y="8182"/>
                  </a:cubicBezTo>
                  <a:cubicBezTo>
                    <a:pt x="137009" y="8182"/>
                    <a:pt x="136684" y="8204"/>
                    <a:pt x="136318" y="8256"/>
                  </a:cubicBezTo>
                  <a:cubicBezTo>
                    <a:pt x="135793" y="9028"/>
                    <a:pt x="137305" y="9614"/>
                    <a:pt x="136318" y="9861"/>
                  </a:cubicBezTo>
                  <a:cubicBezTo>
                    <a:pt x="135238" y="9738"/>
                    <a:pt x="135454" y="8719"/>
                    <a:pt x="134497" y="8534"/>
                  </a:cubicBezTo>
                  <a:cubicBezTo>
                    <a:pt x="134049" y="8880"/>
                    <a:pt x="133446" y="8955"/>
                    <a:pt x="132743" y="8955"/>
                  </a:cubicBezTo>
                  <a:cubicBezTo>
                    <a:pt x="132207" y="8955"/>
                    <a:pt x="131612" y="8911"/>
                    <a:pt x="130982" y="8911"/>
                  </a:cubicBezTo>
                  <a:cubicBezTo>
                    <a:pt x="130446" y="8911"/>
                    <a:pt x="129885" y="8943"/>
                    <a:pt x="129312" y="9059"/>
                  </a:cubicBezTo>
                  <a:cubicBezTo>
                    <a:pt x="128168" y="8514"/>
                    <a:pt x="128106" y="7128"/>
                    <a:pt x="126198" y="7128"/>
                  </a:cubicBezTo>
                  <a:cubicBezTo>
                    <a:pt x="125944" y="7128"/>
                    <a:pt x="125657" y="7153"/>
                    <a:pt x="125331" y="7207"/>
                  </a:cubicBezTo>
                  <a:cubicBezTo>
                    <a:pt x="124806" y="7269"/>
                    <a:pt x="125207" y="7979"/>
                    <a:pt x="124590" y="7979"/>
                  </a:cubicBezTo>
                  <a:cubicBezTo>
                    <a:pt x="123047" y="7516"/>
                    <a:pt x="121566" y="6991"/>
                    <a:pt x="120177" y="6405"/>
                  </a:cubicBezTo>
                  <a:cubicBezTo>
                    <a:pt x="120054" y="6682"/>
                    <a:pt x="119776" y="6868"/>
                    <a:pt x="119467" y="6929"/>
                  </a:cubicBezTo>
                  <a:cubicBezTo>
                    <a:pt x="119782" y="6216"/>
                    <a:pt x="119255" y="6102"/>
                    <a:pt x="118584" y="6102"/>
                  </a:cubicBezTo>
                  <a:cubicBezTo>
                    <a:pt x="118269" y="6102"/>
                    <a:pt x="117922" y="6127"/>
                    <a:pt x="117615" y="6127"/>
                  </a:cubicBezTo>
                  <a:cubicBezTo>
                    <a:pt x="118510" y="5510"/>
                    <a:pt x="117245" y="5541"/>
                    <a:pt x="116906" y="5047"/>
                  </a:cubicBezTo>
                  <a:cubicBezTo>
                    <a:pt x="116416" y="5184"/>
                    <a:pt x="116073" y="5236"/>
                    <a:pt x="115796" y="5236"/>
                  </a:cubicBezTo>
                  <a:cubicBezTo>
                    <a:pt x="115077" y="5236"/>
                    <a:pt x="114807" y="4889"/>
                    <a:pt x="113603" y="4800"/>
                  </a:cubicBezTo>
                  <a:cubicBezTo>
                    <a:pt x="113525" y="5017"/>
                    <a:pt x="113169" y="5045"/>
                    <a:pt x="112778" y="5045"/>
                  </a:cubicBezTo>
                  <a:cubicBezTo>
                    <a:pt x="112641" y="5045"/>
                    <a:pt x="112500" y="5041"/>
                    <a:pt x="112364" y="5041"/>
                  </a:cubicBezTo>
                  <a:cubicBezTo>
                    <a:pt x="112280" y="5041"/>
                    <a:pt x="112199" y="5043"/>
                    <a:pt x="112122" y="5047"/>
                  </a:cubicBezTo>
                  <a:cubicBezTo>
                    <a:pt x="111783" y="5571"/>
                    <a:pt x="113233" y="5942"/>
                    <a:pt x="112122" y="6127"/>
                  </a:cubicBezTo>
                  <a:cubicBezTo>
                    <a:pt x="111517" y="6056"/>
                    <a:pt x="110881" y="6029"/>
                    <a:pt x="110229" y="6029"/>
                  </a:cubicBezTo>
                  <a:cubicBezTo>
                    <a:pt x="108266" y="6029"/>
                    <a:pt x="106155" y="6271"/>
                    <a:pt x="104291" y="6271"/>
                  </a:cubicBezTo>
                  <a:cubicBezTo>
                    <a:pt x="103552" y="6271"/>
                    <a:pt x="102852" y="6233"/>
                    <a:pt x="102215" y="6127"/>
                  </a:cubicBezTo>
                  <a:cubicBezTo>
                    <a:pt x="101381" y="5988"/>
                    <a:pt x="101023" y="5298"/>
                    <a:pt x="100306" y="5298"/>
                  </a:cubicBezTo>
                  <a:cubicBezTo>
                    <a:pt x="100227" y="5298"/>
                    <a:pt x="100144" y="5306"/>
                    <a:pt x="100055" y="5325"/>
                  </a:cubicBezTo>
                  <a:cubicBezTo>
                    <a:pt x="99729" y="5378"/>
                    <a:pt x="99424" y="5400"/>
                    <a:pt x="99135" y="5400"/>
                  </a:cubicBezTo>
                  <a:cubicBezTo>
                    <a:pt x="97917" y="5400"/>
                    <a:pt x="96985" y="4999"/>
                    <a:pt x="96012" y="4800"/>
                  </a:cubicBezTo>
                  <a:cubicBezTo>
                    <a:pt x="95907" y="4777"/>
                    <a:pt x="95793" y="4770"/>
                    <a:pt x="95675" y="4770"/>
                  </a:cubicBezTo>
                  <a:cubicBezTo>
                    <a:pt x="95391" y="4770"/>
                    <a:pt x="95080" y="4815"/>
                    <a:pt x="94803" y="4815"/>
                  </a:cubicBezTo>
                  <a:cubicBezTo>
                    <a:pt x="94719" y="4815"/>
                    <a:pt x="94638" y="4811"/>
                    <a:pt x="94562" y="4800"/>
                  </a:cubicBezTo>
                  <a:cubicBezTo>
                    <a:pt x="93785" y="4696"/>
                    <a:pt x="93161" y="4180"/>
                    <a:pt x="91778" y="4180"/>
                  </a:cubicBezTo>
                  <a:cubicBezTo>
                    <a:pt x="91512" y="4180"/>
                    <a:pt x="91218" y="4200"/>
                    <a:pt x="90889" y="4244"/>
                  </a:cubicBezTo>
                  <a:cubicBezTo>
                    <a:pt x="91012" y="3565"/>
                    <a:pt x="91969" y="3473"/>
                    <a:pt x="91969" y="2670"/>
                  </a:cubicBezTo>
                  <a:cubicBezTo>
                    <a:pt x="91475" y="1899"/>
                    <a:pt x="90272" y="1590"/>
                    <a:pt x="89778" y="819"/>
                  </a:cubicBezTo>
                  <a:cubicBezTo>
                    <a:pt x="89054" y="1040"/>
                    <a:pt x="88080" y="1091"/>
                    <a:pt x="87054" y="1091"/>
                  </a:cubicBezTo>
                  <a:cubicBezTo>
                    <a:pt x="86506" y="1091"/>
                    <a:pt x="85943" y="1076"/>
                    <a:pt x="85396" y="1066"/>
                  </a:cubicBezTo>
                  <a:cubicBezTo>
                    <a:pt x="84536" y="865"/>
                    <a:pt x="84607" y="0"/>
                    <a:pt x="8346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45"/>
            <p:cNvSpPr/>
            <p:nvPr/>
          </p:nvSpPr>
          <p:spPr>
            <a:xfrm>
              <a:off x="4086914" y="1597022"/>
              <a:ext cx="1177244" cy="1031855"/>
            </a:xfrm>
            <a:custGeom>
              <a:avLst/>
              <a:gdLst/>
              <a:ahLst/>
              <a:cxnLst/>
              <a:rect l="l" t="t" r="r" b="b"/>
              <a:pathLst>
                <a:path w="41881" h="32961" extrusionOk="0">
                  <a:moveTo>
                    <a:pt x="31440" y="1582"/>
                  </a:moveTo>
                  <a:cubicBezTo>
                    <a:pt x="31470" y="1582"/>
                    <a:pt x="31495" y="1589"/>
                    <a:pt x="31511" y="1605"/>
                  </a:cubicBezTo>
                  <a:cubicBezTo>
                    <a:pt x="31665" y="1708"/>
                    <a:pt x="31392" y="1874"/>
                    <a:pt x="31225" y="1874"/>
                  </a:cubicBezTo>
                  <a:cubicBezTo>
                    <a:pt x="31191" y="1874"/>
                    <a:pt x="31161" y="1867"/>
                    <a:pt x="31140" y="1852"/>
                  </a:cubicBezTo>
                  <a:cubicBezTo>
                    <a:pt x="31012" y="1749"/>
                    <a:pt x="31289" y="1582"/>
                    <a:pt x="31440" y="1582"/>
                  </a:cubicBezTo>
                  <a:close/>
                  <a:moveTo>
                    <a:pt x="30431" y="11450"/>
                  </a:moveTo>
                  <a:cubicBezTo>
                    <a:pt x="30462" y="12252"/>
                    <a:pt x="29320" y="12221"/>
                    <a:pt x="28239" y="12252"/>
                  </a:cubicBezTo>
                  <a:cubicBezTo>
                    <a:pt x="28209" y="11450"/>
                    <a:pt x="29505" y="11573"/>
                    <a:pt x="30431" y="11450"/>
                  </a:cubicBezTo>
                  <a:close/>
                  <a:moveTo>
                    <a:pt x="26540" y="6105"/>
                  </a:moveTo>
                  <a:cubicBezTo>
                    <a:pt x="26872" y="6105"/>
                    <a:pt x="27047" y="6199"/>
                    <a:pt x="27128" y="6388"/>
                  </a:cubicBezTo>
                  <a:cubicBezTo>
                    <a:pt x="26820" y="8209"/>
                    <a:pt x="23857" y="8086"/>
                    <a:pt x="24197" y="10370"/>
                  </a:cubicBezTo>
                  <a:cubicBezTo>
                    <a:pt x="25030" y="10987"/>
                    <a:pt x="26048" y="11357"/>
                    <a:pt x="27128" y="11419"/>
                  </a:cubicBezTo>
                  <a:lnTo>
                    <a:pt x="27128" y="14073"/>
                  </a:lnTo>
                  <a:cubicBezTo>
                    <a:pt x="26416" y="13994"/>
                    <a:pt x="27058" y="12922"/>
                    <a:pt x="26216" y="12922"/>
                  </a:cubicBezTo>
                  <a:cubicBezTo>
                    <a:pt x="26073" y="12922"/>
                    <a:pt x="25888" y="12952"/>
                    <a:pt x="25647" y="13024"/>
                  </a:cubicBezTo>
                  <a:cubicBezTo>
                    <a:pt x="24845" y="13950"/>
                    <a:pt x="25369" y="15801"/>
                    <a:pt x="24197" y="16480"/>
                  </a:cubicBezTo>
                  <a:cubicBezTo>
                    <a:pt x="23972" y="16498"/>
                    <a:pt x="23757" y="16504"/>
                    <a:pt x="23551" y="16504"/>
                  </a:cubicBezTo>
                  <a:cubicBezTo>
                    <a:pt x="22911" y="16504"/>
                    <a:pt x="22354" y="16441"/>
                    <a:pt x="21851" y="16441"/>
                  </a:cubicBezTo>
                  <a:cubicBezTo>
                    <a:pt x="21647" y="16441"/>
                    <a:pt x="21453" y="16451"/>
                    <a:pt x="21265" y="16480"/>
                  </a:cubicBezTo>
                  <a:cubicBezTo>
                    <a:pt x="20246" y="16635"/>
                    <a:pt x="20030" y="17252"/>
                    <a:pt x="19073" y="17283"/>
                  </a:cubicBezTo>
                  <a:cubicBezTo>
                    <a:pt x="19136" y="17073"/>
                    <a:pt x="18628" y="16720"/>
                    <a:pt x="18277" y="16720"/>
                  </a:cubicBezTo>
                  <a:cubicBezTo>
                    <a:pt x="18112" y="16720"/>
                    <a:pt x="17982" y="16798"/>
                    <a:pt x="17962" y="17005"/>
                  </a:cubicBezTo>
                  <a:cubicBezTo>
                    <a:pt x="17098" y="16943"/>
                    <a:pt x="17098" y="16295"/>
                    <a:pt x="17962" y="16233"/>
                  </a:cubicBezTo>
                  <a:cubicBezTo>
                    <a:pt x="17098" y="15616"/>
                    <a:pt x="16543" y="14629"/>
                    <a:pt x="16512" y="13548"/>
                  </a:cubicBezTo>
                  <a:lnTo>
                    <a:pt x="16512" y="13548"/>
                  </a:lnTo>
                  <a:cubicBezTo>
                    <a:pt x="18098" y="13656"/>
                    <a:pt x="17764" y="16433"/>
                    <a:pt x="19814" y="16433"/>
                  </a:cubicBezTo>
                  <a:cubicBezTo>
                    <a:pt x="20117" y="16433"/>
                    <a:pt x="20473" y="16373"/>
                    <a:pt x="20894" y="16233"/>
                  </a:cubicBezTo>
                  <a:cubicBezTo>
                    <a:pt x="21728" y="15153"/>
                    <a:pt x="22283" y="13857"/>
                    <a:pt x="23086" y="12746"/>
                  </a:cubicBezTo>
                  <a:cubicBezTo>
                    <a:pt x="22931" y="12191"/>
                    <a:pt x="22684" y="11635"/>
                    <a:pt x="22345" y="11141"/>
                  </a:cubicBezTo>
                  <a:cubicBezTo>
                    <a:pt x="22561" y="8641"/>
                    <a:pt x="25184" y="7901"/>
                    <a:pt x="26388" y="6111"/>
                  </a:cubicBezTo>
                  <a:cubicBezTo>
                    <a:pt x="26442" y="6107"/>
                    <a:pt x="26492" y="6105"/>
                    <a:pt x="26540" y="6105"/>
                  </a:cubicBezTo>
                  <a:close/>
                  <a:moveTo>
                    <a:pt x="16851" y="27097"/>
                  </a:moveTo>
                  <a:lnTo>
                    <a:pt x="16851" y="27621"/>
                  </a:lnTo>
                  <a:cubicBezTo>
                    <a:pt x="16481" y="27621"/>
                    <a:pt x="16389" y="27158"/>
                    <a:pt x="16851" y="27097"/>
                  </a:cubicBezTo>
                  <a:close/>
                  <a:moveTo>
                    <a:pt x="27128" y="0"/>
                  </a:moveTo>
                  <a:cubicBezTo>
                    <a:pt x="26110" y="494"/>
                    <a:pt x="25184" y="1049"/>
                    <a:pt x="24197" y="1574"/>
                  </a:cubicBezTo>
                  <a:cubicBezTo>
                    <a:pt x="24153" y="1469"/>
                    <a:pt x="24097" y="1434"/>
                    <a:pt x="24024" y="1434"/>
                  </a:cubicBezTo>
                  <a:cubicBezTo>
                    <a:pt x="23870" y="1434"/>
                    <a:pt x="23642" y="1594"/>
                    <a:pt x="23298" y="1594"/>
                  </a:cubicBezTo>
                  <a:cubicBezTo>
                    <a:pt x="23232" y="1594"/>
                    <a:pt x="23161" y="1588"/>
                    <a:pt x="23086" y="1574"/>
                  </a:cubicBezTo>
                  <a:cubicBezTo>
                    <a:pt x="21789" y="2593"/>
                    <a:pt x="20154" y="3333"/>
                    <a:pt x="18703" y="4228"/>
                  </a:cubicBezTo>
                  <a:cubicBezTo>
                    <a:pt x="18302" y="5432"/>
                    <a:pt x="17530" y="6450"/>
                    <a:pt x="16512" y="7160"/>
                  </a:cubicBezTo>
                  <a:cubicBezTo>
                    <a:pt x="16419" y="6851"/>
                    <a:pt x="15833" y="6944"/>
                    <a:pt x="15401" y="6882"/>
                  </a:cubicBezTo>
                  <a:lnTo>
                    <a:pt x="15401" y="7962"/>
                  </a:lnTo>
                  <a:cubicBezTo>
                    <a:pt x="13086" y="8055"/>
                    <a:pt x="12839" y="9629"/>
                    <a:pt x="12099" y="10863"/>
                  </a:cubicBezTo>
                  <a:cubicBezTo>
                    <a:pt x="12839" y="11512"/>
                    <a:pt x="12932" y="12561"/>
                    <a:pt x="12839" y="13795"/>
                  </a:cubicBezTo>
                  <a:cubicBezTo>
                    <a:pt x="13179" y="14505"/>
                    <a:pt x="15154" y="14073"/>
                    <a:pt x="15771" y="14598"/>
                  </a:cubicBezTo>
                  <a:cubicBezTo>
                    <a:pt x="14969" y="15369"/>
                    <a:pt x="14290" y="15678"/>
                    <a:pt x="14290" y="16449"/>
                  </a:cubicBezTo>
                  <a:cubicBezTo>
                    <a:pt x="14368" y="16437"/>
                    <a:pt x="14438" y="16431"/>
                    <a:pt x="14500" y="16431"/>
                  </a:cubicBezTo>
                  <a:cubicBezTo>
                    <a:pt x="15050" y="16431"/>
                    <a:pt x="15003" y="16891"/>
                    <a:pt x="15031" y="17252"/>
                  </a:cubicBezTo>
                  <a:cubicBezTo>
                    <a:pt x="13734" y="17252"/>
                    <a:pt x="12901" y="17684"/>
                    <a:pt x="11728" y="17776"/>
                  </a:cubicBezTo>
                  <a:cubicBezTo>
                    <a:pt x="11389" y="18270"/>
                    <a:pt x="10710" y="18455"/>
                    <a:pt x="10988" y="19381"/>
                  </a:cubicBezTo>
                  <a:cubicBezTo>
                    <a:pt x="10773" y="19333"/>
                    <a:pt x="10594" y="19312"/>
                    <a:pt x="10443" y="19312"/>
                  </a:cubicBezTo>
                  <a:cubicBezTo>
                    <a:pt x="9225" y="19312"/>
                    <a:pt x="9912" y="20725"/>
                    <a:pt x="8674" y="20725"/>
                  </a:cubicBezTo>
                  <a:cubicBezTo>
                    <a:pt x="8599" y="20725"/>
                    <a:pt x="8517" y="20719"/>
                    <a:pt x="8426" y="20708"/>
                  </a:cubicBezTo>
                  <a:lnTo>
                    <a:pt x="8426" y="20708"/>
                  </a:lnTo>
                  <a:cubicBezTo>
                    <a:pt x="8488" y="21017"/>
                    <a:pt x="8364" y="21171"/>
                    <a:pt x="8056" y="21233"/>
                  </a:cubicBezTo>
                  <a:cubicBezTo>
                    <a:pt x="7947" y="21225"/>
                    <a:pt x="7844" y="21221"/>
                    <a:pt x="7746" y="21221"/>
                  </a:cubicBezTo>
                  <a:cubicBezTo>
                    <a:pt x="6402" y="21221"/>
                    <a:pt x="6044" y="21968"/>
                    <a:pt x="5124" y="22313"/>
                  </a:cubicBezTo>
                  <a:cubicBezTo>
                    <a:pt x="4229" y="22437"/>
                    <a:pt x="3241" y="22529"/>
                    <a:pt x="3303" y="23362"/>
                  </a:cubicBezTo>
                  <a:cubicBezTo>
                    <a:pt x="3632" y="23609"/>
                    <a:pt x="4236" y="23650"/>
                    <a:pt x="4885" y="23650"/>
                  </a:cubicBezTo>
                  <a:cubicBezTo>
                    <a:pt x="5210" y="23650"/>
                    <a:pt x="5546" y="23640"/>
                    <a:pt x="5865" y="23640"/>
                  </a:cubicBezTo>
                  <a:cubicBezTo>
                    <a:pt x="5679" y="24844"/>
                    <a:pt x="7562" y="24535"/>
                    <a:pt x="7346" y="25770"/>
                  </a:cubicBezTo>
                  <a:cubicBezTo>
                    <a:pt x="6945" y="26109"/>
                    <a:pt x="6945" y="26757"/>
                    <a:pt x="6235" y="26819"/>
                  </a:cubicBezTo>
                  <a:cubicBezTo>
                    <a:pt x="5770" y="26650"/>
                    <a:pt x="5316" y="26592"/>
                    <a:pt x="4856" y="26592"/>
                  </a:cubicBezTo>
                  <a:cubicBezTo>
                    <a:pt x="3859" y="26592"/>
                    <a:pt x="2832" y="26865"/>
                    <a:pt x="1594" y="26865"/>
                  </a:cubicBezTo>
                  <a:cubicBezTo>
                    <a:pt x="1320" y="26865"/>
                    <a:pt x="1037" y="26851"/>
                    <a:pt x="742" y="26819"/>
                  </a:cubicBezTo>
                  <a:lnTo>
                    <a:pt x="742" y="26819"/>
                  </a:lnTo>
                  <a:cubicBezTo>
                    <a:pt x="371" y="27683"/>
                    <a:pt x="1544" y="29720"/>
                    <a:pt x="1" y="29751"/>
                  </a:cubicBezTo>
                  <a:cubicBezTo>
                    <a:pt x="279" y="30522"/>
                    <a:pt x="1112" y="30893"/>
                    <a:pt x="742" y="32127"/>
                  </a:cubicBezTo>
                  <a:cubicBezTo>
                    <a:pt x="1019" y="32087"/>
                    <a:pt x="1265" y="32070"/>
                    <a:pt x="1487" y="32070"/>
                  </a:cubicBezTo>
                  <a:cubicBezTo>
                    <a:pt x="2625" y="32070"/>
                    <a:pt x="3140" y="32523"/>
                    <a:pt x="4044" y="32652"/>
                  </a:cubicBezTo>
                  <a:cubicBezTo>
                    <a:pt x="4723" y="32405"/>
                    <a:pt x="5108" y="32281"/>
                    <a:pt x="5498" y="32281"/>
                  </a:cubicBezTo>
                  <a:cubicBezTo>
                    <a:pt x="5888" y="32281"/>
                    <a:pt x="6281" y="32405"/>
                    <a:pt x="6976" y="32652"/>
                  </a:cubicBezTo>
                  <a:cubicBezTo>
                    <a:pt x="7809" y="31603"/>
                    <a:pt x="9074" y="30800"/>
                    <a:pt x="8796" y="28948"/>
                  </a:cubicBezTo>
                  <a:cubicBezTo>
                    <a:pt x="10401" y="28609"/>
                    <a:pt x="10124" y="26912"/>
                    <a:pt x="12099" y="26819"/>
                  </a:cubicBezTo>
                  <a:cubicBezTo>
                    <a:pt x="12528" y="27008"/>
                    <a:pt x="12885" y="27077"/>
                    <a:pt x="13210" y="27077"/>
                  </a:cubicBezTo>
                  <a:cubicBezTo>
                    <a:pt x="14054" y="27077"/>
                    <a:pt x="14679" y="26608"/>
                    <a:pt x="15771" y="26541"/>
                  </a:cubicBezTo>
                  <a:lnTo>
                    <a:pt x="15771" y="26541"/>
                  </a:lnTo>
                  <a:cubicBezTo>
                    <a:pt x="14722" y="27591"/>
                    <a:pt x="15247" y="29257"/>
                    <a:pt x="15771" y="30553"/>
                  </a:cubicBezTo>
                  <a:cubicBezTo>
                    <a:pt x="18086" y="30399"/>
                    <a:pt x="16635" y="29041"/>
                    <a:pt x="16851" y="27621"/>
                  </a:cubicBezTo>
                  <a:lnTo>
                    <a:pt x="16851" y="27621"/>
                  </a:lnTo>
                  <a:cubicBezTo>
                    <a:pt x="17623" y="27683"/>
                    <a:pt x="17592" y="28331"/>
                    <a:pt x="17962" y="28671"/>
                  </a:cubicBezTo>
                  <a:cubicBezTo>
                    <a:pt x="19752" y="28702"/>
                    <a:pt x="20863" y="29226"/>
                    <a:pt x="21265" y="30275"/>
                  </a:cubicBezTo>
                  <a:cubicBezTo>
                    <a:pt x="21217" y="30731"/>
                    <a:pt x="20685" y="30814"/>
                    <a:pt x="20017" y="30814"/>
                  </a:cubicBezTo>
                  <a:cubicBezTo>
                    <a:pt x="19824" y="30814"/>
                    <a:pt x="19620" y="30807"/>
                    <a:pt x="19413" y="30800"/>
                  </a:cubicBezTo>
                  <a:lnTo>
                    <a:pt x="19413" y="30800"/>
                  </a:lnTo>
                  <a:cubicBezTo>
                    <a:pt x="19351" y="31726"/>
                    <a:pt x="20709" y="31633"/>
                    <a:pt x="21265" y="32127"/>
                  </a:cubicBezTo>
                  <a:cubicBezTo>
                    <a:pt x="21080" y="30954"/>
                    <a:pt x="22252" y="30738"/>
                    <a:pt x="23086" y="30275"/>
                  </a:cubicBezTo>
                  <a:cubicBezTo>
                    <a:pt x="23302" y="29689"/>
                    <a:pt x="22376" y="29905"/>
                    <a:pt x="22345" y="29473"/>
                  </a:cubicBezTo>
                  <a:cubicBezTo>
                    <a:pt x="22484" y="29302"/>
                    <a:pt x="22618" y="29239"/>
                    <a:pt x="22749" y="29239"/>
                  </a:cubicBezTo>
                  <a:cubicBezTo>
                    <a:pt x="23116" y="29239"/>
                    <a:pt x="23455" y="29738"/>
                    <a:pt x="23801" y="29738"/>
                  </a:cubicBezTo>
                  <a:cubicBezTo>
                    <a:pt x="23931" y="29738"/>
                    <a:pt x="24062" y="29667"/>
                    <a:pt x="24197" y="29473"/>
                  </a:cubicBezTo>
                  <a:cubicBezTo>
                    <a:pt x="23209" y="28084"/>
                    <a:pt x="18641" y="27837"/>
                    <a:pt x="19814" y="25770"/>
                  </a:cubicBezTo>
                  <a:lnTo>
                    <a:pt x="19814" y="25770"/>
                  </a:lnTo>
                  <a:cubicBezTo>
                    <a:pt x="20894" y="26973"/>
                    <a:pt x="22962" y="27560"/>
                    <a:pt x="24197" y="28671"/>
                  </a:cubicBezTo>
                  <a:cubicBezTo>
                    <a:pt x="24413" y="28887"/>
                    <a:pt x="24721" y="29504"/>
                    <a:pt x="24906" y="29751"/>
                  </a:cubicBezTo>
                  <a:cubicBezTo>
                    <a:pt x="25215" y="30090"/>
                    <a:pt x="25801" y="30399"/>
                    <a:pt x="25647" y="30800"/>
                  </a:cubicBezTo>
                  <a:lnTo>
                    <a:pt x="25647" y="32405"/>
                  </a:lnTo>
                  <a:cubicBezTo>
                    <a:pt x="25967" y="32625"/>
                    <a:pt x="26545" y="32663"/>
                    <a:pt x="27180" y="32663"/>
                  </a:cubicBezTo>
                  <a:cubicBezTo>
                    <a:pt x="27527" y="32663"/>
                    <a:pt x="27891" y="32652"/>
                    <a:pt x="28239" y="32652"/>
                  </a:cubicBezTo>
                  <a:cubicBezTo>
                    <a:pt x="28826" y="31757"/>
                    <a:pt x="27561" y="30430"/>
                    <a:pt x="28579" y="29473"/>
                  </a:cubicBezTo>
                  <a:lnTo>
                    <a:pt x="29690" y="29473"/>
                  </a:lnTo>
                  <a:cubicBezTo>
                    <a:pt x="29258" y="30522"/>
                    <a:pt x="29628" y="30461"/>
                    <a:pt x="29320" y="31603"/>
                  </a:cubicBezTo>
                  <a:cubicBezTo>
                    <a:pt x="29362" y="31598"/>
                    <a:pt x="29401" y="31596"/>
                    <a:pt x="29437" y="31596"/>
                  </a:cubicBezTo>
                  <a:cubicBezTo>
                    <a:pt x="30121" y="31596"/>
                    <a:pt x="29845" y="32388"/>
                    <a:pt x="30431" y="32652"/>
                  </a:cubicBezTo>
                  <a:cubicBezTo>
                    <a:pt x="30708" y="32806"/>
                    <a:pt x="31017" y="32899"/>
                    <a:pt x="31326" y="32960"/>
                  </a:cubicBezTo>
                  <a:lnTo>
                    <a:pt x="31819" y="26294"/>
                  </a:lnTo>
                  <a:cubicBezTo>
                    <a:pt x="34751" y="25245"/>
                    <a:pt x="37621" y="23980"/>
                    <a:pt x="40368" y="22498"/>
                  </a:cubicBezTo>
                  <a:cubicBezTo>
                    <a:pt x="41880" y="20770"/>
                    <a:pt x="41788" y="19536"/>
                    <a:pt x="41788" y="19536"/>
                  </a:cubicBezTo>
                  <a:cubicBezTo>
                    <a:pt x="41788" y="19536"/>
                    <a:pt x="39319" y="19350"/>
                    <a:pt x="38084" y="18826"/>
                  </a:cubicBezTo>
                  <a:cubicBezTo>
                    <a:pt x="37440" y="18137"/>
                    <a:pt x="36571" y="17752"/>
                    <a:pt x="35674" y="17752"/>
                  </a:cubicBezTo>
                  <a:cubicBezTo>
                    <a:pt x="35326" y="17752"/>
                    <a:pt x="34973" y="17810"/>
                    <a:pt x="34628" y="17931"/>
                  </a:cubicBezTo>
                  <a:cubicBezTo>
                    <a:pt x="34813" y="16604"/>
                    <a:pt x="33949" y="15338"/>
                    <a:pt x="32005" y="15338"/>
                  </a:cubicBezTo>
                  <a:cubicBezTo>
                    <a:pt x="30060" y="15338"/>
                    <a:pt x="30492" y="12314"/>
                    <a:pt x="31819" y="11512"/>
                  </a:cubicBezTo>
                  <a:cubicBezTo>
                    <a:pt x="33147" y="10740"/>
                    <a:pt x="32869" y="10401"/>
                    <a:pt x="31819" y="9598"/>
                  </a:cubicBezTo>
                  <a:cubicBezTo>
                    <a:pt x="30770" y="8796"/>
                    <a:pt x="30338" y="5895"/>
                    <a:pt x="30338" y="5895"/>
                  </a:cubicBezTo>
                  <a:lnTo>
                    <a:pt x="32282" y="1574"/>
                  </a:lnTo>
                  <a:lnTo>
                    <a:pt x="32252" y="1574"/>
                  </a:lnTo>
                  <a:cubicBezTo>
                    <a:pt x="31758" y="926"/>
                    <a:pt x="31140" y="370"/>
                    <a:pt x="3040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45"/>
            <p:cNvSpPr/>
            <p:nvPr/>
          </p:nvSpPr>
          <p:spPr>
            <a:xfrm>
              <a:off x="4870287" y="2619090"/>
              <a:ext cx="67181" cy="34874"/>
            </a:xfrm>
            <a:custGeom>
              <a:avLst/>
              <a:gdLst/>
              <a:ahLst/>
              <a:cxnLst/>
              <a:rect l="l" t="t" r="r" b="b"/>
              <a:pathLst>
                <a:path w="2390" h="1114" extrusionOk="0">
                  <a:moveTo>
                    <a:pt x="975" y="0"/>
                  </a:moveTo>
                  <a:cubicBezTo>
                    <a:pt x="788" y="0"/>
                    <a:pt x="586" y="12"/>
                    <a:pt x="370" y="34"/>
                  </a:cubicBezTo>
                  <a:cubicBezTo>
                    <a:pt x="401" y="250"/>
                    <a:pt x="216" y="281"/>
                    <a:pt x="0" y="311"/>
                  </a:cubicBezTo>
                  <a:cubicBezTo>
                    <a:pt x="93" y="1052"/>
                    <a:pt x="1204" y="497"/>
                    <a:pt x="2160" y="1114"/>
                  </a:cubicBezTo>
                  <a:cubicBezTo>
                    <a:pt x="2390" y="273"/>
                    <a:pt x="1862" y="0"/>
                    <a:pt x="97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5"/>
            <p:cNvSpPr/>
            <p:nvPr/>
          </p:nvSpPr>
          <p:spPr>
            <a:xfrm>
              <a:off x="6941874" y="3018570"/>
              <a:ext cx="59873" cy="59543"/>
            </a:xfrm>
            <a:custGeom>
              <a:avLst/>
              <a:gdLst/>
              <a:ahLst/>
              <a:cxnLst/>
              <a:rect l="l" t="t" r="r" b="b"/>
              <a:pathLst>
                <a:path w="2130" h="1902" extrusionOk="0">
                  <a:moveTo>
                    <a:pt x="959" y="0"/>
                  </a:moveTo>
                  <a:cubicBezTo>
                    <a:pt x="857" y="0"/>
                    <a:pt x="753" y="6"/>
                    <a:pt x="648" y="19"/>
                  </a:cubicBezTo>
                  <a:cubicBezTo>
                    <a:pt x="0" y="1068"/>
                    <a:pt x="185" y="235"/>
                    <a:pt x="648" y="1901"/>
                  </a:cubicBezTo>
                  <a:cubicBezTo>
                    <a:pt x="1698" y="1716"/>
                    <a:pt x="1698" y="852"/>
                    <a:pt x="2130" y="296"/>
                  </a:cubicBezTo>
                  <a:cubicBezTo>
                    <a:pt x="1759" y="99"/>
                    <a:pt x="1369" y="0"/>
                    <a:pt x="959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5"/>
            <p:cNvSpPr/>
            <p:nvPr/>
          </p:nvSpPr>
          <p:spPr>
            <a:xfrm>
              <a:off x="8204994" y="4103199"/>
              <a:ext cx="172647" cy="175341"/>
            </a:xfrm>
            <a:custGeom>
              <a:avLst/>
              <a:gdLst/>
              <a:ahLst/>
              <a:cxnLst/>
              <a:rect l="l" t="t" r="r" b="b"/>
              <a:pathLst>
                <a:path w="6142" h="5601" extrusionOk="0">
                  <a:moveTo>
                    <a:pt x="2011" y="0"/>
                  </a:moveTo>
                  <a:cubicBezTo>
                    <a:pt x="1934" y="0"/>
                    <a:pt x="1850" y="5"/>
                    <a:pt x="1759" y="15"/>
                  </a:cubicBezTo>
                  <a:lnTo>
                    <a:pt x="1759" y="2144"/>
                  </a:lnTo>
                  <a:cubicBezTo>
                    <a:pt x="1451" y="2916"/>
                    <a:pt x="0" y="2823"/>
                    <a:pt x="278" y="3996"/>
                  </a:cubicBezTo>
                  <a:cubicBezTo>
                    <a:pt x="528" y="3971"/>
                    <a:pt x="736" y="3959"/>
                    <a:pt x="908" y="3959"/>
                  </a:cubicBezTo>
                  <a:cubicBezTo>
                    <a:pt x="2431" y="3959"/>
                    <a:pt x="1102" y="4880"/>
                    <a:pt x="1019" y="5601"/>
                  </a:cubicBezTo>
                  <a:cubicBezTo>
                    <a:pt x="3333" y="5508"/>
                    <a:pt x="3426" y="3780"/>
                    <a:pt x="4321" y="2669"/>
                  </a:cubicBezTo>
                  <a:cubicBezTo>
                    <a:pt x="4876" y="2299"/>
                    <a:pt x="5864" y="2206"/>
                    <a:pt x="6142" y="1620"/>
                  </a:cubicBezTo>
                  <a:cubicBezTo>
                    <a:pt x="5781" y="1284"/>
                    <a:pt x="5460" y="1189"/>
                    <a:pt x="5091" y="1189"/>
                  </a:cubicBezTo>
                  <a:cubicBezTo>
                    <a:pt x="4608" y="1189"/>
                    <a:pt x="4041" y="1351"/>
                    <a:pt x="3192" y="1351"/>
                  </a:cubicBezTo>
                  <a:cubicBezTo>
                    <a:pt x="3080" y="1351"/>
                    <a:pt x="2962" y="1348"/>
                    <a:pt x="2839" y="1342"/>
                  </a:cubicBezTo>
                  <a:cubicBezTo>
                    <a:pt x="2896" y="632"/>
                    <a:pt x="2901" y="0"/>
                    <a:pt x="201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5"/>
            <p:cNvSpPr/>
            <p:nvPr/>
          </p:nvSpPr>
          <p:spPr>
            <a:xfrm>
              <a:off x="7975961" y="4245667"/>
              <a:ext cx="247277" cy="190368"/>
            </a:xfrm>
            <a:custGeom>
              <a:avLst/>
              <a:gdLst/>
              <a:ahLst/>
              <a:cxnLst/>
              <a:rect l="l" t="t" r="r" b="b"/>
              <a:pathLst>
                <a:path w="8797" h="6081" extrusionOk="0">
                  <a:moveTo>
                    <a:pt x="6975" y="0"/>
                  </a:moveTo>
                  <a:cubicBezTo>
                    <a:pt x="6636" y="556"/>
                    <a:pt x="5864" y="772"/>
                    <a:pt x="5864" y="1574"/>
                  </a:cubicBezTo>
                  <a:cubicBezTo>
                    <a:pt x="5766" y="1562"/>
                    <a:pt x="5666" y="1556"/>
                    <a:pt x="5565" y="1556"/>
                  </a:cubicBezTo>
                  <a:cubicBezTo>
                    <a:pt x="5163" y="1556"/>
                    <a:pt x="4753" y="1655"/>
                    <a:pt x="4383" y="1852"/>
                  </a:cubicBezTo>
                  <a:cubicBezTo>
                    <a:pt x="3766" y="2377"/>
                    <a:pt x="3550" y="3179"/>
                    <a:pt x="2562" y="3426"/>
                  </a:cubicBezTo>
                  <a:cubicBezTo>
                    <a:pt x="1050" y="3858"/>
                    <a:pt x="618" y="5031"/>
                    <a:pt x="1" y="6080"/>
                  </a:cubicBezTo>
                  <a:cubicBezTo>
                    <a:pt x="462" y="5914"/>
                    <a:pt x="861" y="5858"/>
                    <a:pt x="1251" y="5858"/>
                  </a:cubicBezTo>
                  <a:cubicBezTo>
                    <a:pt x="1878" y="5858"/>
                    <a:pt x="2485" y="6004"/>
                    <a:pt x="3303" y="6080"/>
                  </a:cubicBezTo>
                  <a:cubicBezTo>
                    <a:pt x="3642" y="5463"/>
                    <a:pt x="4753" y="5401"/>
                    <a:pt x="4383" y="4229"/>
                  </a:cubicBezTo>
                  <a:lnTo>
                    <a:pt x="5864" y="4229"/>
                  </a:lnTo>
                  <a:cubicBezTo>
                    <a:pt x="5988" y="2716"/>
                    <a:pt x="8735" y="3148"/>
                    <a:pt x="8796" y="1574"/>
                  </a:cubicBezTo>
                  <a:cubicBezTo>
                    <a:pt x="8673" y="710"/>
                    <a:pt x="7716" y="433"/>
                    <a:pt x="697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45"/>
            <p:cNvSpPr/>
            <p:nvPr/>
          </p:nvSpPr>
          <p:spPr>
            <a:xfrm>
              <a:off x="7628918" y="4396604"/>
              <a:ext cx="135374" cy="78514"/>
            </a:xfrm>
            <a:custGeom>
              <a:avLst/>
              <a:gdLst/>
              <a:ahLst/>
              <a:cxnLst/>
              <a:rect l="l" t="t" r="r" b="b"/>
              <a:pathLst>
                <a:path w="4816" h="2508" extrusionOk="0">
                  <a:moveTo>
                    <a:pt x="1045" y="0"/>
                  </a:moveTo>
                  <a:cubicBezTo>
                    <a:pt x="778" y="0"/>
                    <a:pt x="557" y="26"/>
                    <a:pt x="402" y="100"/>
                  </a:cubicBezTo>
                  <a:cubicBezTo>
                    <a:pt x="1" y="501"/>
                    <a:pt x="1637" y="1705"/>
                    <a:pt x="1883" y="2507"/>
                  </a:cubicBezTo>
                  <a:cubicBezTo>
                    <a:pt x="3673" y="2384"/>
                    <a:pt x="4815" y="1797"/>
                    <a:pt x="4445" y="100"/>
                  </a:cubicBezTo>
                  <a:lnTo>
                    <a:pt x="4445" y="100"/>
                  </a:lnTo>
                  <a:cubicBezTo>
                    <a:pt x="4155" y="139"/>
                    <a:pt x="3860" y="154"/>
                    <a:pt x="3566" y="154"/>
                  </a:cubicBezTo>
                  <a:cubicBezTo>
                    <a:pt x="2621" y="154"/>
                    <a:pt x="1694" y="0"/>
                    <a:pt x="104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8" name="Google Shape;2558;p45"/>
          <p:cNvSpPr txBox="1"/>
          <p:nvPr/>
        </p:nvSpPr>
        <p:spPr>
          <a:xfrm>
            <a:off x="1208490" y="1992325"/>
            <a:ext cx="206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Offline</a:t>
            </a:r>
            <a:endParaRPr sz="24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9" name="Google Shape;2559;p45"/>
          <p:cNvSpPr txBox="1"/>
          <p:nvPr/>
        </p:nvSpPr>
        <p:spPr>
          <a:xfrm>
            <a:off x="1240792" y="2454150"/>
            <a:ext cx="206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 Range Up to 100 ft.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0" name="Google Shape;2560;p45"/>
          <p:cNvSpPr txBox="1"/>
          <p:nvPr/>
        </p:nvSpPr>
        <p:spPr>
          <a:xfrm>
            <a:off x="1239324" y="3417300"/>
            <a:ext cx="206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Online</a:t>
            </a:r>
            <a:endParaRPr sz="24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1" name="Google Shape;2561;p45"/>
          <p:cNvSpPr txBox="1"/>
          <p:nvPr/>
        </p:nvSpPr>
        <p:spPr>
          <a:xfrm>
            <a:off x="1240791" y="3869100"/>
            <a:ext cx="206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anyware in the world !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2" name="Google Shape;2562;p45"/>
          <p:cNvSpPr/>
          <p:nvPr/>
        </p:nvSpPr>
        <p:spPr>
          <a:xfrm>
            <a:off x="4167318" y="2507472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3" name="Google Shape;2563;p45"/>
          <p:cNvSpPr/>
          <p:nvPr/>
        </p:nvSpPr>
        <p:spPr>
          <a:xfrm>
            <a:off x="4540322" y="2747037"/>
            <a:ext cx="175200" cy="175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4" name="Google Shape;2564;p45"/>
          <p:cNvSpPr/>
          <p:nvPr/>
        </p:nvSpPr>
        <p:spPr>
          <a:xfrm>
            <a:off x="4773156" y="3603732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5" name="Google Shape;2565;p45"/>
          <p:cNvSpPr/>
          <p:nvPr/>
        </p:nvSpPr>
        <p:spPr>
          <a:xfrm>
            <a:off x="4667001" y="1670277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6" name="Google Shape;2566;p45"/>
          <p:cNvSpPr/>
          <p:nvPr/>
        </p:nvSpPr>
        <p:spPr>
          <a:xfrm>
            <a:off x="5427073" y="2061332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7" name="Google Shape;2567;p45"/>
          <p:cNvSpPr/>
          <p:nvPr/>
        </p:nvSpPr>
        <p:spPr>
          <a:xfrm>
            <a:off x="5427073" y="2903651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8" name="Google Shape;2568;p45"/>
          <p:cNvSpPr/>
          <p:nvPr/>
        </p:nvSpPr>
        <p:spPr>
          <a:xfrm>
            <a:off x="6792984" y="2837270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9" name="Google Shape;2569;p45"/>
          <p:cNvSpPr/>
          <p:nvPr/>
        </p:nvSpPr>
        <p:spPr>
          <a:xfrm>
            <a:off x="7489718" y="2661916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0" name="Google Shape;2570;p45"/>
          <p:cNvSpPr/>
          <p:nvPr/>
        </p:nvSpPr>
        <p:spPr>
          <a:xfrm>
            <a:off x="7264514" y="2356294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1" name="Google Shape;2571;p45"/>
          <p:cNvSpPr/>
          <p:nvPr/>
        </p:nvSpPr>
        <p:spPr>
          <a:xfrm>
            <a:off x="6997067" y="3509784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2" name="Google Shape;2572;p45"/>
          <p:cNvSpPr/>
          <p:nvPr/>
        </p:nvSpPr>
        <p:spPr>
          <a:xfrm>
            <a:off x="7757140" y="4002430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3" name="Google Shape;2573;p45"/>
          <p:cNvSpPr/>
          <p:nvPr/>
        </p:nvSpPr>
        <p:spPr>
          <a:xfrm>
            <a:off x="5384855" y="4002430"/>
            <a:ext cx="175200" cy="1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4" name="Google Shape;2574;p45"/>
          <p:cNvSpPr/>
          <p:nvPr/>
        </p:nvSpPr>
        <p:spPr>
          <a:xfrm>
            <a:off x="892062" y="2174176"/>
            <a:ext cx="247200" cy="24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5" name="Google Shape;2575;p45"/>
          <p:cNvSpPr/>
          <p:nvPr/>
        </p:nvSpPr>
        <p:spPr>
          <a:xfrm>
            <a:off x="4195471" y="2190778"/>
            <a:ext cx="175200" cy="175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6" name="Google Shape;2576;p45"/>
          <p:cNvSpPr/>
          <p:nvPr/>
        </p:nvSpPr>
        <p:spPr>
          <a:xfrm>
            <a:off x="4948512" y="3111759"/>
            <a:ext cx="175200" cy="175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7" name="Google Shape;2577;p45"/>
          <p:cNvSpPr/>
          <p:nvPr/>
        </p:nvSpPr>
        <p:spPr>
          <a:xfrm>
            <a:off x="6271607" y="2507459"/>
            <a:ext cx="175200" cy="175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8" name="Google Shape;2578;p45"/>
          <p:cNvSpPr/>
          <p:nvPr/>
        </p:nvSpPr>
        <p:spPr>
          <a:xfrm>
            <a:off x="6192294" y="3029212"/>
            <a:ext cx="175200" cy="175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9" name="Google Shape;2579;p45"/>
          <p:cNvSpPr/>
          <p:nvPr/>
        </p:nvSpPr>
        <p:spPr>
          <a:xfrm>
            <a:off x="7665073" y="3544445"/>
            <a:ext cx="175200" cy="175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0" name="Google Shape;2580;p45"/>
          <p:cNvSpPr/>
          <p:nvPr/>
        </p:nvSpPr>
        <p:spPr>
          <a:xfrm>
            <a:off x="892062" y="3589126"/>
            <a:ext cx="247200" cy="24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1" name="Google Shape;2581;p45"/>
          <p:cNvGrpSpPr/>
          <p:nvPr/>
        </p:nvGrpSpPr>
        <p:grpSpPr>
          <a:xfrm rot="-823916">
            <a:off x="5824751" y="3724152"/>
            <a:ext cx="1055987" cy="905500"/>
            <a:chOff x="4041575" y="1574875"/>
            <a:chExt cx="296475" cy="254225"/>
          </a:xfrm>
        </p:grpSpPr>
        <p:sp>
          <p:nvSpPr>
            <p:cNvPr id="2582" name="Google Shape;2582;p45"/>
            <p:cNvSpPr/>
            <p:nvPr/>
          </p:nvSpPr>
          <p:spPr>
            <a:xfrm>
              <a:off x="4041575" y="1574875"/>
              <a:ext cx="296475" cy="254225"/>
            </a:xfrm>
            <a:custGeom>
              <a:avLst/>
              <a:gdLst/>
              <a:ahLst/>
              <a:cxnLst/>
              <a:rect l="l" t="t" r="r" b="b"/>
              <a:pathLst>
                <a:path w="11859" h="10169" extrusionOk="0">
                  <a:moveTo>
                    <a:pt x="655" y="0"/>
                  </a:moveTo>
                  <a:cubicBezTo>
                    <a:pt x="286" y="0"/>
                    <a:pt x="0" y="298"/>
                    <a:pt x="0" y="655"/>
                  </a:cubicBezTo>
                  <a:cubicBezTo>
                    <a:pt x="0" y="941"/>
                    <a:pt x="179" y="1179"/>
                    <a:pt x="429" y="1274"/>
                  </a:cubicBezTo>
                  <a:lnTo>
                    <a:pt x="429" y="4561"/>
                  </a:lnTo>
                  <a:cubicBezTo>
                    <a:pt x="238" y="4739"/>
                    <a:pt x="119" y="5001"/>
                    <a:pt x="119" y="5275"/>
                  </a:cubicBezTo>
                  <a:cubicBezTo>
                    <a:pt x="119" y="5811"/>
                    <a:pt x="548" y="6251"/>
                    <a:pt x="1084" y="6251"/>
                  </a:cubicBezTo>
                  <a:cubicBezTo>
                    <a:pt x="1095" y="6251"/>
                    <a:pt x="1119" y="6239"/>
                    <a:pt x="1131" y="6239"/>
                  </a:cubicBezTo>
                  <a:cubicBezTo>
                    <a:pt x="1584" y="8478"/>
                    <a:pt x="3560" y="10168"/>
                    <a:pt x="5929" y="10168"/>
                  </a:cubicBezTo>
                  <a:cubicBezTo>
                    <a:pt x="8299" y="10168"/>
                    <a:pt x="10275" y="8478"/>
                    <a:pt x="10716" y="6239"/>
                  </a:cubicBezTo>
                  <a:cubicBezTo>
                    <a:pt x="10728" y="6239"/>
                    <a:pt x="10751" y="6251"/>
                    <a:pt x="10763" y="6251"/>
                  </a:cubicBezTo>
                  <a:cubicBezTo>
                    <a:pt x="11299" y="6251"/>
                    <a:pt x="11728" y="5811"/>
                    <a:pt x="11728" y="5275"/>
                  </a:cubicBezTo>
                  <a:cubicBezTo>
                    <a:pt x="11728" y="5001"/>
                    <a:pt x="11609" y="4739"/>
                    <a:pt x="11418" y="4561"/>
                  </a:cubicBezTo>
                  <a:lnTo>
                    <a:pt x="11418" y="1274"/>
                  </a:lnTo>
                  <a:cubicBezTo>
                    <a:pt x="11668" y="1179"/>
                    <a:pt x="11859" y="941"/>
                    <a:pt x="11859" y="655"/>
                  </a:cubicBezTo>
                  <a:cubicBezTo>
                    <a:pt x="11859" y="298"/>
                    <a:pt x="11561" y="0"/>
                    <a:pt x="11192" y="0"/>
                  </a:cubicBezTo>
                  <a:cubicBezTo>
                    <a:pt x="10835" y="0"/>
                    <a:pt x="10537" y="298"/>
                    <a:pt x="10537" y="655"/>
                  </a:cubicBezTo>
                  <a:cubicBezTo>
                    <a:pt x="10537" y="941"/>
                    <a:pt x="10728" y="1179"/>
                    <a:pt x="10978" y="1274"/>
                  </a:cubicBezTo>
                  <a:lnTo>
                    <a:pt x="10978" y="4334"/>
                  </a:lnTo>
                  <a:cubicBezTo>
                    <a:pt x="10906" y="4311"/>
                    <a:pt x="10835" y="4311"/>
                    <a:pt x="10763" y="4311"/>
                  </a:cubicBezTo>
                  <a:lnTo>
                    <a:pt x="10716" y="4311"/>
                  </a:lnTo>
                  <a:cubicBezTo>
                    <a:pt x="10275" y="2072"/>
                    <a:pt x="8299" y="381"/>
                    <a:pt x="5929" y="381"/>
                  </a:cubicBezTo>
                  <a:cubicBezTo>
                    <a:pt x="3560" y="381"/>
                    <a:pt x="1584" y="2072"/>
                    <a:pt x="1131" y="4311"/>
                  </a:cubicBezTo>
                  <a:lnTo>
                    <a:pt x="1084" y="4311"/>
                  </a:lnTo>
                  <a:cubicBezTo>
                    <a:pt x="1012" y="4311"/>
                    <a:pt x="941" y="4311"/>
                    <a:pt x="881" y="4334"/>
                  </a:cubicBezTo>
                  <a:lnTo>
                    <a:pt x="881" y="1274"/>
                  </a:lnTo>
                  <a:cubicBezTo>
                    <a:pt x="1131" y="1179"/>
                    <a:pt x="1310" y="941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83" name="Google Shape;2583;p45"/>
            <p:cNvGrpSpPr/>
            <p:nvPr/>
          </p:nvGrpSpPr>
          <p:grpSpPr>
            <a:xfrm>
              <a:off x="4041575" y="1575025"/>
              <a:ext cx="296475" cy="253925"/>
              <a:chOff x="4041575" y="-114775"/>
              <a:chExt cx="296475" cy="253925"/>
            </a:xfrm>
          </p:grpSpPr>
          <p:sp>
            <p:nvSpPr>
              <p:cNvPr id="2584" name="Google Shape;2584;p45"/>
              <p:cNvSpPr/>
              <p:nvPr/>
            </p:nvSpPr>
            <p:spPr>
              <a:xfrm>
                <a:off x="4052275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27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27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45"/>
              <p:cNvSpPr/>
              <p:nvPr/>
            </p:nvSpPr>
            <p:spPr>
              <a:xfrm>
                <a:off x="4041575" y="-11477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87"/>
                      <a:pt x="0" y="656"/>
                    </a:cubicBezTo>
                    <a:cubicBezTo>
                      <a:pt x="0" y="1013"/>
                      <a:pt x="286" y="1311"/>
                      <a:pt x="655" y="1311"/>
                    </a:cubicBezTo>
                    <a:cubicBezTo>
                      <a:pt x="1012" y="1311"/>
                      <a:pt x="1310" y="1013"/>
                      <a:pt x="1310" y="656"/>
                    </a:cubicBezTo>
                    <a:cubicBezTo>
                      <a:pt x="1310" y="287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45"/>
              <p:cNvSpPr/>
              <p:nvPr/>
            </p:nvSpPr>
            <p:spPr>
              <a:xfrm>
                <a:off x="4316000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15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45"/>
              <p:cNvSpPr/>
              <p:nvPr/>
            </p:nvSpPr>
            <p:spPr>
              <a:xfrm>
                <a:off x="4305000" y="-11477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87"/>
                      <a:pt x="0" y="656"/>
                    </a:cubicBezTo>
                    <a:cubicBezTo>
                      <a:pt x="0" y="1013"/>
                      <a:pt x="298" y="1311"/>
                      <a:pt x="655" y="1311"/>
                    </a:cubicBezTo>
                    <a:cubicBezTo>
                      <a:pt x="1024" y="1311"/>
                      <a:pt x="1322" y="1013"/>
                      <a:pt x="1322" y="656"/>
                    </a:cubicBezTo>
                    <a:cubicBezTo>
                      <a:pt x="1322" y="287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45"/>
              <p:cNvSpPr/>
              <p:nvPr/>
            </p:nvSpPr>
            <p:spPr>
              <a:xfrm>
                <a:off x="4286525" y="-7300"/>
                <a:ext cx="482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1" extrusionOk="0">
                    <a:moveTo>
                      <a:pt x="965" y="0"/>
                    </a:moveTo>
                    <a:cubicBezTo>
                      <a:pt x="430" y="0"/>
                      <a:pt x="1" y="441"/>
                      <a:pt x="1" y="976"/>
                    </a:cubicBezTo>
                    <a:cubicBezTo>
                      <a:pt x="1" y="1512"/>
                      <a:pt x="430" y="1941"/>
                      <a:pt x="965" y="1941"/>
                    </a:cubicBezTo>
                    <a:cubicBezTo>
                      <a:pt x="1501" y="1941"/>
                      <a:pt x="1930" y="1512"/>
                      <a:pt x="1930" y="976"/>
                    </a:cubicBezTo>
                    <a:cubicBezTo>
                      <a:pt x="1930" y="441"/>
                      <a:pt x="1501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45"/>
              <p:cNvSpPr/>
              <p:nvPr/>
            </p:nvSpPr>
            <p:spPr>
              <a:xfrm>
                <a:off x="4044550" y="-7300"/>
                <a:ext cx="4852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1" extrusionOk="0">
                    <a:moveTo>
                      <a:pt x="965" y="0"/>
                    </a:moveTo>
                    <a:cubicBezTo>
                      <a:pt x="429" y="0"/>
                      <a:pt x="0" y="441"/>
                      <a:pt x="0" y="976"/>
                    </a:cubicBezTo>
                    <a:cubicBezTo>
                      <a:pt x="0" y="1512"/>
                      <a:pt x="429" y="1941"/>
                      <a:pt x="965" y="1941"/>
                    </a:cubicBezTo>
                    <a:cubicBezTo>
                      <a:pt x="1500" y="1941"/>
                      <a:pt x="1941" y="1512"/>
                      <a:pt x="1941" y="976"/>
                    </a:cubicBezTo>
                    <a:cubicBezTo>
                      <a:pt x="1941" y="441"/>
                      <a:pt x="1500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45"/>
              <p:cNvSpPr/>
              <p:nvPr/>
            </p:nvSpPr>
            <p:spPr>
              <a:xfrm>
                <a:off x="4067450" y="-105250"/>
                <a:ext cx="244400" cy="2444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76" extrusionOk="0">
                    <a:moveTo>
                      <a:pt x="4894" y="1"/>
                    </a:moveTo>
                    <a:cubicBezTo>
                      <a:pt x="2192" y="1"/>
                      <a:pt x="1" y="2192"/>
                      <a:pt x="1" y="4894"/>
                    </a:cubicBezTo>
                    <a:cubicBezTo>
                      <a:pt x="1" y="7597"/>
                      <a:pt x="2192" y="9776"/>
                      <a:pt x="4894" y="9776"/>
                    </a:cubicBezTo>
                    <a:cubicBezTo>
                      <a:pt x="7585" y="9776"/>
                      <a:pt x="9776" y="7597"/>
                      <a:pt x="9776" y="4894"/>
                    </a:cubicBezTo>
                    <a:cubicBezTo>
                      <a:pt x="9776" y="2192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45"/>
              <p:cNvSpPr/>
              <p:nvPr/>
            </p:nvSpPr>
            <p:spPr>
              <a:xfrm>
                <a:off x="4090375" y="-1862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1"/>
                    </a:moveTo>
                    <a:cubicBezTo>
                      <a:pt x="298" y="1"/>
                      <a:pt x="1" y="310"/>
                      <a:pt x="1" y="679"/>
                    </a:cubicBezTo>
                    <a:lnTo>
                      <a:pt x="1" y="2120"/>
                    </a:lnTo>
                    <a:cubicBezTo>
                      <a:pt x="1" y="2501"/>
                      <a:pt x="298" y="2799"/>
                      <a:pt x="679" y="2799"/>
                    </a:cubicBezTo>
                    <a:lnTo>
                      <a:pt x="7275" y="2799"/>
                    </a:lnTo>
                    <a:cubicBezTo>
                      <a:pt x="7645" y="2799"/>
                      <a:pt x="7942" y="2501"/>
                      <a:pt x="7942" y="2120"/>
                    </a:cubicBezTo>
                    <a:lnTo>
                      <a:pt x="7942" y="679"/>
                    </a:lnTo>
                    <a:cubicBezTo>
                      <a:pt x="7942" y="310"/>
                      <a:pt x="7645" y="1"/>
                      <a:pt x="7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45"/>
              <p:cNvSpPr/>
              <p:nvPr/>
            </p:nvSpPr>
            <p:spPr>
              <a:xfrm>
                <a:off x="4119550" y="46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9"/>
                      <a:pt x="489" y="989"/>
                    </a:cubicBezTo>
                    <a:cubicBezTo>
                      <a:pt x="763" y="989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45"/>
              <p:cNvSpPr/>
              <p:nvPr/>
            </p:nvSpPr>
            <p:spPr>
              <a:xfrm>
                <a:off x="4235050" y="4600"/>
                <a:ext cx="250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9"/>
                      <a:pt x="500" y="989"/>
                    </a:cubicBezTo>
                    <a:cubicBezTo>
                      <a:pt x="774" y="989"/>
                      <a:pt x="1000" y="774"/>
                      <a:pt x="1000" y="500"/>
                    </a:cubicBezTo>
                    <a:cubicBezTo>
                      <a:pt x="1000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4" name="Google Shape;2594;p45"/>
          <p:cNvGrpSpPr/>
          <p:nvPr/>
        </p:nvGrpSpPr>
        <p:grpSpPr>
          <a:xfrm rot="751769">
            <a:off x="3042652" y="1339188"/>
            <a:ext cx="1088326" cy="866942"/>
            <a:chOff x="5784050" y="1584700"/>
            <a:chExt cx="294100" cy="234275"/>
          </a:xfrm>
        </p:grpSpPr>
        <p:sp>
          <p:nvSpPr>
            <p:cNvPr id="2595" name="Google Shape;2595;p45"/>
            <p:cNvSpPr/>
            <p:nvPr/>
          </p:nvSpPr>
          <p:spPr>
            <a:xfrm>
              <a:off x="5784050" y="1584850"/>
              <a:ext cx="294100" cy="233975"/>
            </a:xfrm>
            <a:custGeom>
              <a:avLst/>
              <a:gdLst/>
              <a:ahLst/>
              <a:cxnLst/>
              <a:rect l="l" t="t" r="r" b="b"/>
              <a:pathLst>
                <a:path w="11764" h="9359" extrusionOk="0">
                  <a:moveTo>
                    <a:pt x="3941" y="0"/>
                  </a:moveTo>
                  <a:lnTo>
                    <a:pt x="1203" y="2739"/>
                  </a:lnTo>
                  <a:lnTo>
                    <a:pt x="1203" y="3536"/>
                  </a:lnTo>
                  <a:lnTo>
                    <a:pt x="1143" y="3536"/>
                  </a:lnTo>
                  <a:cubicBezTo>
                    <a:pt x="512" y="3536"/>
                    <a:pt x="0" y="4048"/>
                    <a:pt x="0" y="4679"/>
                  </a:cubicBezTo>
                  <a:cubicBezTo>
                    <a:pt x="0" y="5310"/>
                    <a:pt x="512" y="5822"/>
                    <a:pt x="1143" y="5822"/>
                  </a:cubicBezTo>
                  <a:lnTo>
                    <a:pt x="1203" y="5822"/>
                  </a:lnTo>
                  <a:lnTo>
                    <a:pt x="1203" y="6620"/>
                  </a:lnTo>
                  <a:lnTo>
                    <a:pt x="3941" y="9359"/>
                  </a:lnTo>
                  <a:lnTo>
                    <a:pt x="7823" y="9359"/>
                  </a:lnTo>
                  <a:lnTo>
                    <a:pt x="10561" y="6620"/>
                  </a:lnTo>
                  <a:lnTo>
                    <a:pt x="10561" y="5822"/>
                  </a:lnTo>
                  <a:lnTo>
                    <a:pt x="10621" y="5822"/>
                  </a:lnTo>
                  <a:cubicBezTo>
                    <a:pt x="11252" y="5822"/>
                    <a:pt x="11764" y="5310"/>
                    <a:pt x="11764" y="4679"/>
                  </a:cubicBezTo>
                  <a:cubicBezTo>
                    <a:pt x="11764" y="4048"/>
                    <a:pt x="11252" y="3536"/>
                    <a:pt x="10621" y="3536"/>
                  </a:cubicBezTo>
                  <a:lnTo>
                    <a:pt x="10561" y="3536"/>
                  </a:lnTo>
                  <a:lnTo>
                    <a:pt x="10561" y="2739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96" name="Google Shape;2596;p45"/>
            <p:cNvGrpSpPr/>
            <p:nvPr/>
          </p:nvGrpSpPr>
          <p:grpSpPr>
            <a:xfrm>
              <a:off x="5784050" y="1584700"/>
              <a:ext cx="294100" cy="234275"/>
              <a:chOff x="5784050" y="-104950"/>
              <a:chExt cx="294100" cy="234275"/>
            </a:xfrm>
          </p:grpSpPr>
          <p:sp>
            <p:nvSpPr>
              <p:cNvPr id="2597" name="Google Shape;2597;p45"/>
              <p:cNvSpPr/>
              <p:nvPr/>
            </p:nvSpPr>
            <p:spPr>
              <a:xfrm>
                <a:off x="5784050" y="-16550"/>
                <a:ext cx="571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2287" extrusionOk="0">
                    <a:moveTo>
                      <a:pt x="1143" y="1"/>
                    </a:moveTo>
                    <a:cubicBezTo>
                      <a:pt x="512" y="1"/>
                      <a:pt x="0" y="513"/>
                      <a:pt x="0" y="1144"/>
                    </a:cubicBezTo>
                    <a:cubicBezTo>
                      <a:pt x="0" y="1775"/>
                      <a:pt x="512" y="2287"/>
                      <a:pt x="1143" y="2287"/>
                    </a:cubicBezTo>
                    <a:cubicBezTo>
                      <a:pt x="1774" y="2287"/>
                      <a:pt x="2286" y="1775"/>
                      <a:pt x="2286" y="1144"/>
                    </a:cubicBezTo>
                    <a:cubicBezTo>
                      <a:pt x="2286" y="513"/>
                      <a:pt x="1774" y="1"/>
                      <a:pt x="1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45"/>
              <p:cNvSpPr/>
              <p:nvPr/>
            </p:nvSpPr>
            <p:spPr>
              <a:xfrm>
                <a:off x="6020675" y="-16550"/>
                <a:ext cx="574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2287" extrusionOk="0">
                    <a:moveTo>
                      <a:pt x="1156" y="1"/>
                    </a:moveTo>
                    <a:cubicBezTo>
                      <a:pt x="525" y="1"/>
                      <a:pt x="1" y="513"/>
                      <a:pt x="1" y="1144"/>
                    </a:cubicBezTo>
                    <a:cubicBezTo>
                      <a:pt x="1" y="1775"/>
                      <a:pt x="525" y="2287"/>
                      <a:pt x="1156" y="2287"/>
                    </a:cubicBezTo>
                    <a:cubicBezTo>
                      <a:pt x="1787" y="2287"/>
                      <a:pt x="2299" y="1775"/>
                      <a:pt x="2299" y="1144"/>
                    </a:cubicBezTo>
                    <a:cubicBezTo>
                      <a:pt x="2299" y="513"/>
                      <a:pt x="1787" y="1"/>
                      <a:pt x="11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45"/>
              <p:cNvSpPr/>
              <p:nvPr/>
            </p:nvSpPr>
            <p:spPr>
              <a:xfrm>
                <a:off x="5814100" y="-104950"/>
                <a:ext cx="234000" cy="234275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9371" extrusionOk="0">
                    <a:moveTo>
                      <a:pt x="2739" y="1"/>
                    </a:moveTo>
                    <a:lnTo>
                      <a:pt x="1" y="2751"/>
                    </a:lnTo>
                    <a:lnTo>
                      <a:pt x="1" y="6621"/>
                    </a:lnTo>
                    <a:lnTo>
                      <a:pt x="2739" y="9371"/>
                    </a:lnTo>
                    <a:lnTo>
                      <a:pt x="6609" y="9371"/>
                    </a:lnTo>
                    <a:lnTo>
                      <a:pt x="9359" y="6621"/>
                    </a:lnTo>
                    <a:lnTo>
                      <a:pt x="9359" y="2751"/>
                    </a:lnTo>
                    <a:lnTo>
                      <a:pt x="6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45"/>
              <p:cNvSpPr/>
              <p:nvPr/>
            </p:nvSpPr>
            <p:spPr>
              <a:xfrm>
                <a:off x="5862025" y="-47800"/>
                <a:ext cx="137850" cy="1381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26" extrusionOk="0">
                    <a:moveTo>
                      <a:pt x="2763" y="1"/>
                    </a:moveTo>
                    <a:cubicBezTo>
                      <a:pt x="1227" y="1"/>
                      <a:pt x="1" y="1239"/>
                      <a:pt x="1" y="2763"/>
                    </a:cubicBezTo>
                    <a:cubicBezTo>
                      <a:pt x="1" y="4287"/>
                      <a:pt x="1239" y="5525"/>
                      <a:pt x="2763" y="5525"/>
                    </a:cubicBezTo>
                    <a:cubicBezTo>
                      <a:pt x="4287" y="5525"/>
                      <a:pt x="5513" y="4287"/>
                      <a:pt x="5513" y="2763"/>
                    </a:cubicBezTo>
                    <a:cubicBezTo>
                      <a:pt x="5513" y="1239"/>
                      <a:pt x="4287" y="1"/>
                      <a:pt x="27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45"/>
              <p:cNvSpPr/>
              <p:nvPr/>
            </p:nvSpPr>
            <p:spPr>
              <a:xfrm>
                <a:off x="5877800" y="-31725"/>
                <a:ext cx="106300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4252" extrusionOk="0">
                    <a:moveTo>
                      <a:pt x="2132" y="1"/>
                    </a:moveTo>
                    <a:cubicBezTo>
                      <a:pt x="953" y="1"/>
                      <a:pt x="1" y="953"/>
                      <a:pt x="1" y="2120"/>
                    </a:cubicBezTo>
                    <a:cubicBezTo>
                      <a:pt x="1" y="3299"/>
                      <a:pt x="953" y="4251"/>
                      <a:pt x="2132" y="4251"/>
                    </a:cubicBezTo>
                    <a:cubicBezTo>
                      <a:pt x="3299" y="4251"/>
                      <a:pt x="4251" y="3299"/>
                      <a:pt x="4251" y="2120"/>
                    </a:cubicBezTo>
                    <a:cubicBezTo>
                      <a:pt x="4251" y="953"/>
                      <a:pt x="3299" y="1"/>
                      <a:pt x="2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45"/>
              <p:cNvSpPr/>
              <p:nvPr/>
            </p:nvSpPr>
            <p:spPr>
              <a:xfrm>
                <a:off x="5877800" y="6075"/>
                <a:ext cx="106300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2740" extrusionOk="0">
                    <a:moveTo>
                      <a:pt x="96" y="1"/>
                    </a:moveTo>
                    <a:cubicBezTo>
                      <a:pt x="36" y="203"/>
                      <a:pt x="1" y="394"/>
                      <a:pt x="1" y="608"/>
                    </a:cubicBezTo>
                    <a:cubicBezTo>
                      <a:pt x="1" y="1787"/>
                      <a:pt x="953" y="2739"/>
                      <a:pt x="2132" y="2739"/>
                    </a:cubicBezTo>
                    <a:cubicBezTo>
                      <a:pt x="3299" y="2739"/>
                      <a:pt x="4251" y="1787"/>
                      <a:pt x="4251" y="608"/>
                    </a:cubicBezTo>
                    <a:cubicBezTo>
                      <a:pt x="4251" y="406"/>
                      <a:pt x="4227" y="203"/>
                      <a:pt x="4168" y="1"/>
                    </a:cubicBezTo>
                    <a:cubicBezTo>
                      <a:pt x="3906" y="882"/>
                      <a:pt x="3096" y="1525"/>
                      <a:pt x="2132" y="1525"/>
                    </a:cubicBezTo>
                    <a:cubicBezTo>
                      <a:pt x="1168" y="1525"/>
                      <a:pt x="346" y="882"/>
                      <a:pt x="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03" name="Google Shape;2603;p45"/>
          <p:cNvGrpSpPr/>
          <p:nvPr/>
        </p:nvGrpSpPr>
        <p:grpSpPr>
          <a:xfrm>
            <a:off x="7665066" y="1183937"/>
            <a:ext cx="744312" cy="221985"/>
            <a:chOff x="8652775" y="883650"/>
            <a:chExt cx="120875" cy="36050"/>
          </a:xfrm>
        </p:grpSpPr>
        <p:sp>
          <p:nvSpPr>
            <p:cNvPr id="2604" name="Google Shape;2604;p4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4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4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4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4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4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0" name="Google Shape;2610;p45"/>
          <p:cNvGrpSpPr/>
          <p:nvPr/>
        </p:nvGrpSpPr>
        <p:grpSpPr>
          <a:xfrm>
            <a:off x="4007791" y="4108207"/>
            <a:ext cx="234762" cy="218290"/>
            <a:chOff x="8652775" y="883650"/>
            <a:chExt cx="38125" cy="35450"/>
          </a:xfrm>
        </p:grpSpPr>
        <p:sp>
          <p:nvSpPr>
            <p:cNvPr id="2611" name="Google Shape;2611;p4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4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4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4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45"/>
          <p:cNvGrpSpPr/>
          <p:nvPr/>
        </p:nvGrpSpPr>
        <p:grpSpPr>
          <a:xfrm>
            <a:off x="2506791" y="1483988"/>
            <a:ext cx="234762" cy="218290"/>
            <a:chOff x="8652775" y="883650"/>
            <a:chExt cx="38125" cy="35450"/>
          </a:xfrm>
        </p:grpSpPr>
        <p:sp>
          <p:nvSpPr>
            <p:cNvPr id="2616" name="Google Shape;2616;p4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4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4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7" name="Google Shape;4057;p59"/>
          <p:cNvGrpSpPr/>
          <p:nvPr/>
        </p:nvGrpSpPr>
        <p:grpSpPr>
          <a:xfrm>
            <a:off x="-307502" y="97017"/>
            <a:ext cx="1088320" cy="1251963"/>
            <a:chOff x="2258600" y="1433188"/>
            <a:chExt cx="467050" cy="537300"/>
          </a:xfrm>
        </p:grpSpPr>
        <p:sp>
          <p:nvSpPr>
            <p:cNvPr id="4058" name="Google Shape;4058;p59"/>
            <p:cNvSpPr/>
            <p:nvPr/>
          </p:nvSpPr>
          <p:spPr>
            <a:xfrm>
              <a:off x="2258600" y="1433350"/>
              <a:ext cx="467050" cy="536975"/>
            </a:xfrm>
            <a:custGeom>
              <a:avLst/>
              <a:gdLst/>
              <a:ahLst/>
              <a:cxnLst/>
              <a:rect l="l" t="t" r="r" b="b"/>
              <a:pathLst>
                <a:path w="18682" h="21479" extrusionOk="0">
                  <a:moveTo>
                    <a:pt x="9347" y="607"/>
                  </a:moveTo>
                  <a:cubicBezTo>
                    <a:pt x="9740" y="607"/>
                    <a:pt x="10050" y="929"/>
                    <a:pt x="10050" y="1322"/>
                  </a:cubicBezTo>
                  <a:cubicBezTo>
                    <a:pt x="10050" y="1715"/>
                    <a:pt x="9740" y="2024"/>
                    <a:pt x="9347" y="2024"/>
                  </a:cubicBezTo>
                  <a:cubicBezTo>
                    <a:pt x="8954" y="2024"/>
                    <a:pt x="8633" y="1715"/>
                    <a:pt x="8633" y="1322"/>
                  </a:cubicBezTo>
                  <a:cubicBezTo>
                    <a:pt x="8633" y="929"/>
                    <a:pt x="8954" y="607"/>
                    <a:pt x="9347" y="607"/>
                  </a:cubicBezTo>
                  <a:close/>
                  <a:moveTo>
                    <a:pt x="9347" y="0"/>
                  </a:moveTo>
                  <a:cubicBezTo>
                    <a:pt x="8609" y="0"/>
                    <a:pt x="8025" y="583"/>
                    <a:pt x="8025" y="1322"/>
                  </a:cubicBezTo>
                  <a:cubicBezTo>
                    <a:pt x="8025" y="1905"/>
                    <a:pt x="8395" y="2393"/>
                    <a:pt x="8918" y="2572"/>
                  </a:cubicBezTo>
                  <a:lnTo>
                    <a:pt x="8918" y="3608"/>
                  </a:lnTo>
                  <a:cubicBezTo>
                    <a:pt x="6120" y="3739"/>
                    <a:pt x="3656" y="5155"/>
                    <a:pt x="2108" y="7287"/>
                  </a:cubicBezTo>
                  <a:cubicBezTo>
                    <a:pt x="1906" y="7560"/>
                    <a:pt x="1727" y="7858"/>
                    <a:pt x="1548" y="8156"/>
                  </a:cubicBezTo>
                  <a:lnTo>
                    <a:pt x="1167" y="8156"/>
                  </a:lnTo>
                  <a:cubicBezTo>
                    <a:pt x="417" y="9489"/>
                    <a:pt x="1" y="11037"/>
                    <a:pt x="1" y="12668"/>
                  </a:cubicBezTo>
                  <a:cubicBezTo>
                    <a:pt x="1" y="12847"/>
                    <a:pt x="1" y="13014"/>
                    <a:pt x="13" y="13180"/>
                  </a:cubicBezTo>
                  <a:lnTo>
                    <a:pt x="429" y="13180"/>
                  </a:lnTo>
                  <a:cubicBezTo>
                    <a:pt x="441" y="13442"/>
                    <a:pt x="477" y="13704"/>
                    <a:pt x="513" y="13954"/>
                  </a:cubicBezTo>
                  <a:cubicBezTo>
                    <a:pt x="1191" y="18217"/>
                    <a:pt x="4882" y="21479"/>
                    <a:pt x="9347" y="21479"/>
                  </a:cubicBezTo>
                  <a:cubicBezTo>
                    <a:pt x="13800" y="21479"/>
                    <a:pt x="17491" y="18217"/>
                    <a:pt x="18170" y="13954"/>
                  </a:cubicBezTo>
                  <a:cubicBezTo>
                    <a:pt x="18205" y="13704"/>
                    <a:pt x="18241" y="13442"/>
                    <a:pt x="18253" y="13180"/>
                  </a:cubicBezTo>
                  <a:lnTo>
                    <a:pt x="18670" y="13180"/>
                  </a:lnTo>
                  <a:cubicBezTo>
                    <a:pt x="18682" y="13014"/>
                    <a:pt x="18682" y="12847"/>
                    <a:pt x="18682" y="12668"/>
                  </a:cubicBezTo>
                  <a:cubicBezTo>
                    <a:pt x="18682" y="11025"/>
                    <a:pt x="18265" y="9489"/>
                    <a:pt x="17515" y="8156"/>
                  </a:cubicBezTo>
                  <a:lnTo>
                    <a:pt x="17134" y="8156"/>
                  </a:lnTo>
                  <a:cubicBezTo>
                    <a:pt x="16967" y="7858"/>
                    <a:pt x="16777" y="7572"/>
                    <a:pt x="16574" y="7287"/>
                  </a:cubicBezTo>
                  <a:cubicBezTo>
                    <a:pt x="15026" y="5155"/>
                    <a:pt x="12562" y="3739"/>
                    <a:pt x="9764" y="3608"/>
                  </a:cubicBezTo>
                  <a:lnTo>
                    <a:pt x="9764" y="2572"/>
                  </a:lnTo>
                  <a:cubicBezTo>
                    <a:pt x="10288" y="2393"/>
                    <a:pt x="10657" y="1905"/>
                    <a:pt x="10657" y="1322"/>
                  </a:cubicBezTo>
                  <a:cubicBezTo>
                    <a:pt x="10657" y="583"/>
                    <a:pt x="10073" y="0"/>
                    <a:pt x="93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59" name="Google Shape;4059;p59"/>
            <p:cNvGrpSpPr/>
            <p:nvPr/>
          </p:nvGrpSpPr>
          <p:grpSpPr>
            <a:xfrm>
              <a:off x="2258600" y="1433188"/>
              <a:ext cx="467050" cy="537300"/>
              <a:chOff x="2258600" y="-256450"/>
              <a:chExt cx="467050" cy="537300"/>
            </a:xfrm>
          </p:grpSpPr>
          <p:sp>
            <p:nvSpPr>
              <p:cNvPr id="4060" name="Google Shape;4060;p59"/>
              <p:cNvSpPr/>
              <p:nvPr/>
            </p:nvSpPr>
            <p:spPr>
              <a:xfrm>
                <a:off x="2481850" y="-201675"/>
                <a:ext cx="20850" cy="940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3763" extrusionOk="0">
                    <a:moveTo>
                      <a:pt x="0" y="0"/>
                    </a:moveTo>
                    <a:lnTo>
                      <a:pt x="0" y="3763"/>
                    </a:lnTo>
                    <a:lnTo>
                      <a:pt x="834" y="3763"/>
                    </a:ln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59"/>
              <p:cNvSpPr/>
              <p:nvPr/>
            </p:nvSpPr>
            <p:spPr>
              <a:xfrm>
                <a:off x="2269025" y="69475"/>
                <a:ext cx="446500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930" extrusionOk="0">
                    <a:moveTo>
                      <a:pt x="0" y="1"/>
                    </a:moveTo>
                    <a:cubicBezTo>
                      <a:pt x="12" y="322"/>
                      <a:pt x="48" y="620"/>
                      <a:pt x="96" y="930"/>
                    </a:cubicBezTo>
                    <a:lnTo>
                      <a:pt x="17753" y="930"/>
                    </a:lnTo>
                    <a:cubicBezTo>
                      <a:pt x="17800" y="620"/>
                      <a:pt x="17836" y="310"/>
                      <a:pt x="178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59"/>
              <p:cNvSpPr/>
              <p:nvPr/>
            </p:nvSpPr>
            <p:spPr>
              <a:xfrm>
                <a:off x="2271700" y="92700"/>
                <a:ext cx="441150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17646" h="7526" extrusionOk="0">
                    <a:moveTo>
                      <a:pt x="1" y="1"/>
                    </a:moveTo>
                    <a:cubicBezTo>
                      <a:pt x="679" y="4263"/>
                      <a:pt x="4370" y="7525"/>
                      <a:pt x="8823" y="7525"/>
                    </a:cubicBezTo>
                    <a:cubicBezTo>
                      <a:pt x="13276" y="7525"/>
                      <a:pt x="16967" y="4263"/>
                      <a:pt x="17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59"/>
              <p:cNvSpPr/>
              <p:nvPr/>
            </p:nvSpPr>
            <p:spPr>
              <a:xfrm>
                <a:off x="2311300" y="-166250"/>
                <a:ext cx="361675" cy="92300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3692" extrusionOk="0">
                    <a:moveTo>
                      <a:pt x="7239" y="0"/>
                    </a:moveTo>
                    <a:cubicBezTo>
                      <a:pt x="4262" y="0"/>
                      <a:pt x="1631" y="1453"/>
                      <a:pt x="0" y="3691"/>
                    </a:cubicBezTo>
                    <a:lnTo>
                      <a:pt x="14466" y="3691"/>
                    </a:lnTo>
                    <a:cubicBezTo>
                      <a:pt x="12847" y="1453"/>
                      <a:pt x="10216" y="0"/>
                      <a:pt x="7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59"/>
              <p:cNvSpPr/>
              <p:nvPr/>
            </p:nvSpPr>
            <p:spPr>
              <a:xfrm>
                <a:off x="2296700" y="-73975"/>
                <a:ext cx="391150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929" extrusionOk="0">
                    <a:moveTo>
                      <a:pt x="584" y="0"/>
                    </a:moveTo>
                    <a:cubicBezTo>
                      <a:pt x="370" y="298"/>
                      <a:pt x="179" y="607"/>
                      <a:pt x="1" y="929"/>
                    </a:cubicBezTo>
                    <a:lnTo>
                      <a:pt x="15645" y="929"/>
                    </a:lnTo>
                    <a:cubicBezTo>
                      <a:pt x="15467" y="607"/>
                      <a:pt x="15276" y="298"/>
                      <a:pt x="150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59"/>
              <p:cNvSpPr/>
              <p:nvPr/>
            </p:nvSpPr>
            <p:spPr>
              <a:xfrm>
                <a:off x="2258600" y="-52550"/>
                <a:ext cx="467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18682" h="5037" extrusionOk="0">
                    <a:moveTo>
                      <a:pt x="1167" y="0"/>
                    </a:moveTo>
                    <a:cubicBezTo>
                      <a:pt x="429" y="1346"/>
                      <a:pt x="1" y="2882"/>
                      <a:pt x="1" y="4525"/>
                    </a:cubicBezTo>
                    <a:cubicBezTo>
                      <a:pt x="1" y="4691"/>
                      <a:pt x="13" y="4870"/>
                      <a:pt x="24" y="5037"/>
                    </a:cubicBezTo>
                    <a:lnTo>
                      <a:pt x="18670" y="5037"/>
                    </a:lnTo>
                    <a:cubicBezTo>
                      <a:pt x="18682" y="4870"/>
                      <a:pt x="18682" y="4691"/>
                      <a:pt x="18682" y="4525"/>
                    </a:cubicBezTo>
                    <a:cubicBezTo>
                      <a:pt x="18682" y="2882"/>
                      <a:pt x="18265" y="1346"/>
                      <a:pt x="175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59"/>
              <p:cNvSpPr/>
              <p:nvPr/>
            </p:nvSpPr>
            <p:spPr>
              <a:xfrm>
                <a:off x="2459225" y="-256450"/>
                <a:ext cx="66100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644" extrusionOk="0">
                    <a:moveTo>
                      <a:pt x="1322" y="620"/>
                    </a:moveTo>
                    <a:cubicBezTo>
                      <a:pt x="1715" y="620"/>
                      <a:pt x="2036" y="929"/>
                      <a:pt x="2036" y="1322"/>
                    </a:cubicBezTo>
                    <a:cubicBezTo>
                      <a:pt x="2036" y="1715"/>
                      <a:pt x="1715" y="2036"/>
                      <a:pt x="1322" y="2036"/>
                    </a:cubicBezTo>
                    <a:cubicBezTo>
                      <a:pt x="929" y="2036"/>
                      <a:pt x="608" y="1715"/>
                      <a:pt x="608" y="1322"/>
                    </a:cubicBezTo>
                    <a:cubicBezTo>
                      <a:pt x="608" y="929"/>
                      <a:pt x="929" y="620"/>
                      <a:pt x="1322" y="620"/>
                    </a:cubicBezTo>
                    <a:close/>
                    <a:moveTo>
                      <a:pt x="1322" y="1"/>
                    </a:moveTo>
                    <a:cubicBezTo>
                      <a:pt x="596" y="1"/>
                      <a:pt x="0" y="596"/>
                      <a:pt x="0" y="1322"/>
                    </a:cubicBezTo>
                    <a:cubicBezTo>
                      <a:pt x="0" y="2048"/>
                      <a:pt x="596" y="2644"/>
                      <a:pt x="1322" y="2644"/>
                    </a:cubicBezTo>
                    <a:cubicBezTo>
                      <a:pt x="2048" y="2644"/>
                      <a:pt x="2644" y="2048"/>
                      <a:pt x="2644" y="1322"/>
                    </a:cubicBezTo>
                    <a:cubicBezTo>
                      <a:pt x="2644" y="596"/>
                      <a:pt x="2048" y="1"/>
                      <a:pt x="1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59"/>
              <p:cNvSpPr/>
              <p:nvPr/>
            </p:nvSpPr>
            <p:spPr>
              <a:xfrm>
                <a:off x="2578575" y="4900"/>
                <a:ext cx="44375" cy="6847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2739" extrusionOk="0">
                    <a:moveTo>
                      <a:pt x="1656" y="0"/>
                    </a:moveTo>
                    <a:lnTo>
                      <a:pt x="1" y="2739"/>
                    </a:lnTo>
                    <a:lnTo>
                      <a:pt x="1775" y="2739"/>
                    </a:lnTo>
                    <a:lnTo>
                      <a:pt x="1775" y="631"/>
                    </a:lnTo>
                    <a:cubicBezTo>
                      <a:pt x="1775" y="405"/>
                      <a:pt x="1739" y="191"/>
                      <a:pt x="16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59"/>
              <p:cNvSpPr/>
              <p:nvPr/>
            </p:nvSpPr>
            <p:spPr>
              <a:xfrm>
                <a:off x="2479175" y="-22500"/>
                <a:ext cx="994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977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59"/>
              <p:cNvSpPr/>
              <p:nvPr/>
            </p:nvSpPr>
            <p:spPr>
              <a:xfrm>
                <a:off x="2361300" y="-22500"/>
                <a:ext cx="1759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3835" extrusionOk="0">
                    <a:moveTo>
                      <a:pt x="1739" y="1"/>
                    </a:moveTo>
                    <a:cubicBezTo>
                      <a:pt x="786" y="1"/>
                      <a:pt x="0" y="775"/>
                      <a:pt x="0" y="1727"/>
                    </a:cubicBezTo>
                    <a:lnTo>
                      <a:pt x="0" y="3835"/>
                    </a:lnTo>
                    <a:lnTo>
                      <a:pt x="4715" y="3835"/>
                    </a:lnTo>
                    <a:lnTo>
                      <a:pt x="70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0" name="Google Shape;4070;p59"/>
              <p:cNvSpPr/>
              <p:nvPr/>
            </p:nvSpPr>
            <p:spPr>
              <a:xfrm>
                <a:off x="2561925" y="-8800"/>
                <a:ext cx="580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2322" h="3287" extrusionOk="0">
                    <a:moveTo>
                      <a:pt x="1977" y="1"/>
                    </a:moveTo>
                    <a:lnTo>
                      <a:pt x="0" y="3287"/>
                    </a:lnTo>
                    <a:lnTo>
                      <a:pt x="667" y="3287"/>
                    </a:lnTo>
                    <a:lnTo>
                      <a:pt x="2322" y="548"/>
                    </a:lnTo>
                    <a:cubicBezTo>
                      <a:pt x="2238" y="346"/>
                      <a:pt x="2131" y="155"/>
                      <a:pt x="19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1" name="Google Shape;4071;p59"/>
              <p:cNvSpPr/>
              <p:nvPr/>
            </p:nvSpPr>
            <p:spPr>
              <a:xfrm>
                <a:off x="2520550" y="-22500"/>
                <a:ext cx="90800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632" y="549"/>
                    </a:lnTo>
                    <a:cubicBezTo>
                      <a:pt x="3322" y="215"/>
                      <a:pt x="2870" y="1"/>
                      <a:pt x="2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59"/>
              <p:cNvSpPr/>
              <p:nvPr/>
            </p:nvSpPr>
            <p:spPr>
              <a:xfrm>
                <a:off x="23485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23" y="0"/>
                    </a:moveTo>
                    <a:cubicBezTo>
                      <a:pt x="716" y="0"/>
                      <a:pt x="710" y="0"/>
                      <a:pt x="703" y="0"/>
                    </a:cubicBez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703" y="1381"/>
                    </a:cubicBezTo>
                    <a:cubicBezTo>
                      <a:pt x="1084" y="1381"/>
                      <a:pt x="1393" y="1072"/>
                      <a:pt x="1393" y="691"/>
                    </a:cubicBezTo>
                    <a:cubicBezTo>
                      <a:pt x="1393" y="317"/>
                      <a:pt x="1095" y="0"/>
                      <a:pt x="72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3" name="Google Shape;4073;p59"/>
              <p:cNvSpPr/>
              <p:nvPr/>
            </p:nvSpPr>
            <p:spPr>
              <a:xfrm>
                <a:off x="23991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4" name="Google Shape;4074;p59"/>
              <p:cNvSpPr/>
              <p:nvPr/>
            </p:nvSpPr>
            <p:spPr>
              <a:xfrm>
                <a:off x="24497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5" name="Google Shape;4075;p59"/>
              <p:cNvSpPr/>
              <p:nvPr/>
            </p:nvSpPr>
            <p:spPr>
              <a:xfrm>
                <a:off x="25003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7"/>
                      <a:pt x="1083" y="0"/>
                      <a:pt x="7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6" name="Google Shape;4076;p59"/>
              <p:cNvSpPr/>
              <p:nvPr/>
            </p:nvSpPr>
            <p:spPr>
              <a:xfrm>
                <a:off x="25506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84" y="1381"/>
                      <a:pt x="1394" y="1072"/>
                      <a:pt x="1394" y="691"/>
                    </a:cubicBezTo>
                    <a:cubicBezTo>
                      <a:pt x="1394" y="317"/>
                      <a:pt x="1095" y="0"/>
                      <a:pt x="7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7" name="Google Shape;4077;p59"/>
              <p:cNvSpPr/>
              <p:nvPr/>
            </p:nvSpPr>
            <p:spPr>
              <a:xfrm>
                <a:off x="26012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8" name="Google Shape;4078;p59"/>
              <p:cNvSpPr/>
              <p:nvPr/>
            </p:nvSpPr>
            <p:spPr>
              <a:xfrm>
                <a:off x="2392850" y="1870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9" name="Google Shape;4079;p59"/>
              <p:cNvSpPr/>
              <p:nvPr/>
            </p:nvSpPr>
            <p:spPr>
              <a:xfrm>
                <a:off x="2392850" y="2132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80" name="Google Shape;4080;p59"/>
          <p:cNvGrpSpPr/>
          <p:nvPr/>
        </p:nvGrpSpPr>
        <p:grpSpPr>
          <a:xfrm>
            <a:off x="1172021" y="3332394"/>
            <a:ext cx="1055985" cy="905499"/>
            <a:chOff x="4041575" y="1574875"/>
            <a:chExt cx="296475" cy="254225"/>
          </a:xfrm>
        </p:grpSpPr>
        <p:sp>
          <p:nvSpPr>
            <p:cNvPr id="4081" name="Google Shape;4081;p59"/>
            <p:cNvSpPr/>
            <p:nvPr/>
          </p:nvSpPr>
          <p:spPr>
            <a:xfrm>
              <a:off x="4041575" y="1574875"/>
              <a:ext cx="296475" cy="254225"/>
            </a:xfrm>
            <a:custGeom>
              <a:avLst/>
              <a:gdLst/>
              <a:ahLst/>
              <a:cxnLst/>
              <a:rect l="l" t="t" r="r" b="b"/>
              <a:pathLst>
                <a:path w="11859" h="10169" extrusionOk="0">
                  <a:moveTo>
                    <a:pt x="655" y="0"/>
                  </a:moveTo>
                  <a:cubicBezTo>
                    <a:pt x="286" y="0"/>
                    <a:pt x="0" y="298"/>
                    <a:pt x="0" y="655"/>
                  </a:cubicBezTo>
                  <a:cubicBezTo>
                    <a:pt x="0" y="941"/>
                    <a:pt x="179" y="1179"/>
                    <a:pt x="429" y="1274"/>
                  </a:cubicBezTo>
                  <a:lnTo>
                    <a:pt x="429" y="4561"/>
                  </a:lnTo>
                  <a:cubicBezTo>
                    <a:pt x="238" y="4739"/>
                    <a:pt x="119" y="5001"/>
                    <a:pt x="119" y="5275"/>
                  </a:cubicBezTo>
                  <a:cubicBezTo>
                    <a:pt x="119" y="5811"/>
                    <a:pt x="548" y="6251"/>
                    <a:pt x="1084" y="6251"/>
                  </a:cubicBezTo>
                  <a:cubicBezTo>
                    <a:pt x="1095" y="6251"/>
                    <a:pt x="1119" y="6239"/>
                    <a:pt x="1131" y="6239"/>
                  </a:cubicBezTo>
                  <a:cubicBezTo>
                    <a:pt x="1584" y="8478"/>
                    <a:pt x="3560" y="10168"/>
                    <a:pt x="5929" y="10168"/>
                  </a:cubicBezTo>
                  <a:cubicBezTo>
                    <a:pt x="8299" y="10168"/>
                    <a:pt x="10275" y="8478"/>
                    <a:pt x="10716" y="6239"/>
                  </a:cubicBezTo>
                  <a:cubicBezTo>
                    <a:pt x="10728" y="6239"/>
                    <a:pt x="10751" y="6251"/>
                    <a:pt x="10763" y="6251"/>
                  </a:cubicBezTo>
                  <a:cubicBezTo>
                    <a:pt x="11299" y="6251"/>
                    <a:pt x="11728" y="5811"/>
                    <a:pt x="11728" y="5275"/>
                  </a:cubicBezTo>
                  <a:cubicBezTo>
                    <a:pt x="11728" y="5001"/>
                    <a:pt x="11609" y="4739"/>
                    <a:pt x="11418" y="4561"/>
                  </a:cubicBezTo>
                  <a:lnTo>
                    <a:pt x="11418" y="1274"/>
                  </a:lnTo>
                  <a:cubicBezTo>
                    <a:pt x="11668" y="1179"/>
                    <a:pt x="11859" y="941"/>
                    <a:pt x="11859" y="655"/>
                  </a:cubicBezTo>
                  <a:cubicBezTo>
                    <a:pt x="11859" y="298"/>
                    <a:pt x="11561" y="0"/>
                    <a:pt x="11192" y="0"/>
                  </a:cubicBezTo>
                  <a:cubicBezTo>
                    <a:pt x="10835" y="0"/>
                    <a:pt x="10537" y="298"/>
                    <a:pt x="10537" y="655"/>
                  </a:cubicBezTo>
                  <a:cubicBezTo>
                    <a:pt x="10537" y="941"/>
                    <a:pt x="10728" y="1179"/>
                    <a:pt x="10978" y="1274"/>
                  </a:cubicBezTo>
                  <a:lnTo>
                    <a:pt x="10978" y="4334"/>
                  </a:lnTo>
                  <a:cubicBezTo>
                    <a:pt x="10906" y="4311"/>
                    <a:pt x="10835" y="4311"/>
                    <a:pt x="10763" y="4311"/>
                  </a:cubicBezTo>
                  <a:lnTo>
                    <a:pt x="10716" y="4311"/>
                  </a:lnTo>
                  <a:cubicBezTo>
                    <a:pt x="10275" y="2072"/>
                    <a:pt x="8299" y="381"/>
                    <a:pt x="5929" y="381"/>
                  </a:cubicBezTo>
                  <a:cubicBezTo>
                    <a:pt x="3560" y="381"/>
                    <a:pt x="1584" y="2072"/>
                    <a:pt x="1131" y="4311"/>
                  </a:cubicBezTo>
                  <a:lnTo>
                    <a:pt x="1084" y="4311"/>
                  </a:lnTo>
                  <a:cubicBezTo>
                    <a:pt x="1012" y="4311"/>
                    <a:pt x="941" y="4311"/>
                    <a:pt x="881" y="4334"/>
                  </a:cubicBezTo>
                  <a:lnTo>
                    <a:pt x="881" y="1274"/>
                  </a:lnTo>
                  <a:cubicBezTo>
                    <a:pt x="1131" y="1179"/>
                    <a:pt x="1310" y="941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82" name="Google Shape;4082;p59"/>
            <p:cNvGrpSpPr/>
            <p:nvPr/>
          </p:nvGrpSpPr>
          <p:grpSpPr>
            <a:xfrm>
              <a:off x="4041575" y="1575025"/>
              <a:ext cx="296475" cy="253925"/>
              <a:chOff x="4041575" y="-114775"/>
              <a:chExt cx="296475" cy="253925"/>
            </a:xfrm>
          </p:grpSpPr>
          <p:sp>
            <p:nvSpPr>
              <p:cNvPr id="4083" name="Google Shape;4083;p59"/>
              <p:cNvSpPr/>
              <p:nvPr/>
            </p:nvSpPr>
            <p:spPr>
              <a:xfrm>
                <a:off x="4052275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27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27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4" name="Google Shape;4084;p59"/>
              <p:cNvSpPr/>
              <p:nvPr/>
            </p:nvSpPr>
            <p:spPr>
              <a:xfrm>
                <a:off x="4041575" y="-11477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87"/>
                      <a:pt x="0" y="656"/>
                    </a:cubicBezTo>
                    <a:cubicBezTo>
                      <a:pt x="0" y="1013"/>
                      <a:pt x="286" y="1311"/>
                      <a:pt x="655" y="1311"/>
                    </a:cubicBezTo>
                    <a:cubicBezTo>
                      <a:pt x="1012" y="1311"/>
                      <a:pt x="1310" y="1013"/>
                      <a:pt x="1310" y="656"/>
                    </a:cubicBezTo>
                    <a:cubicBezTo>
                      <a:pt x="1310" y="287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5" name="Google Shape;4085;p59"/>
              <p:cNvSpPr/>
              <p:nvPr/>
            </p:nvSpPr>
            <p:spPr>
              <a:xfrm>
                <a:off x="4316000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15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6" name="Google Shape;4086;p59"/>
              <p:cNvSpPr/>
              <p:nvPr/>
            </p:nvSpPr>
            <p:spPr>
              <a:xfrm>
                <a:off x="4305000" y="-11477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87"/>
                      <a:pt x="0" y="656"/>
                    </a:cubicBezTo>
                    <a:cubicBezTo>
                      <a:pt x="0" y="1013"/>
                      <a:pt x="298" y="1311"/>
                      <a:pt x="655" y="1311"/>
                    </a:cubicBezTo>
                    <a:cubicBezTo>
                      <a:pt x="1024" y="1311"/>
                      <a:pt x="1322" y="1013"/>
                      <a:pt x="1322" y="656"/>
                    </a:cubicBezTo>
                    <a:cubicBezTo>
                      <a:pt x="1322" y="287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7" name="Google Shape;4087;p59"/>
              <p:cNvSpPr/>
              <p:nvPr/>
            </p:nvSpPr>
            <p:spPr>
              <a:xfrm>
                <a:off x="4286525" y="-7300"/>
                <a:ext cx="482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1" extrusionOk="0">
                    <a:moveTo>
                      <a:pt x="965" y="0"/>
                    </a:moveTo>
                    <a:cubicBezTo>
                      <a:pt x="430" y="0"/>
                      <a:pt x="1" y="441"/>
                      <a:pt x="1" y="976"/>
                    </a:cubicBezTo>
                    <a:cubicBezTo>
                      <a:pt x="1" y="1512"/>
                      <a:pt x="430" y="1941"/>
                      <a:pt x="965" y="1941"/>
                    </a:cubicBezTo>
                    <a:cubicBezTo>
                      <a:pt x="1501" y="1941"/>
                      <a:pt x="1930" y="1512"/>
                      <a:pt x="1930" y="976"/>
                    </a:cubicBezTo>
                    <a:cubicBezTo>
                      <a:pt x="1930" y="441"/>
                      <a:pt x="1501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8" name="Google Shape;4088;p59"/>
              <p:cNvSpPr/>
              <p:nvPr/>
            </p:nvSpPr>
            <p:spPr>
              <a:xfrm>
                <a:off x="4044550" y="-7300"/>
                <a:ext cx="4852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1" extrusionOk="0">
                    <a:moveTo>
                      <a:pt x="965" y="0"/>
                    </a:moveTo>
                    <a:cubicBezTo>
                      <a:pt x="429" y="0"/>
                      <a:pt x="0" y="441"/>
                      <a:pt x="0" y="976"/>
                    </a:cubicBezTo>
                    <a:cubicBezTo>
                      <a:pt x="0" y="1512"/>
                      <a:pt x="429" y="1941"/>
                      <a:pt x="965" y="1941"/>
                    </a:cubicBezTo>
                    <a:cubicBezTo>
                      <a:pt x="1500" y="1941"/>
                      <a:pt x="1941" y="1512"/>
                      <a:pt x="1941" y="976"/>
                    </a:cubicBezTo>
                    <a:cubicBezTo>
                      <a:pt x="1941" y="441"/>
                      <a:pt x="1500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9" name="Google Shape;4089;p59"/>
              <p:cNvSpPr/>
              <p:nvPr/>
            </p:nvSpPr>
            <p:spPr>
              <a:xfrm>
                <a:off x="4067450" y="-105250"/>
                <a:ext cx="244400" cy="2444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76" extrusionOk="0">
                    <a:moveTo>
                      <a:pt x="4894" y="1"/>
                    </a:moveTo>
                    <a:cubicBezTo>
                      <a:pt x="2192" y="1"/>
                      <a:pt x="1" y="2192"/>
                      <a:pt x="1" y="4894"/>
                    </a:cubicBezTo>
                    <a:cubicBezTo>
                      <a:pt x="1" y="7597"/>
                      <a:pt x="2192" y="9776"/>
                      <a:pt x="4894" y="9776"/>
                    </a:cubicBezTo>
                    <a:cubicBezTo>
                      <a:pt x="7585" y="9776"/>
                      <a:pt x="9776" y="7597"/>
                      <a:pt x="9776" y="4894"/>
                    </a:cubicBezTo>
                    <a:cubicBezTo>
                      <a:pt x="9776" y="2192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0" name="Google Shape;4090;p59"/>
              <p:cNvSpPr/>
              <p:nvPr/>
            </p:nvSpPr>
            <p:spPr>
              <a:xfrm>
                <a:off x="4090375" y="-1862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1"/>
                    </a:moveTo>
                    <a:cubicBezTo>
                      <a:pt x="298" y="1"/>
                      <a:pt x="1" y="310"/>
                      <a:pt x="1" y="679"/>
                    </a:cubicBezTo>
                    <a:lnTo>
                      <a:pt x="1" y="2120"/>
                    </a:lnTo>
                    <a:cubicBezTo>
                      <a:pt x="1" y="2501"/>
                      <a:pt x="298" y="2799"/>
                      <a:pt x="679" y="2799"/>
                    </a:cubicBezTo>
                    <a:lnTo>
                      <a:pt x="7275" y="2799"/>
                    </a:lnTo>
                    <a:cubicBezTo>
                      <a:pt x="7645" y="2799"/>
                      <a:pt x="7942" y="2501"/>
                      <a:pt x="7942" y="2120"/>
                    </a:cubicBezTo>
                    <a:lnTo>
                      <a:pt x="7942" y="679"/>
                    </a:lnTo>
                    <a:cubicBezTo>
                      <a:pt x="7942" y="310"/>
                      <a:pt x="7645" y="1"/>
                      <a:pt x="7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1" name="Google Shape;4091;p59"/>
              <p:cNvSpPr/>
              <p:nvPr/>
            </p:nvSpPr>
            <p:spPr>
              <a:xfrm>
                <a:off x="4119550" y="46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9"/>
                      <a:pt x="489" y="989"/>
                    </a:cubicBezTo>
                    <a:cubicBezTo>
                      <a:pt x="763" y="989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2" name="Google Shape;4092;p59"/>
              <p:cNvSpPr/>
              <p:nvPr/>
            </p:nvSpPr>
            <p:spPr>
              <a:xfrm>
                <a:off x="4235050" y="4600"/>
                <a:ext cx="250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9"/>
                      <a:pt x="500" y="989"/>
                    </a:cubicBezTo>
                    <a:cubicBezTo>
                      <a:pt x="774" y="989"/>
                      <a:pt x="1000" y="774"/>
                      <a:pt x="1000" y="500"/>
                    </a:cubicBezTo>
                    <a:cubicBezTo>
                      <a:pt x="1000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93" name="Google Shape;4093;p59"/>
          <p:cNvGrpSpPr/>
          <p:nvPr/>
        </p:nvGrpSpPr>
        <p:grpSpPr>
          <a:xfrm>
            <a:off x="-749332" y="2445605"/>
            <a:ext cx="1827087" cy="2315090"/>
            <a:chOff x="4700075" y="3262363"/>
            <a:chExt cx="560525" cy="710238"/>
          </a:xfrm>
        </p:grpSpPr>
        <p:sp>
          <p:nvSpPr>
            <p:cNvPr id="4094" name="Google Shape;4094;p59"/>
            <p:cNvSpPr/>
            <p:nvPr/>
          </p:nvSpPr>
          <p:spPr>
            <a:xfrm>
              <a:off x="4700075" y="3262375"/>
              <a:ext cx="560525" cy="710225"/>
            </a:xfrm>
            <a:custGeom>
              <a:avLst/>
              <a:gdLst/>
              <a:ahLst/>
              <a:cxnLst/>
              <a:rect l="l" t="t" r="r" b="b"/>
              <a:pathLst>
                <a:path w="22421" h="28409" extrusionOk="0">
                  <a:moveTo>
                    <a:pt x="6728" y="0"/>
                  </a:moveTo>
                  <a:cubicBezTo>
                    <a:pt x="6121" y="0"/>
                    <a:pt x="5632" y="488"/>
                    <a:pt x="5632" y="1084"/>
                  </a:cubicBezTo>
                  <a:lnTo>
                    <a:pt x="5632" y="3000"/>
                  </a:lnTo>
                  <a:cubicBezTo>
                    <a:pt x="5394" y="3012"/>
                    <a:pt x="5204" y="3215"/>
                    <a:pt x="5204" y="3465"/>
                  </a:cubicBezTo>
                  <a:lnTo>
                    <a:pt x="5204" y="3953"/>
                  </a:lnTo>
                  <a:lnTo>
                    <a:pt x="4716" y="3953"/>
                  </a:lnTo>
                  <a:lnTo>
                    <a:pt x="4716" y="4286"/>
                  </a:lnTo>
                  <a:lnTo>
                    <a:pt x="3263" y="4286"/>
                  </a:lnTo>
                  <a:cubicBezTo>
                    <a:pt x="3120" y="3834"/>
                    <a:pt x="2692" y="3501"/>
                    <a:pt x="2192" y="3501"/>
                  </a:cubicBezTo>
                  <a:cubicBezTo>
                    <a:pt x="1584" y="3501"/>
                    <a:pt x="1084" y="4001"/>
                    <a:pt x="1084" y="4608"/>
                  </a:cubicBezTo>
                  <a:cubicBezTo>
                    <a:pt x="1084" y="5227"/>
                    <a:pt x="1572" y="5727"/>
                    <a:pt x="2192" y="5727"/>
                  </a:cubicBezTo>
                  <a:cubicBezTo>
                    <a:pt x="2692" y="5727"/>
                    <a:pt x="3108" y="5406"/>
                    <a:pt x="3251" y="4953"/>
                  </a:cubicBezTo>
                  <a:lnTo>
                    <a:pt x="4716" y="4953"/>
                  </a:lnTo>
                  <a:lnTo>
                    <a:pt x="4716" y="5298"/>
                  </a:lnTo>
                  <a:lnTo>
                    <a:pt x="5192" y="5298"/>
                  </a:lnTo>
                  <a:lnTo>
                    <a:pt x="5192" y="5727"/>
                  </a:lnTo>
                  <a:cubicBezTo>
                    <a:pt x="5192" y="5977"/>
                    <a:pt x="5394" y="6179"/>
                    <a:pt x="5632" y="6191"/>
                  </a:cubicBezTo>
                  <a:lnTo>
                    <a:pt x="5632" y="8394"/>
                  </a:lnTo>
                  <a:cubicBezTo>
                    <a:pt x="5632" y="8989"/>
                    <a:pt x="6121" y="9477"/>
                    <a:pt x="6728" y="9477"/>
                  </a:cubicBezTo>
                  <a:lnTo>
                    <a:pt x="9300" y="9477"/>
                  </a:lnTo>
                  <a:lnTo>
                    <a:pt x="9300" y="10323"/>
                  </a:lnTo>
                  <a:lnTo>
                    <a:pt x="4442" y="10323"/>
                  </a:lnTo>
                  <a:lnTo>
                    <a:pt x="4442" y="11216"/>
                  </a:lnTo>
                  <a:lnTo>
                    <a:pt x="4442" y="11966"/>
                  </a:lnTo>
                  <a:lnTo>
                    <a:pt x="4442" y="12013"/>
                  </a:lnTo>
                  <a:lnTo>
                    <a:pt x="5609" y="12013"/>
                  </a:lnTo>
                  <a:cubicBezTo>
                    <a:pt x="5251" y="12204"/>
                    <a:pt x="4906" y="12430"/>
                    <a:pt x="4585" y="12692"/>
                  </a:cubicBezTo>
                  <a:cubicBezTo>
                    <a:pt x="4358" y="12871"/>
                    <a:pt x="4132" y="13061"/>
                    <a:pt x="3930" y="13264"/>
                  </a:cubicBezTo>
                  <a:cubicBezTo>
                    <a:pt x="3739" y="13454"/>
                    <a:pt x="3573" y="13645"/>
                    <a:pt x="3418" y="13847"/>
                  </a:cubicBezTo>
                  <a:cubicBezTo>
                    <a:pt x="3037" y="14323"/>
                    <a:pt x="2739" y="14823"/>
                    <a:pt x="2513" y="15359"/>
                  </a:cubicBezTo>
                  <a:cubicBezTo>
                    <a:pt x="2275" y="15895"/>
                    <a:pt x="2108" y="16466"/>
                    <a:pt x="1977" y="17050"/>
                  </a:cubicBezTo>
                  <a:cubicBezTo>
                    <a:pt x="1846" y="17681"/>
                    <a:pt x="1775" y="18324"/>
                    <a:pt x="1727" y="18979"/>
                  </a:cubicBezTo>
                  <a:cubicBezTo>
                    <a:pt x="1680" y="19610"/>
                    <a:pt x="1668" y="20241"/>
                    <a:pt x="1668" y="20872"/>
                  </a:cubicBezTo>
                  <a:cubicBezTo>
                    <a:pt x="1668" y="20979"/>
                    <a:pt x="1668" y="21098"/>
                    <a:pt x="1668" y="21205"/>
                  </a:cubicBezTo>
                  <a:cubicBezTo>
                    <a:pt x="715" y="21443"/>
                    <a:pt x="1" y="22300"/>
                    <a:pt x="1" y="23336"/>
                  </a:cubicBezTo>
                  <a:lnTo>
                    <a:pt x="1" y="24848"/>
                  </a:lnTo>
                  <a:lnTo>
                    <a:pt x="1168" y="24848"/>
                  </a:lnTo>
                  <a:lnTo>
                    <a:pt x="1168" y="23324"/>
                  </a:lnTo>
                  <a:cubicBezTo>
                    <a:pt x="1168" y="22765"/>
                    <a:pt x="1632" y="22300"/>
                    <a:pt x="2192" y="22300"/>
                  </a:cubicBezTo>
                  <a:cubicBezTo>
                    <a:pt x="2763" y="22300"/>
                    <a:pt x="3227" y="22765"/>
                    <a:pt x="3227" y="23324"/>
                  </a:cubicBezTo>
                  <a:lnTo>
                    <a:pt x="3227" y="24836"/>
                  </a:lnTo>
                  <a:lnTo>
                    <a:pt x="4394" y="24836"/>
                  </a:lnTo>
                  <a:lnTo>
                    <a:pt x="4394" y="23324"/>
                  </a:lnTo>
                  <a:cubicBezTo>
                    <a:pt x="4394" y="22336"/>
                    <a:pt x="3739" y="21503"/>
                    <a:pt x="2834" y="21229"/>
                  </a:cubicBezTo>
                  <a:lnTo>
                    <a:pt x="2834" y="20860"/>
                  </a:lnTo>
                  <a:cubicBezTo>
                    <a:pt x="2834" y="20276"/>
                    <a:pt x="2846" y="19681"/>
                    <a:pt x="2882" y="19098"/>
                  </a:cubicBezTo>
                  <a:cubicBezTo>
                    <a:pt x="2918" y="18526"/>
                    <a:pt x="2989" y="17967"/>
                    <a:pt x="3096" y="17419"/>
                  </a:cubicBezTo>
                  <a:cubicBezTo>
                    <a:pt x="3215" y="16859"/>
                    <a:pt x="3382" y="16300"/>
                    <a:pt x="3620" y="15776"/>
                  </a:cubicBezTo>
                  <a:cubicBezTo>
                    <a:pt x="3811" y="15347"/>
                    <a:pt x="4061" y="14942"/>
                    <a:pt x="4358" y="14549"/>
                  </a:cubicBezTo>
                  <a:cubicBezTo>
                    <a:pt x="4478" y="14395"/>
                    <a:pt x="4609" y="14240"/>
                    <a:pt x="4751" y="14085"/>
                  </a:cubicBezTo>
                  <a:cubicBezTo>
                    <a:pt x="4906" y="13930"/>
                    <a:pt x="5061" y="13787"/>
                    <a:pt x="5228" y="13657"/>
                  </a:cubicBezTo>
                  <a:cubicBezTo>
                    <a:pt x="5430" y="13478"/>
                    <a:pt x="5656" y="13323"/>
                    <a:pt x="5882" y="13180"/>
                  </a:cubicBezTo>
                  <a:lnTo>
                    <a:pt x="5882" y="20872"/>
                  </a:lnTo>
                  <a:lnTo>
                    <a:pt x="7406" y="20872"/>
                  </a:lnTo>
                  <a:cubicBezTo>
                    <a:pt x="7335" y="21015"/>
                    <a:pt x="7276" y="21169"/>
                    <a:pt x="7216" y="21324"/>
                  </a:cubicBezTo>
                  <a:cubicBezTo>
                    <a:pt x="7014" y="21872"/>
                    <a:pt x="6883" y="22455"/>
                    <a:pt x="6811" y="23062"/>
                  </a:cubicBezTo>
                  <a:cubicBezTo>
                    <a:pt x="6740" y="23562"/>
                    <a:pt x="6704" y="24074"/>
                    <a:pt x="6704" y="24575"/>
                  </a:cubicBezTo>
                  <a:cubicBezTo>
                    <a:pt x="6692" y="25086"/>
                    <a:pt x="6716" y="25587"/>
                    <a:pt x="6752" y="26051"/>
                  </a:cubicBezTo>
                  <a:cubicBezTo>
                    <a:pt x="6573" y="26229"/>
                    <a:pt x="6454" y="26480"/>
                    <a:pt x="6454" y="26753"/>
                  </a:cubicBezTo>
                  <a:lnTo>
                    <a:pt x="6454" y="26968"/>
                  </a:lnTo>
                  <a:lnTo>
                    <a:pt x="4132" y="26968"/>
                  </a:lnTo>
                  <a:lnTo>
                    <a:pt x="4132" y="27682"/>
                  </a:lnTo>
                  <a:lnTo>
                    <a:pt x="4132" y="28396"/>
                  </a:lnTo>
                  <a:lnTo>
                    <a:pt x="4132" y="28408"/>
                  </a:lnTo>
                  <a:lnTo>
                    <a:pt x="8776" y="28408"/>
                  </a:lnTo>
                  <a:lnTo>
                    <a:pt x="8776" y="28396"/>
                  </a:lnTo>
                  <a:lnTo>
                    <a:pt x="8776" y="27682"/>
                  </a:lnTo>
                  <a:lnTo>
                    <a:pt x="8776" y="26968"/>
                  </a:lnTo>
                  <a:lnTo>
                    <a:pt x="8395" y="26968"/>
                  </a:lnTo>
                  <a:lnTo>
                    <a:pt x="8395" y="26753"/>
                  </a:lnTo>
                  <a:cubicBezTo>
                    <a:pt x="8395" y="26432"/>
                    <a:pt x="8240" y="26146"/>
                    <a:pt x="8002" y="25968"/>
                  </a:cubicBezTo>
                  <a:cubicBezTo>
                    <a:pt x="8002" y="25944"/>
                    <a:pt x="7990" y="25920"/>
                    <a:pt x="7990" y="25896"/>
                  </a:cubicBezTo>
                  <a:cubicBezTo>
                    <a:pt x="7954" y="25456"/>
                    <a:pt x="7942" y="25015"/>
                    <a:pt x="7954" y="24586"/>
                  </a:cubicBezTo>
                  <a:cubicBezTo>
                    <a:pt x="7966" y="24051"/>
                    <a:pt x="8014" y="23515"/>
                    <a:pt x="8109" y="22991"/>
                  </a:cubicBezTo>
                  <a:cubicBezTo>
                    <a:pt x="8121" y="22908"/>
                    <a:pt x="8133" y="22824"/>
                    <a:pt x="8157" y="22741"/>
                  </a:cubicBezTo>
                  <a:cubicBezTo>
                    <a:pt x="8228" y="22360"/>
                    <a:pt x="8335" y="21979"/>
                    <a:pt x="8478" y="21610"/>
                  </a:cubicBezTo>
                  <a:cubicBezTo>
                    <a:pt x="8585" y="21348"/>
                    <a:pt x="8704" y="21098"/>
                    <a:pt x="8859" y="20872"/>
                  </a:cubicBezTo>
                  <a:lnTo>
                    <a:pt x="13443" y="20872"/>
                  </a:lnTo>
                  <a:cubicBezTo>
                    <a:pt x="13633" y="21098"/>
                    <a:pt x="13788" y="21348"/>
                    <a:pt x="13919" y="21610"/>
                  </a:cubicBezTo>
                  <a:cubicBezTo>
                    <a:pt x="13979" y="21717"/>
                    <a:pt x="14038" y="21836"/>
                    <a:pt x="14086" y="21955"/>
                  </a:cubicBezTo>
                  <a:cubicBezTo>
                    <a:pt x="14205" y="22289"/>
                    <a:pt x="14312" y="22646"/>
                    <a:pt x="14384" y="22991"/>
                  </a:cubicBezTo>
                  <a:cubicBezTo>
                    <a:pt x="14491" y="23515"/>
                    <a:pt x="14550" y="24051"/>
                    <a:pt x="14550" y="24586"/>
                  </a:cubicBezTo>
                  <a:cubicBezTo>
                    <a:pt x="14562" y="25027"/>
                    <a:pt x="14526" y="25479"/>
                    <a:pt x="14467" y="25908"/>
                  </a:cubicBezTo>
                  <a:cubicBezTo>
                    <a:pt x="14467" y="25920"/>
                    <a:pt x="14455" y="25932"/>
                    <a:pt x="14455" y="25944"/>
                  </a:cubicBezTo>
                  <a:cubicBezTo>
                    <a:pt x="14205" y="26122"/>
                    <a:pt x="14026" y="26420"/>
                    <a:pt x="14026" y="26753"/>
                  </a:cubicBezTo>
                  <a:lnTo>
                    <a:pt x="14026" y="26980"/>
                  </a:lnTo>
                  <a:lnTo>
                    <a:pt x="13693" y="26980"/>
                  </a:lnTo>
                  <a:lnTo>
                    <a:pt x="13693" y="27694"/>
                  </a:lnTo>
                  <a:lnTo>
                    <a:pt x="13693" y="28408"/>
                  </a:lnTo>
                  <a:lnTo>
                    <a:pt x="18336" y="28408"/>
                  </a:lnTo>
                  <a:lnTo>
                    <a:pt x="18336" y="27694"/>
                  </a:lnTo>
                  <a:lnTo>
                    <a:pt x="18336" y="26980"/>
                  </a:lnTo>
                  <a:lnTo>
                    <a:pt x="15967" y="26980"/>
                  </a:lnTo>
                  <a:lnTo>
                    <a:pt x="15967" y="26753"/>
                  </a:lnTo>
                  <a:cubicBezTo>
                    <a:pt x="15967" y="26491"/>
                    <a:pt x="15860" y="26253"/>
                    <a:pt x="15693" y="26075"/>
                  </a:cubicBezTo>
                  <a:cubicBezTo>
                    <a:pt x="15753" y="25598"/>
                    <a:pt x="15777" y="25098"/>
                    <a:pt x="15765" y="24586"/>
                  </a:cubicBezTo>
                  <a:cubicBezTo>
                    <a:pt x="15753" y="24074"/>
                    <a:pt x="15705" y="23562"/>
                    <a:pt x="15622" y="23062"/>
                  </a:cubicBezTo>
                  <a:cubicBezTo>
                    <a:pt x="15515" y="22467"/>
                    <a:pt x="15360" y="21884"/>
                    <a:pt x="15134" y="21336"/>
                  </a:cubicBezTo>
                  <a:cubicBezTo>
                    <a:pt x="15062" y="21181"/>
                    <a:pt x="14991" y="21026"/>
                    <a:pt x="14907" y="20872"/>
                  </a:cubicBezTo>
                  <a:lnTo>
                    <a:pt x="16586" y="20872"/>
                  </a:lnTo>
                  <a:lnTo>
                    <a:pt x="16586" y="13204"/>
                  </a:lnTo>
                  <a:cubicBezTo>
                    <a:pt x="16812" y="13347"/>
                    <a:pt x="17027" y="13502"/>
                    <a:pt x="17241" y="13668"/>
                  </a:cubicBezTo>
                  <a:cubicBezTo>
                    <a:pt x="17408" y="13799"/>
                    <a:pt x="17563" y="13942"/>
                    <a:pt x="17717" y="14097"/>
                  </a:cubicBezTo>
                  <a:cubicBezTo>
                    <a:pt x="17860" y="14240"/>
                    <a:pt x="17991" y="14395"/>
                    <a:pt x="18122" y="14549"/>
                  </a:cubicBezTo>
                  <a:cubicBezTo>
                    <a:pt x="18432" y="14930"/>
                    <a:pt x="18682" y="15347"/>
                    <a:pt x="18872" y="15776"/>
                  </a:cubicBezTo>
                  <a:cubicBezTo>
                    <a:pt x="19110" y="16300"/>
                    <a:pt x="19277" y="16847"/>
                    <a:pt x="19384" y="17419"/>
                  </a:cubicBezTo>
                  <a:cubicBezTo>
                    <a:pt x="19491" y="17967"/>
                    <a:pt x="19551" y="18538"/>
                    <a:pt x="19587" y="19098"/>
                  </a:cubicBezTo>
                  <a:cubicBezTo>
                    <a:pt x="19622" y="19693"/>
                    <a:pt x="19634" y="20288"/>
                    <a:pt x="19634" y="20872"/>
                  </a:cubicBezTo>
                  <a:lnTo>
                    <a:pt x="19634" y="21217"/>
                  </a:lnTo>
                  <a:cubicBezTo>
                    <a:pt x="18706" y="21479"/>
                    <a:pt x="18027" y="22324"/>
                    <a:pt x="18027" y="23336"/>
                  </a:cubicBezTo>
                  <a:lnTo>
                    <a:pt x="18027" y="24848"/>
                  </a:lnTo>
                  <a:lnTo>
                    <a:pt x="19194" y="24848"/>
                  </a:lnTo>
                  <a:lnTo>
                    <a:pt x="19194" y="23324"/>
                  </a:lnTo>
                  <a:cubicBezTo>
                    <a:pt x="19194" y="22765"/>
                    <a:pt x="19658" y="22300"/>
                    <a:pt x="20218" y="22300"/>
                  </a:cubicBezTo>
                  <a:cubicBezTo>
                    <a:pt x="20789" y="22300"/>
                    <a:pt x="21242" y="22765"/>
                    <a:pt x="21242" y="23324"/>
                  </a:cubicBezTo>
                  <a:lnTo>
                    <a:pt x="21242" y="24836"/>
                  </a:lnTo>
                  <a:lnTo>
                    <a:pt x="22420" y="24836"/>
                  </a:lnTo>
                  <a:lnTo>
                    <a:pt x="22420" y="23324"/>
                  </a:lnTo>
                  <a:cubicBezTo>
                    <a:pt x="22408" y="22324"/>
                    <a:pt x="21730" y="21467"/>
                    <a:pt x="20801" y="21217"/>
                  </a:cubicBezTo>
                  <a:cubicBezTo>
                    <a:pt x="20801" y="21098"/>
                    <a:pt x="20801" y="20979"/>
                    <a:pt x="20801" y="20860"/>
                  </a:cubicBezTo>
                  <a:cubicBezTo>
                    <a:pt x="20801" y="20229"/>
                    <a:pt x="20777" y="19598"/>
                    <a:pt x="20730" y="18979"/>
                  </a:cubicBezTo>
                  <a:cubicBezTo>
                    <a:pt x="20682" y="18324"/>
                    <a:pt x="20611" y="17681"/>
                    <a:pt x="20468" y="17050"/>
                  </a:cubicBezTo>
                  <a:cubicBezTo>
                    <a:pt x="20349" y="16478"/>
                    <a:pt x="20170" y="15907"/>
                    <a:pt x="19932" y="15359"/>
                  </a:cubicBezTo>
                  <a:cubicBezTo>
                    <a:pt x="19706" y="14835"/>
                    <a:pt x="19408" y="14335"/>
                    <a:pt x="19039" y="13847"/>
                  </a:cubicBezTo>
                  <a:cubicBezTo>
                    <a:pt x="18884" y="13657"/>
                    <a:pt x="18717" y="13454"/>
                    <a:pt x="18539" y="13264"/>
                  </a:cubicBezTo>
                  <a:cubicBezTo>
                    <a:pt x="18336" y="13049"/>
                    <a:pt x="18122" y="12859"/>
                    <a:pt x="17896" y="12668"/>
                  </a:cubicBezTo>
                  <a:cubicBezTo>
                    <a:pt x="17574" y="12418"/>
                    <a:pt x="17241" y="12204"/>
                    <a:pt x="16896" y="12013"/>
                  </a:cubicBezTo>
                  <a:lnTo>
                    <a:pt x="18027" y="12013"/>
                  </a:lnTo>
                  <a:lnTo>
                    <a:pt x="18027" y="11966"/>
                  </a:lnTo>
                  <a:lnTo>
                    <a:pt x="18027" y="11216"/>
                  </a:lnTo>
                  <a:lnTo>
                    <a:pt x="18027" y="10323"/>
                  </a:lnTo>
                  <a:lnTo>
                    <a:pt x="13169" y="10323"/>
                  </a:lnTo>
                  <a:lnTo>
                    <a:pt x="13169" y="9477"/>
                  </a:lnTo>
                  <a:lnTo>
                    <a:pt x="15741" y="9477"/>
                  </a:lnTo>
                  <a:cubicBezTo>
                    <a:pt x="16336" y="9477"/>
                    <a:pt x="16824" y="8989"/>
                    <a:pt x="16824" y="8394"/>
                  </a:cubicBezTo>
                  <a:lnTo>
                    <a:pt x="16824" y="6191"/>
                  </a:lnTo>
                  <a:cubicBezTo>
                    <a:pt x="17086" y="6191"/>
                    <a:pt x="17289" y="5989"/>
                    <a:pt x="17289" y="5727"/>
                  </a:cubicBezTo>
                  <a:lnTo>
                    <a:pt x="17289" y="5227"/>
                  </a:lnTo>
                  <a:lnTo>
                    <a:pt x="17765" y="5227"/>
                  </a:lnTo>
                  <a:lnTo>
                    <a:pt x="17765" y="4894"/>
                  </a:lnTo>
                  <a:lnTo>
                    <a:pt x="19229" y="4894"/>
                  </a:lnTo>
                  <a:cubicBezTo>
                    <a:pt x="19360" y="5358"/>
                    <a:pt x="19789" y="5691"/>
                    <a:pt x="20289" y="5691"/>
                  </a:cubicBezTo>
                  <a:cubicBezTo>
                    <a:pt x="20908" y="5691"/>
                    <a:pt x="21408" y="5191"/>
                    <a:pt x="21408" y="4572"/>
                  </a:cubicBezTo>
                  <a:cubicBezTo>
                    <a:pt x="21408" y="3965"/>
                    <a:pt x="20908" y="3465"/>
                    <a:pt x="20289" y="3465"/>
                  </a:cubicBezTo>
                  <a:cubicBezTo>
                    <a:pt x="19801" y="3465"/>
                    <a:pt x="19372" y="3786"/>
                    <a:pt x="19229" y="4239"/>
                  </a:cubicBezTo>
                  <a:lnTo>
                    <a:pt x="17765" y="4239"/>
                  </a:lnTo>
                  <a:lnTo>
                    <a:pt x="17765" y="3893"/>
                  </a:lnTo>
                  <a:lnTo>
                    <a:pt x="17289" y="3893"/>
                  </a:lnTo>
                  <a:lnTo>
                    <a:pt x="17289" y="3465"/>
                  </a:lnTo>
                  <a:cubicBezTo>
                    <a:pt x="17289" y="3203"/>
                    <a:pt x="17086" y="3000"/>
                    <a:pt x="16824" y="3000"/>
                  </a:cubicBezTo>
                  <a:lnTo>
                    <a:pt x="16824" y="1084"/>
                  </a:lnTo>
                  <a:cubicBezTo>
                    <a:pt x="16824" y="488"/>
                    <a:pt x="16336" y="0"/>
                    <a:pt x="15741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95" name="Google Shape;4095;p59"/>
            <p:cNvGrpSpPr/>
            <p:nvPr/>
          </p:nvGrpSpPr>
          <p:grpSpPr>
            <a:xfrm>
              <a:off x="4700075" y="3262363"/>
              <a:ext cx="560225" cy="709950"/>
              <a:chOff x="556300" y="1021375"/>
              <a:chExt cx="560225" cy="709950"/>
            </a:xfrm>
          </p:grpSpPr>
          <p:sp>
            <p:nvSpPr>
              <p:cNvPr id="4096" name="Google Shape;4096;p59"/>
              <p:cNvSpPr/>
              <p:nvPr/>
            </p:nvSpPr>
            <p:spPr>
              <a:xfrm>
                <a:off x="837000" y="1292525"/>
                <a:ext cx="166700" cy="70600"/>
              </a:xfrm>
              <a:custGeom>
                <a:avLst/>
                <a:gdLst/>
                <a:ahLst/>
                <a:cxnLst/>
                <a:rect l="l" t="t" r="r" b="b"/>
                <a:pathLst>
                  <a:path w="6668" h="2824" extrusionOk="0">
                    <a:moveTo>
                      <a:pt x="207" y="0"/>
                    </a:moveTo>
                    <a:cubicBezTo>
                      <a:pt x="138" y="0"/>
                      <a:pt x="69" y="1"/>
                      <a:pt x="0" y="2"/>
                    </a:cubicBezTo>
                    <a:lnTo>
                      <a:pt x="412" y="2"/>
                    </a:lnTo>
                    <a:cubicBezTo>
                      <a:pt x="343" y="1"/>
                      <a:pt x="275" y="0"/>
                      <a:pt x="207" y="0"/>
                    </a:cubicBezTo>
                    <a:close/>
                    <a:moveTo>
                      <a:pt x="412" y="2"/>
                    </a:moveTo>
                    <a:cubicBezTo>
                      <a:pt x="425" y="2"/>
                      <a:pt x="439" y="2"/>
                      <a:pt x="452" y="2"/>
                    </a:cubicBezTo>
                    <a:lnTo>
                      <a:pt x="452" y="2"/>
                    </a:lnTo>
                    <a:cubicBezTo>
                      <a:pt x="449" y="2"/>
                      <a:pt x="445" y="2"/>
                      <a:pt x="441" y="2"/>
                    </a:cubicBezTo>
                    <a:close/>
                    <a:moveTo>
                      <a:pt x="452" y="2"/>
                    </a:moveTo>
                    <a:cubicBezTo>
                      <a:pt x="1156" y="37"/>
                      <a:pt x="1188" y="1085"/>
                      <a:pt x="548" y="1168"/>
                    </a:cubicBezTo>
                    <a:cubicBezTo>
                      <a:pt x="2513" y="1204"/>
                      <a:pt x="4477" y="1573"/>
                      <a:pt x="6013" y="2823"/>
                    </a:cubicBezTo>
                    <a:lnTo>
                      <a:pt x="6668" y="1823"/>
                    </a:lnTo>
                    <a:cubicBezTo>
                      <a:pt x="4941" y="442"/>
                      <a:pt x="2651" y="30"/>
                      <a:pt x="452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59"/>
              <p:cNvSpPr/>
              <p:nvPr/>
            </p:nvSpPr>
            <p:spPr>
              <a:xfrm>
                <a:off x="987325" y="1338100"/>
                <a:ext cx="449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870" extrusionOk="0">
                    <a:moveTo>
                      <a:pt x="655" y="0"/>
                    </a:moveTo>
                    <a:lnTo>
                      <a:pt x="0" y="988"/>
                    </a:lnTo>
                    <a:cubicBezTo>
                      <a:pt x="167" y="1119"/>
                      <a:pt x="322" y="1262"/>
                      <a:pt x="476" y="1417"/>
                    </a:cubicBezTo>
                    <a:cubicBezTo>
                      <a:pt x="619" y="1560"/>
                      <a:pt x="750" y="1715"/>
                      <a:pt x="881" y="1869"/>
                    </a:cubicBezTo>
                    <a:lnTo>
                      <a:pt x="1798" y="1179"/>
                    </a:lnTo>
                    <a:cubicBezTo>
                      <a:pt x="1643" y="988"/>
                      <a:pt x="1476" y="786"/>
                      <a:pt x="1298" y="595"/>
                    </a:cubicBezTo>
                    <a:cubicBezTo>
                      <a:pt x="1095" y="381"/>
                      <a:pt x="881" y="179"/>
                      <a:pt x="6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59"/>
              <p:cNvSpPr/>
              <p:nvPr/>
            </p:nvSpPr>
            <p:spPr>
              <a:xfrm>
                <a:off x="1009350" y="1367550"/>
                <a:ext cx="45250" cy="47950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918" extrusionOk="0">
                    <a:moveTo>
                      <a:pt x="917" y="1"/>
                    </a:moveTo>
                    <a:lnTo>
                      <a:pt x="0" y="691"/>
                    </a:lnTo>
                    <a:cubicBezTo>
                      <a:pt x="310" y="1084"/>
                      <a:pt x="548" y="1489"/>
                      <a:pt x="750" y="1918"/>
                    </a:cubicBezTo>
                    <a:lnTo>
                      <a:pt x="1810" y="1513"/>
                    </a:lnTo>
                    <a:cubicBezTo>
                      <a:pt x="1584" y="989"/>
                      <a:pt x="1286" y="489"/>
                      <a:pt x="9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4099;p59"/>
              <p:cNvSpPr/>
              <p:nvPr/>
            </p:nvSpPr>
            <p:spPr>
              <a:xfrm>
                <a:off x="823600" y="1321725"/>
                <a:ext cx="137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3" extrusionOk="0">
                    <a:moveTo>
                      <a:pt x="1" y="0"/>
                    </a:moveTo>
                    <a:cubicBezTo>
                      <a:pt x="36" y="0"/>
                      <a:pt x="72" y="12"/>
                      <a:pt x="108" y="12"/>
                    </a:cubicBezTo>
                    <a:cubicBezTo>
                      <a:pt x="251" y="0"/>
                      <a:pt x="405" y="0"/>
                      <a:pt x="548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0" name="Google Shape;4100;p59"/>
              <p:cNvSpPr/>
              <p:nvPr/>
            </p:nvSpPr>
            <p:spPr>
              <a:xfrm>
                <a:off x="1028100" y="1405350"/>
                <a:ext cx="39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2061" extrusionOk="0">
                    <a:moveTo>
                      <a:pt x="1060" y="1"/>
                    </a:moveTo>
                    <a:lnTo>
                      <a:pt x="0" y="406"/>
                    </a:lnTo>
                    <a:cubicBezTo>
                      <a:pt x="238" y="942"/>
                      <a:pt x="405" y="1489"/>
                      <a:pt x="512" y="2061"/>
                    </a:cubicBezTo>
                    <a:lnTo>
                      <a:pt x="1596" y="1692"/>
                    </a:lnTo>
                    <a:cubicBezTo>
                      <a:pt x="1477" y="1108"/>
                      <a:pt x="1298" y="549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59"/>
              <p:cNvSpPr/>
              <p:nvPr/>
            </p:nvSpPr>
            <p:spPr>
              <a:xfrm>
                <a:off x="1047150" y="1542875"/>
                <a:ext cx="29175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1275" extrusionOk="0">
                    <a:moveTo>
                      <a:pt x="0" y="1"/>
                    </a:moveTo>
                    <a:lnTo>
                      <a:pt x="0" y="703"/>
                    </a:lnTo>
                    <a:cubicBezTo>
                      <a:pt x="0" y="1084"/>
                      <a:pt x="292" y="1275"/>
                      <a:pt x="584" y="1275"/>
                    </a:cubicBezTo>
                    <a:cubicBezTo>
                      <a:pt x="875" y="1275"/>
                      <a:pt x="1167" y="1084"/>
                      <a:pt x="1167" y="703"/>
                    </a:cubicBezTo>
                    <a:cubicBezTo>
                      <a:pt x="1167" y="477"/>
                      <a:pt x="1167" y="239"/>
                      <a:pt x="1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2" name="Google Shape;4102;p59"/>
              <p:cNvSpPr/>
              <p:nvPr/>
            </p:nvSpPr>
            <p:spPr>
              <a:xfrm>
                <a:off x="1045950" y="1495850"/>
                <a:ext cx="303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1882" extrusionOk="0">
                    <a:moveTo>
                      <a:pt x="1155" y="0"/>
                    </a:moveTo>
                    <a:lnTo>
                      <a:pt x="1" y="120"/>
                    </a:lnTo>
                    <a:cubicBezTo>
                      <a:pt x="36" y="703"/>
                      <a:pt x="48" y="1298"/>
                      <a:pt x="48" y="1882"/>
                    </a:cubicBezTo>
                    <a:lnTo>
                      <a:pt x="1215" y="1882"/>
                    </a:lnTo>
                    <a:cubicBezTo>
                      <a:pt x="1215" y="1251"/>
                      <a:pt x="1191" y="62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3" name="Google Shape;4103;p59"/>
              <p:cNvSpPr/>
              <p:nvPr/>
            </p:nvSpPr>
            <p:spPr>
              <a:xfrm>
                <a:off x="1040900" y="1447625"/>
                <a:ext cx="336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049" extrusionOk="0">
                    <a:moveTo>
                      <a:pt x="1084" y="1"/>
                    </a:moveTo>
                    <a:lnTo>
                      <a:pt x="0" y="370"/>
                    </a:lnTo>
                    <a:cubicBezTo>
                      <a:pt x="107" y="917"/>
                      <a:pt x="167" y="1477"/>
                      <a:pt x="203" y="2049"/>
                    </a:cubicBezTo>
                    <a:lnTo>
                      <a:pt x="1346" y="1929"/>
                    </a:lnTo>
                    <a:cubicBezTo>
                      <a:pt x="1310" y="1275"/>
                      <a:pt x="1227" y="632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59"/>
              <p:cNvSpPr/>
              <p:nvPr/>
            </p:nvSpPr>
            <p:spPr>
              <a:xfrm>
                <a:off x="599475" y="1447625"/>
                <a:ext cx="342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2049" extrusionOk="0">
                    <a:moveTo>
                      <a:pt x="250" y="1"/>
                    </a:moveTo>
                    <a:cubicBezTo>
                      <a:pt x="119" y="632"/>
                      <a:pt x="48" y="1275"/>
                      <a:pt x="0" y="1929"/>
                    </a:cubicBezTo>
                    <a:lnTo>
                      <a:pt x="1155" y="2049"/>
                    </a:lnTo>
                    <a:cubicBezTo>
                      <a:pt x="1191" y="1477"/>
                      <a:pt x="1262" y="917"/>
                      <a:pt x="1369" y="370"/>
                    </a:cubicBezTo>
                    <a:lnTo>
                      <a:pt x="2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59"/>
              <p:cNvSpPr/>
              <p:nvPr/>
            </p:nvSpPr>
            <p:spPr>
              <a:xfrm>
                <a:off x="597975" y="1495850"/>
                <a:ext cx="3040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882" extrusionOk="0">
                    <a:moveTo>
                      <a:pt x="60" y="0"/>
                    </a:moveTo>
                    <a:cubicBezTo>
                      <a:pt x="13" y="632"/>
                      <a:pt x="1" y="1263"/>
                      <a:pt x="1" y="1882"/>
                    </a:cubicBezTo>
                    <a:lnTo>
                      <a:pt x="1167" y="1882"/>
                    </a:lnTo>
                    <a:cubicBezTo>
                      <a:pt x="1167" y="1298"/>
                      <a:pt x="1179" y="703"/>
                      <a:pt x="1215" y="120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59"/>
              <p:cNvSpPr/>
              <p:nvPr/>
            </p:nvSpPr>
            <p:spPr>
              <a:xfrm>
                <a:off x="605725" y="1405350"/>
                <a:ext cx="411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061" extrusionOk="0">
                    <a:moveTo>
                      <a:pt x="536" y="1"/>
                    </a:moveTo>
                    <a:cubicBezTo>
                      <a:pt x="298" y="537"/>
                      <a:pt x="131" y="1108"/>
                      <a:pt x="0" y="1692"/>
                    </a:cubicBezTo>
                    <a:lnTo>
                      <a:pt x="1119" y="2061"/>
                    </a:lnTo>
                    <a:cubicBezTo>
                      <a:pt x="1238" y="1501"/>
                      <a:pt x="1405" y="942"/>
                      <a:pt x="1643" y="418"/>
                    </a:cubicBez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59"/>
              <p:cNvSpPr/>
              <p:nvPr/>
            </p:nvSpPr>
            <p:spPr>
              <a:xfrm>
                <a:off x="597975" y="1542875"/>
                <a:ext cx="29200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275" extrusionOk="0">
                    <a:moveTo>
                      <a:pt x="1" y="1"/>
                    </a:moveTo>
                    <a:cubicBezTo>
                      <a:pt x="1" y="239"/>
                      <a:pt x="1" y="477"/>
                      <a:pt x="1" y="703"/>
                    </a:cubicBezTo>
                    <a:cubicBezTo>
                      <a:pt x="1" y="1084"/>
                      <a:pt x="292" y="1275"/>
                      <a:pt x="584" y="1275"/>
                    </a:cubicBezTo>
                    <a:cubicBezTo>
                      <a:pt x="876" y="1275"/>
                      <a:pt x="1167" y="1084"/>
                      <a:pt x="1167" y="703"/>
                    </a:cubicBezTo>
                    <a:lnTo>
                      <a:pt x="116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59"/>
              <p:cNvSpPr/>
              <p:nvPr/>
            </p:nvSpPr>
            <p:spPr>
              <a:xfrm>
                <a:off x="641725" y="1338400"/>
                <a:ext cx="452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70" extrusionOk="0">
                    <a:moveTo>
                      <a:pt x="1168" y="0"/>
                    </a:moveTo>
                    <a:cubicBezTo>
                      <a:pt x="941" y="179"/>
                      <a:pt x="715" y="369"/>
                      <a:pt x="513" y="583"/>
                    </a:cubicBezTo>
                    <a:cubicBezTo>
                      <a:pt x="322" y="774"/>
                      <a:pt x="156" y="964"/>
                      <a:pt x="1" y="1167"/>
                    </a:cubicBezTo>
                    <a:lnTo>
                      <a:pt x="941" y="1869"/>
                    </a:lnTo>
                    <a:cubicBezTo>
                      <a:pt x="1061" y="1715"/>
                      <a:pt x="1192" y="1560"/>
                      <a:pt x="1334" y="1405"/>
                    </a:cubicBezTo>
                    <a:cubicBezTo>
                      <a:pt x="1489" y="1250"/>
                      <a:pt x="1644" y="1107"/>
                      <a:pt x="1811" y="976"/>
                    </a:cubicBez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59"/>
              <p:cNvSpPr/>
              <p:nvPr/>
            </p:nvSpPr>
            <p:spPr>
              <a:xfrm>
                <a:off x="837300" y="1321725"/>
                <a:ext cx="134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3" extrusionOk="0">
                    <a:moveTo>
                      <a:pt x="0" y="0"/>
                    </a:moveTo>
                    <a:cubicBezTo>
                      <a:pt x="143" y="0"/>
                      <a:pt x="286" y="0"/>
                      <a:pt x="429" y="12"/>
                    </a:cubicBezTo>
                    <a:cubicBezTo>
                      <a:pt x="465" y="12"/>
                      <a:pt x="500" y="0"/>
                      <a:pt x="536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59"/>
              <p:cNvSpPr/>
              <p:nvPr/>
            </p:nvSpPr>
            <p:spPr>
              <a:xfrm>
                <a:off x="619125" y="1367550"/>
                <a:ext cx="4615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930" extrusionOk="0">
                    <a:moveTo>
                      <a:pt x="905" y="1"/>
                    </a:moveTo>
                    <a:cubicBezTo>
                      <a:pt x="524" y="465"/>
                      <a:pt x="226" y="977"/>
                      <a:pt x="0" y="1513"/>
                    </a:cubicBezTo>
                    <a:lnTo>
                      <a:pt x="1107" y="1930"/>
                    </a:lnTo>
                    <a:cubicBezTo>
                      <a:pt x="1298" y="1501"/>
                      <a:pt x="1548" y="1096"/>
                      <a:pt x="1845" y="703"/>
                    </a:cubicBezTo>
                    <a:lnTo>
                      <a:pt x="9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59"/>
              <p:cNvSpPr/>
              <p:nvPr/>
            </p:nvSpPr>
            <p:spPr>
              <a:xfrm>
                <a:off x="670900" y="1292525"/>
                <a:ext cx="166125" cy="70300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2812" extrusionOk="0">
                    <a:moveTo>
                      <a:pt x="6446" y="1"/>
                    </a:moveTo>
                    <a:cubicBezTo>
                      <a:pt x="6380" y="1"/>
                      <a:pt x="6315" y="1"/>
                      <a:pt x="6249" y="2"/>
                    </a:cubicBezTo>
                    <a:lnTo>
                      <a:pt x="6644" y="2"/>
                    </a:lnTo>
                    <a:cubicBezTo>
                      <a:pt x="6578" y="1"/>
                      <a:pt x="6512" y="1"/>
                      <a:pt x="6446" y="1"/>
                    </a:cubicBezTo>
                    <a:close/>
                    <a:moveTo>
                      <a:pt x="6216" y="2"/>
                    </a:moveTo>
                    <a:cubicBezTo>
                      <a:pt x="6211" y="2"/>
                      <a:pt x="6207" y="2"/>
                      <a:pt x="6203" y="2"/>
                    </a:cubicBezTo>
                    <a:lnTo>
                      <a:pt x="6203" y="2"/>
                    </a:lnTo>
                    <a:cubicBezTo>
                      <a:pt x="6218" y="2"/>
                      <a:pt x="6234" y="2"/>
                      <a:pt x="6249" y="2"/>
                    </a:cubicBezTo>
                    <a:close/>
                    <a:moveTo>
                      <a:pt x="6203" y="2"/>
                    </a:moveTo>
                    <a:lnTo>
                      <a:pt x="6203" y="2"/>
                    </a:lnTo>
                    <a:cubicBezTo>
                      <a:pt x="3979" y="31"/>
                      <a:pt x="1754" y="462"/>
                      <a:pt x="1" y="1835"/>
                    </a:cubicBezTo>
                    <a:lnTo>
                      <a:pt x="644" y="2811"/>
                    </a:lnTo>
                    <a:cubicBezTo>
                      <a:pt x="2144" y="1549"/>
                      <a:pt x="4156" y="1204"/>
                      <a:pt x="6109" y="1168"/>
                    </a:cubicBezTo>
                    <a:cubicBezTo>
                      <a:pt x="5470" y="1074"/>
                      <a:pt x="5501" y="38"/>
                      <a:pt x="6203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59"/>
              <p:cNvSpPr/>
              <p:nvPr/>
            </p:nvSpPr>
            <p:spPr>
              <a:xfrm>
                <a:off x="807525" y="1292550"/>
                <a:ext cx="59250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68" extrusionOk="0">
                    <a:moveTo>
                      <a:pt x="751" y="1"/>
                    </a:moveTo>
                    <a:cubicBezTo>
                      <a:pt x="36" y="24"/>
                      <a:pt x="1" y="1072"/>
                      <a:pt x="644" y="1167"/>
                    </a:cubicBezTo>
                    <a:lnTo>
                      <a:pt x="1191" y="1167"/>
                    </a:lnTo>
                    <a:cubicBezTo>
                      <a:pt x="1281" y="1161"/>
                      <a:pt x="1370" y="1158"/>
                      <a:pt x="1459" y="1158"/>
                    </a:cubicBezTo>
                    <a:cubicBezTo>
                      <a:pt x="1548" y="1158"/>
                      <a:pt x="1638" y="1161"/>
                      <a:pt x="1727" y="1167"/>
                    </a:cubicBezTo>
                    <a:cubicBezTo>
                      <a:pt x="2370" y="1084"/>
                      <a:pt x="2334" y="24"/>
                      <a:pt x="1620" y="1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59"/>
              <p:cNvSpPr/>
              <p:nvPr/>
            </p:nvSpPr>
            <p:spPr>
              <a:xfrm>
                <a:off x="917950" y="1635750"/>
                <a:ext cx="3277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620" extrusionOk="0">
                    <a:moveTo>
                      <a:pt x="84" y="0"/>
                    </a:moveTo>
                    <a:cubicBezTo>
                      <a:pt x="96" y="453"/>
                      <a:pt x="60" y="893"/>
                      <a:pt x="1" y="1334"/>
                    </a:cubicBezTo>
                    <a:lnTo>
                      <a:pt x="1215" y="1620"/>
                    </a:lnTo>
                    <a:cubicBezTo>
                      <a:pt x="1287" y="1108"/>
                      <a:pt x="1311" y="560"/>
                      <a:pt x="1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59"/>
              <p:cNvSpPr/>
              <p:nvPr/>
            </p:nvSpPr>
            <p:spPr>
              <a:xfrm>
                <a:off x="723600" y="1635750"/>
                <a:ext cx="32450" cy="4020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1608" extrusionOk="0">
                    <a:moveTo>
                      <a:pt x="12" y="0"/>
                    </a:moveTo>
                    <a:cubicBezTo>
                      <a:pt x="0" y="560"/>
                      <a:pt x="36" y="1108"/>
                      <a:pt x="83" y="1608"/>
                    </a:cubicBezTo>
                    <a:lnTo>
                      <a:pt x="1298" y="1322"/>
                    </a:lnTo>
                    <a:cubicBezTo>
                      <a:pt x="1262" y="881"/>
                      <a:pt x="1250" y="441"/>
                      <a:pt x="1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59"/>
              <p:cNvSpPr/>
              <p:nvPr/>
            </p:nvSpPr>
            <p:spPr>
              <a:xfrm>
                <a:off x="904275" y="1554775"/>
                <a:ext cx="42575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28" extrusionOk="0">
                    <a:moveTo>
                      <a:pt x="1215" y="1"/>
                    </a:moveTo>
                    <a:lnTo>
                      <a:pt x="0" y="263"/>
                    </a:lnTo>
                    <a:cubicBezTo>
                      <a:pt x="60" y="382"/>
                      <a:pt x="119" y="501"/>
                      <a:pt x="167" y="620"/>
                    </a:cubicBezTo>
                    <a:cubicBezTo>
                      <a:pt x="298" y="953"/>
                      <a:pt x="393" y="1299"/>
                      <a:pt x="465" y="1656"/>
                    </a:cubicBezTo>
                    <a:lnTo>
                      <a:pt x="1703" y="1727"/>
                    </a:lnTo>
                    <a:cubicBezTo>
                      <a:pt x="1596" y="1120"/>
                      <a:pt x="1441" y="537"/>
                      <a:pt x="1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59"/>
              <p:cNvSpPr/>
              <p:nvPr/>
            </p:nvSpPr>
            <p:spPr>
              <a:xfrm>
                <a:off x="726575" y="1554500"/>
                <a:ext cx="41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27" extrusionOk="0">
                    <a:moveTo>
                      <a:pt x="405" y="0"/>
                    </a:moveTo>
                    <a:cubicBezTo>
                      <a:pt x="214" y="548"/>
                      <a:pt x="84" y="1131"/>
                      <a:pt x="0" y="1726"/>
                    </a:cubicBezTo>
                    <a:lnTo>
                      <a:pt x="1298" y="1667"/>
                    </a:lnTo>
                    <a:cubicBezTo>
                      <a:pt x="1310" y="1584"/>
                      <a:pt x="1322" y="1488"/>
                      <a:pt x="1346" y="1405"/>
                    </a:cubicBezTo>
                    <a:cubicBezTo>
                      <a:pt x="1417" y="1036"/>
                      <a:pt x="1524" y="655"/>
                      <a:pt x="1667" y="274"/>
                    </a:cubicBez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59"/>
              <p:cNvSpPr/>
              <p:nvPr/>
            </p:nvSpPr>
            <p:spPr>
              <a:xfrm>
                <a:off x="725675" y="1668775"/>
                <a:ext cx="34075" cy="371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484" extrusionOk="0">
                    <a:moveTo>
                      <a:pt x="1215" y="1"/>
                    </a:moveTo>
                    <a:lnTo>
                      <a:pt x="0" y="287"/>
                    </a:lnTo>
                    <a:cubicBezTo>
                      <a:pt x="24" y="561"/>
                      <a:pt x="48" y="823"/>
                      <a:pt x="84" y="1061"/>
                    </a:cubicBezTo>
                    <a:cubicBezTo>
                      <a:pt x="127" y="1355"/>
                      <a:pt x="346" y="1483"/>
                      <a:pt x="587" y="1483"/>
                    </a:cubicBezTo>
                    <a:cubicBezTo>
                      <a:pt x="950" y="1483"/>
                      <a:pt x="1363" y="1194"/>
                      <a:pt x="1298" y="751"/>
                    </a:cubicBezTo>
                    <a:cubicBezTo>
                      <a:pt x="1263" y="501"/>
                      <a:pt x="1239" y="251"/>
                      <a:pt x="1215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59"/>
              <p:cNvSpPr/>
              <p:nvPr/>
            </p:nvSpPr>
            <p:spPr>
              <a:xfrm>
                <a:off x="912350" y="1669075"/>
                <a:ext cx="3600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72" extrusionOk="0">
                    <a:moveTo>
                      <a:pt x="225" y="1"/>
                    </a:moveTo>
                    <a:cubicBezTo>
                      <a:pt x="189" y="251"/>
                      <a:pt x="142" y="501"/>
                      <a:pt x="94" y="739"/>
                    </a:cubicBezTo>
                    <a:cubicBezTo>
                      <a:pt x="1" y="1182"/>
                      <a:pt x="398" y="1471"/>
                      <a:pt x="765" y="1471"/>
                    </a:cubicBezTo>
                    <a:cubicBezTo>
                      <a:pt x="1010" y="1471"/>
                      <a:pt x="1242" y="1343"/>
                      <a:pt x="1308" y="1049"/>
                    </a:cubicBezTo>
                    <a:cubicBezTo>
                      <a:pt x="1356" y="811"/>
                      <a:pt x="1404" y="549"/>
                      <a:pt x="1439" y="287"/>
                    </a:cubicBezTo>
                    <a:lnTo>
                      <a:pt x="225" y="1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59"/>
              <p:cNvSpPr/>
              <p:nvPr/>
            </p:nvSpPr>
            <p:spPr>
              <a:xfrm>
                <a:off x="915875" y="1596150"/>
                <a:ext cx="34550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58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8" y="525"/>
                      <a:pt x="167" y="1061"/>
                      <a:pt x="167" y="1584"/>
                    </a:cubicBezTo>
                    <a:lnTo>
                      <a:pt x="1382" y="1584"/>
                    </a:lnTo>
                    <a:cubicBezTo>
                      <a:pt x="1370" y="1084"/>
                      <a:pt x="1322" y="572"/>
                      <a:pt x="1239" y="72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59"/>
              <p:cNvSpPr/>
              <p:nvPr/>
            </p:nvSpPr>
            <p:spPr>
              <a:xfrm>
                <a:off x="723900" y="1596150"/>
                <a:ext cx="3512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585" extrusionOk="0">
                    <a:moveTo>
                      <a:pt x="1405" y="1"/>
                    </a:moveTo>
                    <a:lnTo>
                      <a:pt x="107" y="72"/>
                    </a:lnTo>
                    <a:cubicBezTo>
                      <a:pt x="36" y="572"/>
                      <a:pt x="0" y="1084"/>
                      <a:pt x="0" y="1584"/>
                    </a:cubicBezTo>
                    <a:lnTo>
                      <a:pt x="1250" y="1584"/>
                    </a:lnTo>
                    <a:cubicBezTo>
                      <a:pt x="1262" y="1049"/>
                      <a:pt x="1322" y="525"/>
                      <a:pt x="140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59"/>
              <p:cNvSpPr/>
              <p:nvPr/>
            </p:nvSpPr>
            <p:spPr>
              <a:xfrm>
                <a:off x="736675" y="1484225"/>
                <a:ext cx="197975" cy="77425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3097" extrusionOk="0">
                    <a:moveTo>
                      <a:pt x="3934" y="0"/>
                    </a:moveTo>
                    <a:cubicBezTo>
                      <a:pt x="3730" y="0"/>
                      <a:pt x="3519" y="12"/>
                      <a:pt x="3299" y="37"/>
                    </a:cubicBezTo>
                    <a:cubicBezTo>
                      <a:pt x="1525" y="227"/>
                      <a:pt x="525" y="1370"/>
                      <a:pt x="1" y="2811"/>
                    </a:cubicBezTo>
                    <a:lnTo>
                      <a:pt x="1263" y="3097"/>
                    </a:lnTo>
                    <a:cubicBezTo>
                      <a:pt x="1608" y="2228"/>
                      <a:pt x="2180" y="1466"/>
                      <a:pt x="3204" y="1227"/>
                    </a:cubicBezTo>
                    <a:cubicBezTo>
                      <a:pt x="3434" y="1174"/>
                      <a:pt x="3658" y="1149"/>
                      <a:pt x="3875" y="1149"/>
                    </a:cubicBezTo>
                    <a:cubicBezTo>
                      <a:pt x="5157" y="1149"/>
                      <a:pt x="6175" y="2026"/>
                      <a:pt x="6704" y="3085"/>
                    </a:cubicBezTo>
                    <a:lnTo>
                      <a:pt x="7919" y="2823"/>
                    </a:lnTo>
                    <a:cubicBezTo>
                      <a:pt x="7247" y="1219"/>
                      <a:pt x="5993" y="0"/>
                      <a:pt x="3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59"/>
              <p:cNvSpPr/>
              <p:nvPr/>
            </p:nvSpPr>
            <p:spPr>
              <a:xfrm>
                <a:off x="703350" y="1279450"/>
                <a:ext cx="267625" cy="263450"/>
              </a:xfrm>
              <a:custGeom>
                <a:avLst/>
                <a:gdLst/>
                <a:ahLst/>
                <a:cxnLst/>
                <a:rect l="l" t="t" r="r" b="b"/>
                <a:pathLst>
                  <a:path w="10705" h="10538" extrusionOk="0">
                    <a:moveTo>
                      <a:pt x="0" y="1"/>
                    </a:moveTo>
                    <a:lnTo>
                      <a:pt x="0" y="10538"/>
                    </a:lnTo>
                    <a:lnTo>
                      <a:pt x="10704" y="10538"/>
                    </a:lnTo>
                    <a:lnTo>
                      <a:pt x="107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59"/>
              <p:cNvSpPr/>
              <p:nvPr/>
            </p:nvSpPr>
            <p:spPr>
              <a:xfrm>
                <a:off x="788775" y="1237775"/>
                <a:ext cx="9677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2561" extrusionOk="0">
                    <a:moveTo>
                      <a:pt x="1" y="1"/>
                    </a:moveTo>
                    <a:lnTo>
                      <a:pt x="1" y="2561"/>
                    </a:lnTo>
                    <a:lnTo>
                      <a:pt x="3870" y="2561"/>
                    </a:lnTo>
                    <a:lnTo>
                      <a:pt x="3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59"/>
              <p:cNvSpPr/>
              <p:nvPr/>
            </p:nvSpPr>
            <p:spPr>
              <a:xfrm>
                <a:off x="988500" y="1127350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1"/>
                    </a:moveTo>
                    <a:lnTo>
                      <a:pt x="1" y="644"/>
                    </a:lnTo>
                    <a:lnTo>
                      <a:pt x="3013" y="644"/>
                    </a:lnTo>
                    <a:lnTo>
                      <a:pt x="30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59"/>
              <p:cNvSpPr/>
              <p:nvPr/>
            </p:nvSpPr>
            <p:spPr>
              <a:xfrm>
                <a:off x="976900" y="1118725"/>
                <a:ext cx="23825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953" y="1334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59"/>
              <p:cNvSpPr/>
              <p:nvPr/>
            </p:nvSpPr>
            <p:spPr>
              <a:xfrm>
                <a:off x="9652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15" y="3191"/>
                      <a:pt x="465" y="3191"/>
                    </a:cubicBezTo>
                    <a:cubicBezTo>
                      <a:pt x="727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27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59"/>
              <p:cNvSpPr/>
              <p:nvPr/>
            </p:nvSpPr>
            <p:spPr>
              <a:xfrm>
                <a:off x="1035825" y="1108000"/>
                <a:ext cx="55700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1120" y="1"/>
                    </a:moveTo>
                    <a:cubicBezTo>
                      <a:pt x="501" y="1"/>
                      <a:pt x="1" y="501"/>
                      <a:pt x="1" y="1108"/>
                    </a:cubicBezTo>
                    <a:cubicBezTo>
                      <a:pt x="1" y="1727"/>
                      <a:pt x="501" y="2227"/>
                      <a:pt x="1120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1"/>
                      <a:pt x="1727" y="1"/>
                      <a:pt x="11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59"/>
              <p:cNvSpPr/>
              <p:nvPr/>
            </p:nvSpPr>
            <p:spPr>
              <a:xfrm>
                <a:off x="1063800" y="1108000"/>
                <a:ext cx="27725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2228" extrusionOk="0">
                    <a:moveTo>
                      <a:pt x="1" y="1"/>
                    </a:moveTo>
                    <a:lnTo>
                      <a:pt x="1" y="2227"/>
                    </a:lnTo>
                    <a:cubicBezTo>
                      <a:pt x="608" y="2227"/>
                      <a:pt x="1108" y="1727"/>
                      <a:pt x="1108" y="1108"/>
                    </a:cubicBezTo>
                    <a:cubicBezTo>
                      <a:pt x="1108" y="489"/>
                      <a:pt x="608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59"/>
              <p:cNvSpPr/>
              <p:nvPr/>
            </p:nvSpPr>
            <p:spPr>
              <a:xfrm>
                <a:off x="611075" y="1128850"/>
                <a:ext cx="75325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55" extrusionOk="0">
                    <a:moveTo>
                      <a:pt x="1" y="0"/>
                    </a:moveTo>
                    <a:lnTo>
                      <a:pt x="1" y="655"/>
                    </a:lnTo>
                    <a:lnTo>
                      <a:pt x="3013" y="655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59"/>
              <p:cNvSpPr/>
              <p:nvPr/>
            </p:nvSpPr>
            <p:spPr>
              <a:xfrm>
                <a:off x="674175" y="1120200"/>
                <a:ext cx="2385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347" extrusionOk="0">
                    <a:moveTo>
                      <a:pt x="1" y="1"/>
                    </a:moveTo>
                    <a:lnTo>
                      <a:pt x="1" y="1346"/>
                    </a:lnTo>
                    <a:lnTo>
                      <a:pt x="953" y="1346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59"/>
              <p:cNvSpPr/>
              <p:nvPr/>
            </p:nvSpPr>
            <p:spPr>
              <a:xfrm>
                <a:off x="6863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03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03" y="3191"/>
                      <a:pt x="465" y="3191"/>
                    </a:cubicBezTo>
                    <a:cubicBezTo>
                      <a:pt x="715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59"/>
              <p:cNvSpPr/>
              <p:nvPr/>
            </p:nvSpPr>
            <p:spPr>
              <a:xfrm>
                <a:off x="583400" y="1108900"/>
                <a:ext cx="55675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0"/>
                      <a:pt x="1727" y="0"/>
                      <a:pt x="1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59"/>
              <p:cNvSpPr/>
              <p:nvPr/>
            </p:nvSpPr>
            <p:spPr>
              <a:xfrm>
                <a:off x="583400" y="1108900"/>
                <a:ext cx="280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59"/>
              <p:cNvSpPr/>
              <p:nvPr/>
            </p:nvSpPr>
            <p:spPr>
              <a:xfrm>
                <a:off x="697400" y="1021375"/>
                <a:ext cx="279525" cy="236975"/>
              </a:xfrm>
              <a:custGeom>
                <a:avLst/>
                <a:gdLst/>
                <a:ahLst/>
                <a:cxnLst/>
                <a:rect l="l" t="t" r="r" b="b"/>
                <a:pathLst>
                  <a:path w="11181" h="9479" extrusionOk="0">
                    <a:moveTo>
                      <a:pt x="1084" y="1"/>
                    </a:moveTo>
                    <a:cubicBezTo>
                      <a:pt x="489" y="1"/>
                      <a:pt x="0" y="477"/>
                      <a:pt x="0" y="1084"/>
                    </a:cubicBezTo>
                    <a:lnTo>
                      <a:pt x="0" y="8395"/>
                    </a:lnTo>
                    <a:cubicBezTo>
                      <a:pt x="0" y="8990"/>
                      <a:pt x="489" y="9478"/>
                      <a:pt x="1084" y="9478"/>
                    </a:cubicBezTo>
                    <a:lnTo>
                      <a:pt x="10097" y="9478"/>
                    </a:lnTo>
                    <a:cubicBezTo>
                      <a:pt x="10692" y="9478"/>
                      <a:pt x="11180" y="8990"/>
                      <a:pt x="11180" y="8395"/>
                    </a:cubicBezTo>
                    <a:lnTo>
                      <a:pt x="11180" y="1084"/>
                    </a:lnTo>
                    <a:cubicBezTo>
                      <a:pt x="11180" y="477"/>
                      <a:pt x="10692" y="1"/>
                      <a:pt x="100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59"/>
              <p:cNvSpPr/>
              <p:nvPr/>
            </p:nvSpPr>
            <p:spPr>
              <a:xfrm>
                <a:off x="723000" y="1160975"/>
                <a:ext cx="228325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2883" extrusionOk="0">
                    <a:moveTo>
                      <a:pt x="1381" y="1"/>
                    </a:moveTo>
                    <a:cubicBezTo>
                      <a:pt x="619" y="1"/>
                      <a:pt x="0" y="644"/>
                      <a:pt x="0" y="1442"/>
                    </a:cubicBezTo>
                    <a:cubicBezTo>
                      <a:pt x="0" y="2227"/>
                      <a:pt x="619" y="2882"/>
                      <a:pt x="1381" y="2882"/>
                    </a:cubicBezTo>
                    <a:lnTo>
                      <a:pt x="7739" y="2882"/>
                    </a:lnTo>
                    <a:cubicBezTo>
                      <a:pt x="8513" y="2882"/>
                      <a:pt x="9132" y="2227"/>
                      <a:pt x="9132" y="1442"/>
                    </a:cubicBezTo>
                    <a:cubicBezTo>
                      <a:pt x="9132" y="644"/>
                      <a:pt x="8513" y="1"/>
                      <a:pt x="77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59"/>
              <p:cNvSpPr/>
              <p:nvPr/>
            </p:nvSpPr>
            <p:spPr>
              <a:xfrm>
                <a:off x="7506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9" y="1"/>
                    </a:moveTo>
                    <a:cubicBezTo>
                      <a:pt x="230" y="1"/>
                      <a:pt x="1" y="339"/>
                      <a:pt x="240" y="577"/>
                    </a:cubicBezTo>
                    <a:cubicBezTo>
                      <a:pt x="787" y="1125"/>
                      <a:pt x="1335" y="1697"/>
                      <a:pt x="1895" y="2232"/>
                    </a:cubicBezTo>
                    <a:cubicBezTo>
                      <a:pt x="1966" y="2299"/>
                      <a:pt x="2046" y="2327"/>
                      <a:pt x="2122" y="2327"/>
                    </a:cubicBezTo>
                    <a:cubicBezTo>
                      <a:pt x="2389" y="2327"/>
                      <a:pt x="2621" y="1987"/>
                      <a:pt x="2371" y="1756"/>
                    </a:cubicBezTo>
                    <a:cubicBezTo>
                      <a:pt x="1811" y="1220"/>
                      <a:pt x="1264" y="649"/>
                      <a:pt x="716" y="101"/>
                    </a:cubicBezTo>
                    <a:cubicBezTo>
                      <a:pt x="645" y="30"/>
                      <a:pt x="566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59"/>
              <p:cNvSpPr/>
              <p:nvPr/>
            </p:nvSpPr>
            <p:spPr>
              <a:xfrm>
                <a:off x="750375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2133" y="1"/>
                    </a:moveTo>
                    <a:cubicBezTo>
                      <a:pt x="2056" y="1"/>
                      <a:pt x="1976" y="30"/>
                      <a:pt x="1906" y="101"/>
                    </a:cubicBezTo>
                    <a:cubicBezTo>
                      <a:pt x="1358" y="649"/>
                      <a:pt x="810" y="1220"/>
                      <a:pt x="251" y="1756"/>
                    </a:cubicBezTo>
                    <a:cubicBezTo>
                      <a:pt x="1" y="1987"/>
                      <a:pt x="240" y="2327"/>
                      <a:pt x="504" y="2327"/>
                    </a:cubicBezTo>
                    <a:cubicBezTo>
                      <a:pt x="580" y="2327"/>
                      <a:pt x="658" y="2299"/>
                      <a:pt x="727" y="2232"/>
                    </a:cubicBezTo>
                    <a:cubicBezTo>
                      <a:pt x="1287" y="1697"/>
                      <a:pt x="1834" y="1125"/>
                      <a:pt x="2382" y="577"/>
                    </a:cubicBezTo>
                    <a:cubicBezTo>
                      <a:pt x="2621" y="339"/>
                      <a:pt x="2392" y="1"/>
                      <a:pt x="2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59"/>
              <p:cNvSpPr/>
              <p:nvPr/>
            </p:nvSpPr>
            <p:spPr>
              <a:xfrm>
                <a:off x="8545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8" y="1"/>
                    </a:moveTo>
                    <a:cubicBezTo>
                      <a:pt x="229" y="1"/>
                      <a:pt x="0" y="339"/>
                      <a:pt x="239" y="577"/>
                    </a:cubicBezTo>
                    <a:cubicBezTo>
                      <a:pt x="787" y="1125"/>
                      <a:pt x="1334" y="1697"/>
                      <a:pt x="1894" y="2232"/>
                    </a:cubicBezTo>
                    <a:cubicBezTo>
                      <a:pt x="1963" y="2299"/>
                      <a:pt x="2041" y="2327"/>
                      <a:pt x="2117" y="2327"/>
                    </a:cubicBezTo>
                    <a:cubicBezTo>
                      <a:pt x="2381" y="2327"/>
                      <a:pt x="2620" y="1987"/>
                      <a:pt x="2370" y="1756"/>
                    </a:cubicBezTo>
                    <a:cubicBezTo>
                      <a:pt x="1811" y="1220"/>
                      <a:pt x="1263" y="649"/>
                      <a:pt x="715" y="101"/>
                    </a:cubicBezTo>
                    <a:cubicBezTo>
                      <a:pt x="644" y="30"/>
                      <a:pt x="565" y="1"/>
                      <a:pt x="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59"/>
              <p:cNvSpPr/>
              <p:nvPr/>
            </p:nvSpPr>
            <p:spPr>
              <a:xfrm>
                <a:off x="854275" y="1078700"/>
                <a:ext cx="65500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327" extrusionOk="0">
                    <a:moveTo>
                      <a:pt x="2132" y="1"/>
                    </a:moveTo>
                    <a:cubicBezTo>
                      <a:pt x="2055" y="1"/>
                      <a:pt x="1976" y="30"/>
                      <a:pt x="1905" y="101"/>
                    </a:cubicBezTo>
                    <a:cubicBezTo>
                      <a:pt x="1357" y="649"/>
                      <a:pt x="810" y="1220"/>
                      <a:pt x="250" y="1756"/>
                    </a:cubicBezTo>
                    <a:cubicBezTo>
                      <a:pt x="0" y="1987"/>
                      <a:pt x="239" y="2327"/>
                      <a:pt x="504" y="2327"/>
                    </a:cubicBezTo>
                    <a:cubicBezTo>
                      <a:pt x="579" y="2327"/>
                      <a:pt x="657" y="2299"/>
                      <a:pt x="726" y="2232"/>
                    </a:cubicBezTo>
                    <a:cubicBezTo>
                      <a:pt x="1286" y="1697"/>
                      <a:pt x="1834" y="1125"/>
                      <a:pt x="2381" y="577"/>
                    </a:cubicBezTo>
                    <a:cubicBezTo>
                      <a:pt x="2620" y="339"/>
                      <a:pt x="2391" y="1"/>
                      <a:pt x="2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59"/>
              <p:cNvSpPr/>
              <p:nvPr/>
            </p:nvSpPr>
            <p:spPr>
              <a:xfrm>
                <a:off x="734900" y="1170500"/>
                <a:ext cx="28000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121" extrusionOk="0">
                    <a:moveTo>
                      <a:pt x="1060" y="1"/>
                    </a:moveTo>
                    <a:cubicBezTo>
                      <a:pt x="477" y="1"/>
                      <a:pt x="1" y="477"/>
                      <a:pt x="1" y="1061"/>
                    </a:cubicBezTo>
                    <a:cubicBezTo>
                      <a:pt x="1" y="1644"/>
                      <a:pt x="477" y="2120"/>
                      <a:pt x="1060" y="2120"/>
                    </a:cubicBezTo>
                    <a:lnTo>
                      <a:pt x="1120" y="2120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59"/>
              <p:cNvSpPr/>
              <p:nvPr/>
            </p:nvSpPr>
            <p:spPr>
              <a:xfrm>
                <a:off x="762875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59"/>
              <p:cNvSpPr/>
              <p:nvPr/>
            </p:nvSpPr>
            <p:spPr>
              <a:xfrm>
                <a:off x="8001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88" y="2120"/>
                    </a:lnTo>
                    <a:lnTo>
                      <a:pt x="148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59"/>
              <p:cNvSpPr/>
              <p:nvPr/>
            </p:nvSpPr>
            <p:spPr>
              <a:xfrm>
                <a:off x="8742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59"/>
              <p:cNvSpPr/>
              <p:nvPr/>
            </p:nvSpPr>
            <p:spPr>
              <a:xfrm>
                <a:off x="911400" y="1170500"/>
                <a:ext cx="280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60" y="2120"/>
                    </a:lnTo>
                    <a:cubicBezTo>
                      <a:pt x="644" y="2120"/>
                      <a:pt x="1120" y="1644"/>
                      <a:pt x="1120" y="1061"/>
                    </a:cubicBezTo>
                    <a:cubicBezTo>
                      <a:pt x="1120" y="465"/>
                      <a:pt x="644" y="1"/>
                      <a:pt x="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59"/>
              <p:cNvSpPr/>
              <p:nvPr/>
            </p:nvSpPr>
            <p:spPr>
              <a:xfrm>
                <a:off x="837300" y="1170500"/>
                <a:ext cx="369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77" y="2120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59"/>
              <p:cNvSpPr/>
              <p:nvPr/>
            </p:nvSpPr>
            <p:spPr>
              <a:xfrm>
                <a:off x="667025" y="1279450"/>
                <a:ext cx="33995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1692" extrusionOk="0">
                    <a:moveTo>
                      <a:pt x="1" y="1"/>
                    </a:moveTo>
                    <a:lnTo>
                      <a:pt x="1" y="1691"/>
                    </a:lnTo>
                    <a:lnTo>
                      <a:pt x="13598" y="169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59"/>
              <p:cNvSpPr/>
              <p:nvPr/>
            </p:nvSpPr>
            <p:spPr>
              <a:xfrm>
                <a:off x="667025" y="1301775"/>
                <a:ext cx="33995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751" extrusionOk="0">
                    <a:moveTo>
                      <a:pt x="1" y="1"/>
                    </a:moveTo>
                    <a:lnTo>
                      <a:pt x="1" y="751"/>
                    </a:lnTo>
                    <a:lnTo>
                      <a:pt x="13598" y="75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59"/>
              <p:cNvSpPr/>
              <p:nvPr/>
            </p:nvSpPr>
            <p:spPr>
              <a:xfrm>
                <a:off x="738175" y="1405350"/>
                <a:ext cx="197975" cy="112850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4514" extrusionOk="0">
                    <a:moveTo>
                      <a:pt x="1477" y="1"/>
                    </a:moveTo>
                    <a:cubicBezTo>
                      <a:pt x="667" y="1"/>
                      <a:pt x="1" y="668"/>
                      <a:pt x="1" y="1477"/>
                    </a:cubicBezTo>
                    <a:lnTo>
                      <a:pt x="1" y="3037"/>
                    </a:lnTo>
                    <a:cubicBezTo>
                      <a:pt x="1" y="3847"/>
                      <a:pt x="667" y="4513"/>
                      <a:pt x="1477" y="4513"/>
                    </a:cubicBezTo>
                    <a:lnTo>
                      <a:pt x="6442" y="4513"/>
                    </a:lnTo>
                    <a:cubicBezTo>
                      <a:pt x="7251" y="4513"/>
                      <a:pt x="7918" y="3847"/>
                      <a:pt x="7918" y="3037"/>
                    </a:cubicBezTo>
                    <a:lnTo>
                      <a:pt x="7918" y="1477"/>
                    </a:lnTo>
                    <a:cubicBezTo>
                      <a:pt x="7918" y="668"/>
                      <a:pt x="7251" y="1"/>
                      <a:pt x="64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59"/>
              <p:cNvSpPr/>
              <p:nvPr/>
            </p:nvSpPr>
            <p:spPr>
              <a:xfrm>
                <a:off x="738175" y="1348200"/>
                <a:ext cx="372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78" extrusionOk="0">
                    <a:moveTo>
                      <a:pt x="739" y="1"/>
                    </a:moveTo>
                    <a:cubicBezTo>
                      <a:pt x="334" y="1"/>
                      <a:pt x="1" y="334"/>
                      <a:pt x="1" y="739"/>
                    </a:cubicBezTo>
                    <a:cubicBezTo>
                      <a:pt x="1" y="1144"/>
                      <a:pt x="334" y="1477"/>
                      <a:pt x="739" y="1477"/>
                    </a:cubicBezTo>
                    <a:cubicBezTo>
                      <a:pt x="1155" y="1477"/>
                      <a:pt x="1489" y="1144"/>
                      <a:pt x="1489" y="739"/>
                    </a:cubicBezTo>
                    <a:cubicBezTo>
                      <a:pt x="1489" y="334"/>
                      <a:pt x="1155" y="1"/>
                      <a:pt x="7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59"/>
              <p:cNvSpPr/>
              <p:nvPr/>
            </p:nvSpPr>
            <p:spPr>
              <a:xfrm>
                <a:off x="808425" y="1348200"/>
                <a:ext cx="1277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5109" h="1478" extrusionOk="0">
                    <a:moveTo>
                      <a:pt x="0" y="1"/>
                    </a:moveTo>
                    <a:lnTo>
                      <a:pt x="0" y="1477"/>
                    </a:lnTo>
                    <a:lnTo>
                      <a:pt x="5108" y="1477"/>
                    </a:lnTo>
                    <a:lnTo>
                      <a:pt x="510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59"/>
              <p:cNvSpPr/>
              <p:nvPr/>
            </p:nvSpPr>
            <p:spPr>
              <a:xfrm>
                <a:off x="907250" y="1665800"/>
                <a:ext cx="482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2204" extrusionOk="0">
                    <a:moveTo>
                      <a:pt x="965" y="1"/>
                    </a:moveTo>
                    <a:cubicBezTo>
                      <a:pt x="429" y="1"/>
                      <a:pt x="0" y="441"/>
                      <a:pt x="0" y="977"/>
                    </a:cubicBezTo>
                    <a:lnTo>
                      <a:pt x="0" y="1239"/>
                    </a:lnTo>
                    <a:cubicBezTo>
                      <a:pt x="0" y="1775"/>
                      <a:pt x="429" y="2204"/>
                      <a:pt x="965" y="2204"/>
                    </a:cubicBezTo>
                    <a:cubicBezTo>
                      <a:pt x="1500" y="2204"/>
                      <a:pt x="1929" y="1775"/>
                      <a:pt x="1929" y="1239"/>
                    </a:cubicBezTo>
                    <a:lnTo>
                      <a:pt x="1929" y="977"/>
                    </a:lnTo>
                    <a:cubicBezTo>
                      <a:pt x="1929" y="441"/>
                      <a:pt x="1500" y="1"/>
                      <a:pt x="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59"/>
              <p:cNvSpPr/>
              <p:nvPr/>
            </p:nvSpPr>
            <p:spPr>
              <a:xfrm>
                <a:off x="717625" y="1665800"/>
                <a:ext cx="485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2204" extrusionOk="0">
                    <a:moveTo>
                      <a:pt x="977" y="1"/>
                    </a:moveTo>
                    <a:cubicBezTo>
                      <a:pt x="442" y="1"/>
                      <a:pt x="1" y="441"/>
                      <a:pt x="1" y="977"/>
                    </a:cubicBezTo>
                    <a:lnTo>
                      <a:pt x="1" y="1239"/>
                    </a:lnTo>
                    <a:cubicBezTo>
                      <a:pt x="1" y="1775"/>
                      <a:pt x="442" y="2204"/>
                      <a:pt x="977" y="2204"/>
                    </a:cubicBezTo>
                    <a:cubicBezTo>
                      <a:pt x="1513" y="2204"/>
                      <a:pt x="1942" y="1775"/>
                      <a:pt x="1942" y="1239"/>
                    </a:cubicBezTo>
                    <a:lnTo>
                      <a:pt x="1942" y="977"/>
                    </a:lnTo>
                    <a:cubicBezTo>
                      <a:pt x="1942" y="441"/>
                      <a:pt x="1513" y="1"/>
                      <a:pt x="9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59"/>
              <p:cNvSpPr/>
              <p:nvPr/>
            </p:nvSpPr>
            <p:spPr>
              <a:xfrm>
                <a:off x="659600" y="1695575"/>
                <a:ext cx="11610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1430" extrusionOk="0">
                    <a:moveTo>
                      <a:pt x="0" y="1"/>
                    </a:moveTo>
                    <a:lnTo>
                      <a:pt x="0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59"/>
              <p:cNvSpPr/>
              <p:nvPr/>
            </p:nvSpPr>
            <p:spPr>
              <a:xfrm>
                <a:off x="898600" y="1695575"/>
                <a:ext cx="116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1430" extrusionOk="0">
                    <a:moveTo>
                      <a:pt x="1" y="1"/>
                    </a:moveTo>
                    <a:lnTo>
                      <a:pt x="1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59"/>
              <p:cNvSpPr/>
              <p:nvPr/>
            </p:nvSpPr>
            <p:spPr>
              <a:xfrm>
                <a:off x="556300" y="1549725"/>
                <a:ext cx="1098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3716" extrusionOk="0">
                    <a:moveTo>
                      <a:pt x="2192" y="1"/>
                    </a:moveTo>
                    <a:cubicBezTo>
                      <a:pt x="989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27" y="1632"/>
                      <a:pt x="3227" y="2191"/>
                    </a:cubicBezTo>
                    <a:lnTo>
                      <a:pt x="3227" y="3715"/>
                    </a:lnTo>
                    <a:lnTo>
                      <a:pt x="4394" y="3715"/>
                    </a:lnTo>
                    <a:lnTo>
                      <a:pt x="4394" y="2191"/>
                    </a:lnTo>
                    <a:cubicBezTo>
                      <a:pt x="4394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59"/>
              <p:cNvSpPr/>
              <p:nvPr/>
            </p:nvSpPr>
            <p:spPr>
              <a:xfrm>
                <a:off x="1006950" y="1549725"/>
                <a:ext cx="1095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3716" extrusionOk="0">
                    <a:moveTo>
                      <a:pt x="2192" y="1"/>
                    </a:moveTo>
                    <a:cubicBezTo>
                      <a:pt x="977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16" y="1632"/>
                      <a:pt x="3216" y="2191"/>
                    </a:cubicBezTo>
                    <a:lnTo>
                      <a:pt x="3216" y="3715"/>
                    </a:lnTo>
                    <a:lnTo>
                      <a:pt x="4382" y="3715"/>
                    </a:lnTo>
                    <a:lnTo>
                      <a:pt x="4382" y="2191"/>
                    </a:lnTo>
                    <a:cubicBezTo>
                      <a:pt x="4382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57" name="Google Shape;4157;p59"/>
          <p:cNvGrpSpPr/>
          <p:nvPr/>
        </p:nvGrpSpPr>
        <p:grpSpPr>
          <a:xfrm>
            <a:off x="2455006" y="1479386"/>
            <a:ext cx="1827052" cy="2304120"/>
            <a:chOff x="8922625" y="3320713"/>
            <a:chExt cx="512900" cy="646825"/>
          </a:xfrm>
        </p:grpSpPr>
        <p:sp>
          <p:nvSpPr>
            <p:cNvPr id="4158" name="Google Shape;4158;p59"/>
            <p:cNvSpPr/>
            <p:nvPr/>
          </p:nvSpPr>
          <p:spPr>
            <a:xfrm>
              <a:off x="8922625" y="3320713"/>
              <a:ext cx="512900" cy="646825"/>
            </a:xfrm>
            <a:custGeom>
              <a:avLst/>
              <a:gdLst/>
              <a:ahLst/>
              <a:cxnLst/>
              <a:rect l="l" t="t" r="r" b="b"/>
              <a:pathLst>
                <a:path w="20516" h="25873" extrusionOk="0">
                  <a:moveTo>
                    <a:pt x="10264" y="1"/>
                  </a:moveTo>
                  <a:cubicBezTo>
                    <a:pt x="7811" y="1"/>
                    <a:pt x="5823" y="1989"/>
                    <a:pt x="5823" y="4442"/>
                  </a:cubicBezTo>
                  <a:lnTo>
                    <a:pt x="5823" y="4942"/>
                  </a:lnTo>
                  <a:cubicBezTo>
                    <a:pt x="5097" y="4942"/>
                    <a:pt x="4513" y="5525"/>
                    <a:pt x="4513" y="6240"/>
                  </a:cubicBezTo>
                  <a:cubicBezTo>
                    <a:pt x="4513" y="6966"/>
                    <a:pt x="5097" y="7549"/>
                    <a:pt x="5823" y="7549"/>
                  </a:cubicBezTo>
                  <a:lnTo>
                    <a:pt x="5823" y="9133"/>
                  </a:lnTo>
                  <a:lnTo>
                    <a:pt x="5073" y="9133"/>
                  </a:lnTo>
                  <a:cubicBezTo>
                    <a:pt x="4704" y="9133"/>
                    <a:pt x="4406" y="9430"/>
                    <a:pt x="4406" y="9800"/>
                  </a:cubicBezTo>
                  <a:cubicBezTo>
                    <a:pt x="4406" y="10169"/>
                    <a:pt x="4704" y="10478"/>
                    <a:pt x="5073" y="10478"/>
                  </a:cubicBezTo>
                  <a:lnTo>
                    <a:pt x="6406" y="10478"/>
                  </a:lnTo>
                  <a:lnTo>
                    <a:pt x="6311" y="11121"/>
                  </a:lnTo>
                  <a:cubicBezTo>
                    <a:pt x="6240" y="11109"/>
                    <a:pt x="6156" y="11109"/>
                    <a:pt x="6085" y="11109"/>
                  </a:cubicBezTo>
                  <a:cubicBezTo>
                    <a:pt x="5418" y="11109"/>
                    <a:pt x="4859" y="11490"/>
                    <a:pt x="4609" y="12050"/>
                  </a:cubicBezTo>
                  <a:lnTo>
                    <a:pt x="3537" y="12050"/>
                  </a:lnTo>
                  <a:lnTo>
                    <a:pt x="1311" y="14479"/>
                  </a:lnTo>
                  <a:lnTo>
                    <a:pt x="1311" y="17455"/>
                  </a:lnTo>
                  <a:lnTo>
                    <a:pt x="1156" y="17455"/>
                  </a:lnTo>
                  <a:cubicBezTo>
                    <a:pt x="941" y="17455"/>
                    <a:pt x="775" y="17622"/>
                    <a:pt x="775" y="17836"/>
                  </a:cubicBezTo>
                  <a:cubicBezTo>
                    <a:pt x="775" y="18039"/>
                    <a:pt x="953" y="18217"/>
                    <a:pt x="1156" y="18217"/>
                  </a:cubicBezTo>
                  <a:lnTo>
                    <a:pt x="1346" y="18217"/>
                  </a:lnTo>
                  <a:cubicBezTo>
                    <a:pt x="1382" y="18420"/>
                    <a:pt x="1501" y="18598"/>
                    <a:pt x="1680" y="18705"/>
                  </a:cubicBezTo>
                  <a:cubicBezTo>
                    <a:pt x="727" y="18884"/>
                    <a:pt x="1" y="19717"/>
                    <a:pt x="1" y="20718"/>
                  </a:cubicBezTo>
                  <a:lnTo>
                    <a:pt x="1144" y="20718"/>
                  </a:lnTo>
                  <a:cubicBezTo>
                    <a:pt x="1144" y="20217"/>
                    <a:pt x="1549" y="19813"/>
                    <a:pt x="2049" y="19813"/>
                  </a:cubicBezTo>
                  <a:cubicBezTo>
                    <a:pt x="2549" y="19813"/>
                    <a:pt x="2966" y="20217"/>
                    <a:pt x="2966" y="20718"/>
                  </a:cubicBezTo>
                  <a:lnTo>
                    <a:pt x="4097" y="20718"/>
                  </a:lnTo>
                  <a:cubicBezTo>
                    <a:pt x="4097" y="19717"/>
                    <a:pt x="3370" y="18884"/>
                    <a:pt x="2418" y="18705"/>
                  </a:cubicBezTo>
                  <a:cubicBezTo>
                    <a:pt x="2596" y="18598"/>
                    <a:pt x="2727" y="18420"/>
                    <a:pt x="2751" y="18217"/>
                  </a:cubicBezTo>
                  <a:lnTo>
                    <a:pt x="2942" y="18217"/>
                  </a:lnTo>
                  <a:cubicBezTo>
                    <a:pt x="3156" y="18217"/>
                    <a:pt x="3323" y="18039"/>
                    <a:pt x="3323" y="17836"/>
                  </a:cubicBezTo>
                  <a:cubicBezTo>
                    <a:pt x="3323" y="17622"/>
                    <a:pt x="3156" y="17455"/>
                    <a:pt x="2942" y="17455"/>
                  </a:cubicBezTo>
                  <a:lnTo>
                    <a:pt x="2727" y="17455"/>
                  </a:lnTo>
                  <a:lnTo>
                    <a:pt x="2727" y="15026"/>
                  </a:lnTo>
                  <a:lnTo>
                    <a:pt x="4156" y="13467"/>
                  </a:lnTo>
                  <a:lnTo>
                    <a:pt x="4632" y="13467"/>
                  </a:lnTo>
                  <a:cubicBezTo>
                    <a:pt x="4871" y="13919"/>
                    <a:pt x="5299" y="14252"/>
                    <a:pt x="5823" y="14336"/>
                  </a:cubicBezTo>
                  <a:lnTo>
                    <a:pt x="5061" y="19313"/>
                  </a:lnTo>
                  <a:lnTo>
                    <a:pt x="6442" y="19313"/>
                  </a:lnTo>
                  <a:lnTo>
                    <a:pt x="6442" y="20908"/>
                  </a:lnTo>
                  <a:cubicBezTo>
                    <a:pt x="6252" y="21063"/>
                    <a:pt x="6121" y="21301"/>
                    <a:pt x="6121" y="21563"/>
                  </a:cubicBezTo>
                  <a:lnTo>
                    <a:pt x="6121" y="21622"/>
                  </a:lnTo>
                  <a:lnTo>
                    <a:pt x="5359" y="21622"/>
                  </a:lnTo>
                  <a:lnTo>
                    <a:pt x="4359" y="23277"/>
                  </a:lnTo>
                  <a:lnTo>
                    <a:pt x="4359" y="25111"/>
                  </a:lnTo>
                  <a:lnTo>
                    <a:pt x="4359" y="25873"/>
                  </a:lnTo>
                  <a:lnTo>
                    <a:pt x="9562" y="25873"/>
                  </a:lnTo>
                  <a:lnTo>
                    <a:pt x="9562" y="25111"/>
                  </a:lnTo>
                  <a:lnTo>
                    <a:pt x="9562" y="23277"/>
                  </a:lnTo>
                  <a:lnTo>
                    <a:pt x="8573" y="21622"/>
                  </a:lnTo>
                  <a:lnTo>
                    <a:pt x="7799" y="21622"/>
                  </a:lnTo>
                  <a:lnTo>
                    <a:pt x="7799" y="21563"/>
                  </a:lnTo>
                  <a:cubicBezTo>
                    <a:pt x="7799" y="21301"/>
                    <a:pt x="7680" y="21063"/>
                    <a:pt x="7478" y="20908"/>
                  </a:cubicBezTo>
                  <a:lnTo>
                    <a:pt x="7478" y="19313"/>
                  </a:lnTo>
                  <a:lnTo>
                    <a:pt x="13026" y="19313"/>
                  </a:lnTo>
                  <a:lnTo>
                    <a:pt x="13026" y="20908"/>
                  </a:lnTo>
                  <a:cubicBezTo>
                    <a:pt x="12836" y="21063"/>
                    <a:pt x="12705" y="21301"/>
                    <a:pt x="12705" y="21563"/>
                  </a:cubicBezTo>
                  <a:lnTo>
                    <a:pt x="12705" y="21622"/>
                  </a:lnTo>
                  <a:lnTo>
                    <a:pt x="11943" y="21622"/>
                  </a:lnTo>
                  <a:lnTo>
                    <a:pt x="10955" y="23277"/>
                  </a:lnTo>
                  <a:lnTo>
                    <a:pt x="10955" y="25111"/>
                  </a:lnTo>
                  <a:lnTo>
                    <a:pt x="10955" y="25873"/>
                  </a:lnTo>
                  <a:lnTo>
                    <a:pt x="16158" y="25873"/>
                  </a:lnTo>
                  <a:lnTo>
                    <a:pt x="16158" y="25111"/>
                  </a:lnTo>
                  <a:lnTo>
                    <a:pt x="16158" y="23277"/>
                  </a:lnTo>
                  <a:lnTo>
                    <a:pt x="15158" y="21622"/>
                  </a:lnTo>
                  <a:lnTo>
                    <a:pt x="14396" y="21622"/>
                  </a:lnTo>
                  <a:lnTo>
                    <a:pt x="14396" y="21563"/>
                  </a:lnTo>
                  <a:cubicBezTo>
                    <a:pt x="14396" y="21301"/>
                    <a:pt x="14265" y="21063"/>
                    <a:pt x="14074" y="20908"/>
                  </a:cubicBezTo>
                  <a:lnTo>
                    <a:pt x="14074" y="19313"/>
                  </a:lnTo>
                  <a:lnTo>
                    <a:pt x="15455" y="19313"/>
                  </a:lnTo>
                  <a:lnTo>
                    <a:pt x="15169" y="17491"/>
                  </a:lnTo>
                  <a:lnTo>
                    <a:pt x="14693" y="14336"/>
                  </a:lnTo>
                  <a:cubicBezTo>
                    <a:pt x="15217" y="14252"/>
                    <a:pt x="15646" y="13919"/>
                    <a:pt x="15884" y="13467"/>
                  </a:cubicBezTo>
                  <a:lnTo>
                    <a:pt x="16360" y="13467"/>
                  </a:lnTo>
                  <a:lnTo>
                    <a:pt x="17789" y="15026"/>
                  </a:lnTo>
                  <a:lnTo>
                    <a:pt x="17789" y="17455"/>
                  </a:lnTo>
                  <a:lnTo>
                    <a:pt x="17574" y="17455"/>
                  </a:lnTo>
                  <a:cubicBezTo>
                    <a:pt x="17360" y="17455"/>
                    <a:pt x="17193" y="17622"/>
                    <a:pt x="17193" y="17836"/>
                  </a:cubicBezTo>
                  <a:cubicBezTo>
                    <a:pt x="17193" y="18039"/>
                    <a:pt x="17360" y="18217"/>
                    <a:pt x="17574" y="18217"/>
                  </a:cubicBezTo>
                  <a:lnTo>
                    <a:pt x="17753" y="18217"/>
                  </a:lnTo>
                  <a:cubicBezTo>
                    <a:pt x="17789" y="18420"/>
                    <a:pt x="17920" y="18598"/>
                    <a:pt x="18098" y="18705"/>
                  </a:cubicBezTo>
                  <a:cubicBezTo>
                    <a:pt x="17146" y="18884"/>
                    <a:pt x="16420" y="19717"/>
                    <a:pt x="16420" y="20718"/>
                  </a:cubicBezTo>
                  <a:lnTo>
                    <a:pt x="17551" y="20718"/>
                  </a:lnTo>
                  <a:cubicBezTo>
                    <a:pt x="17551" y="20217"/>
                    <a:pt x="17967" y="19813"/>
                    <a:pt x="18467" y="19813"/>
                  </a:cubicBezTo>
                  <a:cubicBezTo>
                    <a:pt x="18968" y="19813"/>
                    <a:pt x="19372" y="20217"/>
                    <a:pt x="19372" y="20718"/>
                  </a:cubicBezTo>
                  <a:lnTo>
                    <a:pt x="20515" y="20718"/>
                  </a:lnTo>
                  <a:cubicBezTo>
                    <a:pt x="20515" y="19717"/>
                    <a:pt x="19789" y="18884"/>
                    <a:pt x="18837" y="18705"/>
                  </a:cubicBezTo>
                  <a:cubicBezTo>
                    <a:pt x="19015" y="18598"/>
                    <a:pt x="19134" y="18420"/>
                    <a:pt x="19170" y="18217"/>
                  </a:cubicBezTo>
                  <a:lnTo>
                    <a:pt x="19360" y="18217"/>
                  </a:lnTo>
                  <a:cubicBezTo>
                    <a:pt x="19563" y="18217"/>
                    <a:pt x="19741" y="18039"/>
                    <a:pt x="19741" y="17836"/>
                  </a:cubicBezTo>
                  <a:cubicBezTo>
                    <a:pt x="19741" y="17622"/>
                    <a:pt x="19575" y="17455"/>
                    <a:pt x="19360" y="17455"/>
                  </a:cubicBezTo>
                  <a:lnTo>
                    <a:pt x="19206" y="17455"/>
                  </a:lnTo>
                  <a:lnTo>
                    <a:pt x="19206" y="14479"/>
                  </a:lnTo>
                  <a:lnTo>
                    <a:pt x="16979" y="12050"/>
                  </a:lnTo>
                  <a:lnTo>
                    <a:pt x="15908" y="12050"/>
                  </a:lnTo>
                  <a:cubicBezTo>
                    <a:pt x="15658" y="11490"/>
                    <a:pt x="15086" y="11109"/>
                    <a:pt x="14431" y="11109"/>
                  </a:cubicBezTo>
                  <a:cubicBezTo>
                    <a:pt x="14360" y="11109"/>
                    <a:pt x="14276" y="11109"/>
                    <a:pt x="14205" y="11121"/>
                  </a:cubicBezTo>
                  <a:lnTo>
                    <a:pt x="14110" y="10478"/>
                  </a:lnTo>
                  <a:lnTo>
                    <a:pt x="15443" y="10478"/>
                  </a:lnTo>
                  <a:cubicBezTo>
                    <a:pt x="15812" y="10478"/>
                    <a:pt x="16110" y="10169"/>
                    <a:pt x="16110" y="9800"/>
                  </a:cubicBezTo>
                  <a:cubicBezTo>
                    <a:pt x="16110" y="9430"/>
                    <a:pt x="15812" y="9133"/>
                    <a:pt x="15443" y="9133"/>
                  </a:cubicBezTo>
                  <a:lnTo>
                    <a:pt x="14693" y="9133"/>
                  </a:lnTo>
                  <a:lnTo>
                    <a:pt x="14693" y="7549"/>
                  </a:lnTo>
                  <a:cubicBezTo>
                    <a:pt x="15419" y="7549"/>
                    <a:pt x="16003" y="6966"/>
                    <a:pt x="16003" y="6240"/>
                  </a:cubicBezTo>
                  <a:cubicBezTo>
                    <a:pt x="16003" y="5525"/>
                    <a:pt x="15419" y="4942"/>
                    <a:pt x="14693" y="4942"/>
                  </a:cubicBezTo>
                  <a:lnTo>
                    <a:pt x="14693" y="4442"/>
                  </a:lnTo>
                  <a:cubicBezTo>
                    <a:pt x="14693" y="1989"/>
                    <a:pt x="12705" y="1"/>
                    <a:pt x="10264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59" name="Google Shape;4159;p59"/>
            <p:cNvGrpSpPr/>
            <p:nvPr/>
          </p:nvGrpSpPr>
          <p:grpSpPr>
            <a:xfrm>
              <a:off x="8922925" y="3320713"/>
              <a:ext cx="512300" cy="646825"/>
              <a:chOff x="4779150" y="1079725"/>
              <a:chExt cx="512300" cy="646825"/>
            </a:xfrm>
          </p:grpSpPr>
          <p:sp>
            <p:nvSpPr>
              <p:cNvPr id="4160" name="Google Shape;4160;p59"/>
              <p:cNvSpPr/>
              <p:nvPr/>
            </p:nvSpPr>
            <p:spPr>
              <a:xfrm>
                <a:off x="4939900" y="1522650"/>
                <a:ext cx="25900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4525" extrusionOk="0">
                    <a:moveTo>
                      <a:pt x="524" y="0"/>
                    </a:moveTo>
                    <a:cubicBezTo>
                      <a:pt x="238" y="0"/>
                      <a:pt x="0" y="226"/>
                      <a:pt x="0" y="512"/>
                    </a:cubicBezTo>
                    <a:lnTo>
                      <a:pt x="0" y="4001"/>
                    </a:lnTo>
                    <a:cubicBezTo>
                      <a:pt x="0" y="4286"/>
                      <a:pt x="238" y="4524"/>
                      <a:pt x="524" y="4524"/>
                    </a:cubicBezTo>
                    <a:cubicBezTo>
                      <a:pt x="810" y="4524"/>
                      <a:pt x="1036" y="4286"/>
                      <a:pt x="1036" y="4001"/>
                    </a:cubicBezTo>
                    <a:lnTo>
                      <a:pt x="1036" y="512"/>
                    </a:lnTo>
                    <a:cubicBezTo>
                      <a:pt x="1036" y="226"/>
                      <a:pt x="810" y="0"/>
                      <a:pt x="5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59"/>
              <p:cNvSpPr/>
              <p:nvPr/>
            </p:nvSpPr>
            <p:spPr>
              <a:xfrm>
                <a:off x="4931850" y="1597950"/>
                <a:ext cx="42000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3025" extrusionOk="0">
                    <a:moveTo>
                      <a:pt x="846" y="0"/>
                    </a:moveTo>
                    <a:cubicBezTo>
                      <a:pt x="382" y="0"/>
                      <a:pt x="1" y="369"/>
                      <a:pt x="1" y="834"/>
                    </a:cubicBezTo>
                    <a:lnTo>
                      <a:pt x="1" y="2179"/>
                    </a:lnTo>
                    <a:cubicBezTo>
                      <a:pt x="1" y="2643"/>
                      <a:pt x="382" y="3024"/>
                      <a:pt x="846" y="3024"/>
                    </a:cubicBezTo>
                    <a:cubicBezTo>
                      <a:pt x="1310" y="3024"/>
                      <a:pt x="1679" y="2643"/>
                      <a:pt x="1679" y="2179"/>
                    </a:cubicBezTo>
                    <a:lnTo>
                      <a:pt x="1679" y="834"/>
                    </a:lnTo>
                    <a:cubicBezTo>
                      <a:pt x="1679" y="369"/>
                      <a:pt x="1310" y="0"/>
                      <a:pt x="8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59"/>
              <p:cNvSpPr/>
              <p:nvPr/>
            </p:nvSpPr>
            <p:spPr>
              <a:xfrm>
                <a:off x="4887800" y="1620275"/>
                <a:ext cx="130100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251" extrusionOk="0">
                    <a:moveTo>
                      <a:pt x="1001" y="0"/>
                    </a:moveTo>
                    <a:lnTo>
                      <a:pt x="1" y="1655"/>
                    </a:lnTo>
                    <a:lnTo>
                      <a:pt x="1" y="4251"/>
                    </a:lnTo>
                    <a:lnTo>
                      <a:pt x="5204" y="4251"/>
                    </a:lnTo>
                    <a:lnTo>
                      <a:pt x="5204" y="1655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59"/>
              <p:cNvSpPr/>
              <p:nvPr/>
            </p:nvSpPr>
            <p:spPr>
              <a:xfrm>
                <a:off x="4910725" y="1658975"/>
                <a:ext cx="845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2703" extrusionOk="0">
                    <a:moveTo>
                      <a:pt x="1691" y="0"/>
                    </a:moveTo>
                    <a:cubicBezTo>
                      <a:pt x="750" y="0"/>
                      <a:pt x="0" y="750"/>
                      <a:pt x="0" y="1691"/>
                    </a:cubicBezTo>
                    <a:lnTo>
                      <a:pt x="0" y="2703"/>
                    </a:lnTo>
                    <a:lnTo>
                      <a:pt x="3382" y="2703"/>
                    </a:lnTo>
                    <a:lnTo>
                      <a:pt x="3382" y="1691"/>
                    </a:lnTo>
                    <a:cubicBezTo>
                      <a:pt x="3382" y="750"/>
                      <a:pt x="2620" y="0"/>
                      <a:pt x="16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59"/>
              <p:cNvSpPr/>
              <p:nvPr/>
            </p:nvSpPr>
            <p:spPr>
              <a:xfrm>
                <a:off x="4887800" y="1707475"/>
                <a:ext cx="130100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763" extrusionOk="0">
                    <a:moveTo>
                      <a:pt x="1" y="1"/>
                    </a:moveTo>
                    <a:lnTo>
                      <a:pt x="1" y="763"/>
                    </a:lnTo>
                    <a:lnTo>
                      <a:pt x="5204" y="763"/>
                    </a:lnTo>
                    <a:lnTo>
                      <a:pt x="52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59"/>
              <p:cNvSpPr/>
              <p:nvPr/>
            </p:nvSpPr>
            <p:spPr>
              <a:xfrm>
                <a:off x="4911025" y="1636350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19" y="0"/>
                      <a:pt x="0" y="119"/>
                      <a:pt x="0" y="286"/>
                    </a:cubicBezTo>
                    <a:cubicBezTo>
                      <a:pt x="0" y="441"/>
                      <a:pt x="119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59"/>
              <p:cNvSpPr/>
              <p:nvPr/>
            </p:nvSpPr>
            <p:spPr>
              <a:xfrm>
                <a:off x="4934225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87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32" y="560"/>
                      <a:pt x="287" y="560"/>
                    </a:cubicBezTo>
                    <a:cubicBezTo>
                      <a:pt x="441" y="560"/>
                      <a:pt x="561" y="441"/>
                      <a:pt x="561" y="286"/>
                    </a:cubicBezTo>
                    <a:cubicBezTo>
                      <a:pt x="561" y="131"/>
                      <a:pt x="441" y="0"/>
                      <a:pt x="2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59"/>
              <p:cNvSpPr/>
              <p:nvPr/>
            </p:nvSpPr>
            <p:spPr>
              <a:xfrm>
                <a:off x="4957450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86" y="0"/>
                    </a:moveTo>
                    <a:cubicBezTo>
                      <a:pt x="132" y="0"/>
                      <a:pt x="1" y="119"/>
                      <a:pt x="1" y="286"/>
                    </a:cubicBezTo>
                    <a:cubicBezTo>
                      <a:pt x="1" y="441"/>
                      <a:pt x="132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59"/>
              <p:cNvSpPr/>
              <p:nvPr/>
            </p:nvSpPr>
            <p:spPr>
              <a:xfrm>
                <a:off x="4980675" y="1636350"/>
                <a:ext cx="143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560" extrusionOk="0">
                    <a:moveTo>
                      <a:pt x="286" y="0"/>
                    </a:moveTo>
                    <a:cubicBezTo>
                      <a:pt x="131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72" y="441"/>
                      <a:pt x="572" y="286"/>
                    </a:cubicBezTo>
                    <a:cubicBezTo>
                      <a:pt x="572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59"/>
              <p:cNvSpPr/>
              <p:nvPr/>
            </p:nvSpPr>
            <p:spPr>
              <a:xfrm>
                <a:off x="5104800" y="1522650"/>
                <a:ext cx="25925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4525" extrusionOk="0">
                    <a:moveTo>
                      <a:pt x="512" y="0"/>
                    </a:moveTo>
                    <a:cubicBezTo>
                      <a:pt x="226" y="0"/>
                      <a:pt x="0" y="226"/>
                      <a:pt x="0" y="512"/>
                    </a:cubicBezTo>
                    <a:lnTo>
                      <a:pt x="0" y="4001"/>
                    </a:lnTo>
                    <a:cubicBezTo>
                      <a:pt x="0" y="4286"/>
                      <a:pt x="226" y="4524"/>
                      <a:pt x="512" y="4524"/>
                    </a:cubicBezTo>
                    <a:cubicBezTo>
                      <a:pt x="798" y="4524"/>
                      <a:pt x="1036" y="4286"/>
                      <a:pt x="1036" y="4001"/>
                    </a:cubicBezTo>
                    <a:lnTo>
                      <a:pt x="1036" y="512"/>
                    </a:lnTo>
                    <a:cubicBezTo>
                      <a:pt x="1036" y="226"/>
                      <a:pt x="798" y="0"/>
                      <a:pt x="5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59"/>
              <p:cNvSpPr/>
              <p:nvPr/>
            </p:nvSpPr>
            <p:spPr>
              <a:xfrm>
                <a:off x="5096750" y="1597950"/>
                <a:ext cx="42000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3025" extrusionOk="0">
                    <a:moveTo>
                      <a:pt x="834" y="0"/>
                    </a:moveTo>
                    <a:cubicBezTo>
                      <a:pt x="370" y="0"/>
                      <a:pt x="1" y="369"/>
                      <a:pt x="1" y="834"/>
                    </a:cubicBezTo>
                    <a:lnTo>
                      <a:pt x="1" y="2179"/>
                    </a:lnTo>
                    <a:cubicBezTo>
                      <a:pt x="1" y="2643"/>
                      <a:pt x="370" y="3024"/>
                      <a:pt x="834" y="3024"/>
                    </a:cubicBezTo>
                    <a:cubicBezTo>
                      <a:pt x="1299" y="3024"/>
                      <a:pt x="1680" y="2643"/>
                      <a:pt x="1680" y="2179"/>
                    </a:cubicBezTo>
                    <a:lnTo>
                      <a:pt x="1680" y="834"/>
                    </a:lnTo>
                    <a:cubicBezTo>
                      <a:pt x="1680" y="369"/>
                      <a:pt x="1299" y="0"/>
                      <a:pt x="8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59"/>
              <p:cNvSpPr/>
              <p:nvPr/>
            </p:nvSpPr>
            <p:spPr>
              <a:xfrm>
                <a:off x="5052700" y="1620275"/>
                <a:ext cx="130100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251" extrusionOk="0">
                    <a:moveTo>
                      <a:pt x="989" y="0"/>
                    </a:moveTo>
                    <a:lnTo>
                      <a:pt x="1" y="1655"/>
                    </a:lnTo>
                    <a:lnTo>
                      <a:pt x="1" y="4251"/>
                    </a:lnTo>
                    <a:lnTo>
                      <a:pt x="5204" y="4251"/>
                    </a:lnTo>
                    <a:lnTo>
                      <a:pt x="5204" y="1655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59"/>
              <p:cNvSpPr/>
              <p:nvPr/>
            </p:nvSpPr>
            <p:spPr>
              <a:xfrm>
                <a:off x="5075325" y="1658975"/>
                <a:ext cx="848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3394" h="2703" extrusionOk="0">
                    <a:moveTo>
                      <a:pt x="1691" y="0"/>
                    </a:moveTo>
                    <a:cubicBezTo>
                      <a:pt x="762" y="0"/>
                      <a:pt x="0" y="750"/>
                      <a:pt x="0" y="1691"/>
                    </a:cubicBezTo>
                    <a:lnTo>
                      <a:pt x="0" y="2703"/>
                    </a:lnTo>
                    <a:lnTo>
                      <a:pt x="3394" y="2703"/>
                    </a:lnTo>
                    <a:lnTo>
                      <a:pt x="3394" y="1691"/>
                    </a:lnTo>
                    <a:cubicBezTo>
                      <a:pt x="3394" y="750"/>
                      <a:pt x="2632" y="0"/>
                      <a:pt x="16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59"/>
              <p:cNvSpPr/>
              <p:nvPr/>
            </p:nvSpPr>
            <p:spPr>
              <a:xfrm>
                <a:off x="5052700" y="1707475"/>
                <a:ext cx="130100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763" extrusionOk="0">
                    <a:moveTo>
                      <a:pt x="1" y="1"/>
                    </a:moveTo>
                    <a:lnTo>
                      <a:pt x="1" y="763"/>
                    </a:lnTo>
                    <a:lnTo>
                      <a:pt x="5204" y="763"/>
                    </a:lnTo>
                    <a:lnTo>
                      <a:pt x="52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59"/>
              <p:cNvSpPr/>
              <p:nvPr/>
            </p:nvSpPr>
            <p:spPr>
              <a:xfrm>
                <a:off x="5075625" y="1636350"/>
                <a:ext cx="143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560" extrusionOk="0">
                    <a:moveTo>
                      <a:pt x="286" y="0"/>
                    </a:moveTo>
                    <a:cubicBezTo>
                      <a:pt x="131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72" y="441"/>
                      <a:pt x="572" y="286"/>
                    </a:cubicBezTo>
                    <a:cubicBezTo>
                      <a:pt x="572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59"/>
              <p:cNvSpPr/>
              <p:nvPr/>
            </p:nvSpPr>
            <p:spPr>
              <a:xfrm>
                <a:off x="5099125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75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20" y="560"/>
                      <a:pt x="275" y="560"/>
                    </a:cubicBezTo>
                    <a:cubicBezTo>
                      <a:pt x="430" y="560"/>
                      <a:pt x="561" y="441"/>
                      <a:pt x="561" y="286"/>
                    </a:cubicBezTo>
                    <a:cubicBezTo>
                      <a:pt x="561" y="131"/>
                      <a:pt x="430" y="0"/>
                      <a:pt x="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59"/>
              <p:cNvSpPr/>
              <p:nvPr/>
            </p:nvSpPr>
            <p:spPr>
              <a:xfrm>
                <a:off x="5122350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75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20" y="560"/>
                      <a:pt x="275" y="560"/>
                    </a:cubicBezTo>
                    <a:cubicBezTo>
                      <a:pt x="429" y="560"/>
                      <a:pt x="560" y="441"/>
                      <a:pt x="560" y="286"/>
                    </a:cubicBezTo>
                    <a:cubicBezTo>
                      <a:pt x="560" y="131"/>
                      <a:pt x="429" y="0"/>
                      <a:pt x="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59"/>
              <p:cNvSpPr/>
              <p:nvPr/>
            </p:nvSpPr>
            <p:spPr>
              <a:xfrm>
                <a:off x="5145575" y="1636350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19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59"/>
              <p:cNvSpPr/>
              <p:nvPr/>
            </p:nvSpPr>
            <p:spPr>
              <a:xfrm>
                <a:off x="4891675" y="1203250"/>
                <a:ext cx="6520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09" extrusionOk="0">
                    <a:moveTo>
                      <a:pt x="1310" y="1"/>
                    </a:moveTo>
                    <a:cubicBezTo>
                      <a:pt x="584" y="1"/>
                      <a:pt x="0" y="584"/>
                      <a:pt x="0" y="1310"/>
                    </a:cubicBezTo>
                    <a:cubicBezTo>
                      <a:pt x="0" y="2025"/>
                      <a:pt x="584" y="2608"/>
                      <a:pt x="1310" y="2608"/>
                    </a:cubicBezTo>
                    <a:cubicBezTo>
                      <a:pt x="2024" y="2608"/>
                      <a:pt x="2608" y="2025"/>
                      <a:pt x="2608" y="1310"/>
                    </a:cubicBezTo>
                    <a:cubicBezTo>
                      <a:pt x="2608" y="584"/>
                      <a:pt x="2024" y="1"/>
                      <a:pt x="13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59"/>
              <p:cNvSpPr/>
              <p:nvPr/>
            </p:nvSpPr>
            <p:spPr>
              <a:xfrm>
                <a:off x="5113725" y="1203250"/>
                <a:ext cx="6520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09" extrusionOk="0">
                    <a:moveTo>
                      <a:pt x="1298" y="1"/>
                    </a:moveTo>
                    <a:cubicBezTo>
                      <a:pt x="584" y="1"/>
                      <a:pt x="0" y="584"/>
                      <a:pt x="0" y="1310"/>
                    </a:cubicBezTo>
                    <a:cubicBezTo>
                      <a:pt x="0" y="2025"/>
                      <a:pt x="584" y="2608"/>
                      <a:pt x="1298" y="2608"/>
                    </a:cubicBezTo>
                    <a:cubicBezTo>
                      <a:pt x="2024" y="2608"/>
                      <a:pt x="2608" y="2025"/>
                      <a:pt x="2608" y="1310"/>
                    </a:cubicBezTo>
                    <a:cubicBezTo>
                      <a:pt x="2608" y="584"/>
                      <a:pt x="2024" y="1"/>
                      <a:pt x="12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59"/>
              <p:cNvSpPr/>
              <p:nvPr/>
            </p:nvSpPr>
            <p:spPr>
              <a:xfrm>
                <a:off x="4812200" y="151430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extrusionOk="0">
                    <a:moveTo>
                      <a:pt x="715" y="1"/>
                    </a:moveTo>
                    <a:cubicBezTo>
                      <a:pt x="322" y="1"/>
                      <a:pt x="0" y="322"/>
                      <a:pt x="0" y="715"/>
                    </a:cubicBezTo>
                    <a:cubicBezTo>
                      <a:pt x="0" y="1108"/>
                      <a:pt x="322" y="1429"/>
                      <a:pt x="715" y="1429"/>
                    </a:cubicBezTo>
                    <a:cubicBezTo>
                      <a:pt x="1108" y="1429"/>
                      <a:pt x="1429" y="1108"/>
                      <a:pt x="1429" y="715"/>
                    </a:cubicBezTo>
                    <a:cubicBezTo>
                      <a:pt x="1429" y="322"/>
                      <a:pt x="1108" y="1"/>
                      <a:pt x="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59"/>
              <p:cNvSpPr/>
              <p:nvPr/>
            </p:nvSpPr>
            <p:spPr>
              <a:xfrm>
                <a:off x="4811600" y="1380950"/>
                <a:ext cx="135150" cy="135175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7" extrusionOk="0">
                    <a:moveTo>
                      <a:pt x="2227" y="1"/>
                    </a:moveTo>
                    <a:lnTo>
                      <a:pt x="1" y="2430"/>
                    </a:lnTo>
                    <a:lnTo>
                      <a:pt x="1" y="5406"/>
                    </a:lnTo>
                    <a:lnTo>
                      <a:pt x="1417" y="5406"/>
                    </a:lnTo>
                    <a:lnTo>
                      <a:pt x="1417" y="2977"/>
                    </a:lnTo>
                    <a:lnTo>
                      <a:pt x="2846" y="1418"/>
                    </a:lnTo>
                    <a:lnTo>
                      <a:pt x="5406" y="1418"/>
                    </a:lnTo>
                    <a:lnTo>
                      <a:pt x="540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59"/>
              <p:cNvSpPr/>
              <p:nvPr/>
            </p:nvSpPr>
            <p:spPr>
              <a:xfrm>
                <a:off x="4890175" y="1357450"/>
                <a:ext cx="81300" cy="81275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3251" extrusionOk="0">
                    <a:moveTo>
                      <a:pt x="1632" y="0"/>
                    </a:moveTo>
                    <a:cubicBezTo>
                      <a:pt x="727" y="0"/>
                      <a:pt x="1" y="726"/>
                      <a:pt x="1" y="1619"/>
                    </a:cubicBezTo>
                    <a:cubicBezTo>
                      <a:pt x="1" y="2524"/>
                      <a:pt x="727" y="3250"/>
                      <a:pt x="1632" y="3250"/>
                    </a:cubicBezTo>
                    <a:cubicBezTo>
                      <a:pt x="2525" y="3250"/>
                      <a:pt x="3251" y="2524"/>
                      <a:pt x="3251" y="1619"/>
                    </a:cubicBezTo>
                    <a:cubicBezTo>
                      <a:pt x="3251" y="726"/>
                      <a:pt x="2525" y="0"/>
                      <a:pt x="16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59"/>
              <p:cNvSpPr/>
              <p:nvPr/>
            </p:nvSpPr>
            <p:spPr>
              <a:xfrm>
                <a:off x="4798200" y="1516100"/>
                <a:ext cx="6372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763" extrusionOk="0">
                    <a:moveTo>
                      <a:pt x="382" y="0"/>
                    </a:moveTo>
                    <a:cubicBezTo>
                      <a:pt x="179" y="0"/>
                      <a:pt x="1" y="167"/>
                      <a:pt x="1" y="381"/>
                    </a:cubicBezTo>
                    <a:cubicBezTo>
                      <a:pt x="1" y="584"/>
                      <a:pt x="179" y="762"/>
                      <a:pt x="382" y="762"/>
                    </a:cubicBezTo>
                    <a:lnTo>
                      <a:pt x="2168" y="762"/>
                    </a:lnTo>
                    <a:cubicBezTo>
                      <a:pt x="2382" y="762"/>
                      <a:pt x="2549" y="584"/>
                      <a:pt x="2549" y="381"/>
                    </a:cubicBezTo>
                    <a:cubicBezTo>
                      <a:pt x="2549" y="167"/>
                      <a:pt x="2382" y="0"/>
                      <a:pt x="21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59"/>
              <p:cNvSpPr/>
              <p:nvPr/>
            </p:nvSpPr>
            <p:spPr>
              <a:xfrm>
                <a:off x="4779150" y="1546450"/>
                <a:ext cx="1021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2049" extrusionOk="0">
                    <a:moveTo>
                      <a:pt x="2037" y="1"/>
                    </a:moveTo>
                    <a:cubicBezTo>
                      <a:pt x="918" y="1"/>
                      <a:pt x="1" y="917"/>
                      <a:pt x="1" y="2048"/>
                    </a:cubicBezTo>
                    <a:lnTo>
                      <a:pt x="1132" y="2048"/>
                    </a:lnTo>
                    <a:cubicBezTo>
                      <a:pt x="1132" y="1548"/>
                      <a:pt x="1537" y="1144"/>
                      <a:pt x="2037" y="1144"/>
                    </a:cubicBezTo>
                    <a:cubicBezTo>
                      <a:pt x="2537" y="1144"/>
                      <a:pt x="2954" y="1548"/>
                      <a:pt x="2954" y="2048"/>
                    </a:cubicBezTo>
                    <a:lnTo>
                      <a:pt x="4085" y="2048"/>
                    </a:lnTo>
                    <a:cubicBezTo>
                      <a:pt x="4085" y="917"/>
                      <a:pt x="3168" y="1"/>
                      <a:pt x="2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59"/>
              <p:cNvSpPr/>
              <p:nvPr/>
            </p:nvSpPr>
            <p:spPr>
              <a:xfrm>
                <a:off x="4910425" y="1377675"/>
                <a:ext cx="408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1632" extrusionOk="0">
                    <a:moveTo>
                      <a:pt x="822" y="1"/>
                    </a:moveTo>
                    <a:cubicBezTo>
                      <a:pt x="370" y="1"/>
                      <a:pt x="0" y="370"/>
                      <a:pt x="0" y="810"/>
                    </a:cubicBezTo>
                    <a:cubicBezTo>
                      <a:pt x="0" y="1263"/>
                      <a:pt x="370" y="1632"/>
                      <a:pt x="822" y="1632"/>
                    </a:cubicBezTo>
                    <a:cubicBezTo>
                      <a:pt x="1262" y="1632"/>
                      <a:pt x="1632" y="1263"/>
                      <a:pt x="1632" y="810"/>
                    </a:cubicBezTo>
                    <a:cubicBezTo>
                      <a:pt x="1632" y="370"/>
                      <a:pt x="1262" y="1"/>
                      <a:pt x="8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59"/>
              <p:cNvSpPr/>
              <p:nvPr/>
            </p:nvSpPr>
            <p:spPr>
              <a:xfrm>
                <a:off x="5222375" y="1514300"/>
                <a:ext cx="360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30" extrusionOk="0">
                    <a:moveTo>
                      <a:pt x="726" y="1"/>
                    </a:moveTo>
                    <a:cubicBezTo>
                      <a:pt x="322" y="1"/>
                      <a:pt x="0" y="322"/>
                      <a:pt x="0" y="715"/>
                    </a:cubicBezTo>
                    <a:cubicBezTo>
                      <a:pt x="0" y="1108"/>
                      <a:pt x="322" y="1429"/>
                      <a:pt x="726" y="1429"/>
                    </a:cubicBezTo>
                    <a:cubicBezTo>
                      <a:pt x="1119" y="1429"/>
                      <a:pt x="1441" y="1108"/>
                      <a:pt x="1441" y="715"/>
                    </a:cubicBezTo>
                    <a:cubicBezTo>
                      <a:pt x="1441" y="322"/>
                      <a:pt x="1119" y="1"/>
                      <a:pt x="7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59"/>
              <p:cNvSpPr/>
              <p:nvPr/>
            </p:nvSpPr>
            <p:spPr>
              <a:xfrm>
                <a:off x="5123850" y="1380950"/>
                <a:ext cx="135150" cy="135175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7" extrusionOk="0">
                    <a:moveTo>
                      <a:pt x="0" y="1"/>
                    </a:moveTo>
                    <a:lnTo>
                      <a:pt x="0" y="1418"/>
                    </a:lnTo>
                    <a:lnTo>
                      <a:pt x="2560" y="1418"/>
                    </a:lnTo>
                    <a:lnTo>
                      <a:pt x="3989" y="2977"/>
                    </a:lnTo>
                    <a:lnTo>
                      <a:pt x="3989" y="5406"/>
                    </a:lnTo>
                    <a:lnTo>
                      <a:pt x="5406" y="5406"/>
                    </a:lnTo>
                    <a:lnTo>
                      <a:pt x="5406" y="2430"/>
                    </a:lnTo>
                    <a:lnTo>
                      <a:pt x="31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59"/>
              <p:cNvSpPr/>
              <p:nvPr/>
            </p:nvSpPr>
            <p:spPr>
              <a:xfrm>
                <a:off x="5099125" y="1357450"/>
                <a:ext cx="81300" cy="81275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3251" extrusionOk="0">
                    <a:moveTo>
                      <a:pt x="1620" y="0"/>
                    </a:moveTo>
                    <a:cubicBezTo>
                      <a:pt x="727" y="0"/>
                      <a:pt x="1" y="726"/>
                      <a:pt x="1" y="1619"/>
                    </a:cubicBezTo>
                    <a:cubicBezTo>
                      <a:pt x="1" y="2524"/>
                      <a:pt x="727" y="3250"/>
                      <a:pt x="1620" y="3250"/>
                    </a:cubicBezTo>
                    <a:cubicBezTo>
                      <a:pt x="2525" y="3250"/>
                      <a:pt x="3251" y="2524"/>
                      <a:pt x="3251" y="1619"/>
                    </a:cubicBezTo>
                    <a:cubicBezTo>
                      <a:pt x="3251" y="726"/>
                      <a:pt x="2525" y="0"/>
                      <a:pt x="16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59"/>
              <p:cNvSpPr/>
              <p:nvPr/>
            </p:nvSpPr>
            <p:spPr>
              <a:xfrm>
                <a:off x="5208675" y="1516100"/>
                <a:ext cx="6372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763" extrusionOk="0">
                    <a:moveTo>
                      <a:pt x="381" y="0"/>
                    </a:moveTo>
                    <a:cubicBezTo>
                      <a:pt x="167" y="0"/>
                      <a:pt x="0" y="167"/>
                      <a:pt x="0" y="381"/>
                    </a:cubicBezTo>
                    <a:cubicBezTo>
                      <a:pt x="0" y="584"/>
                      <a:pt x="167" y="762"/>
                      <a:pt x="381" y="762"/>
                    </a:cubicBezTo>
                    <a:lnTo>
                      <a:pt x="2167" y="762"/>
                    </a:lnTo>
                    <a:cubicBezTo>
                      <a:pt x="2382" y="762"/>
                      <a:pt x="2548" y="584"/>
                      <a:pt x="2548" y="381"/>
                    </a:cubicBezTo>
                    <a:cubicBezTo>
                      <a:pt x="2548" y="167"/>
                      <a:pt x="2382" y="0"/>
                      <a:pt x="216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59"/>
              <p:cNvSpPr/>
              <p:nvPr/>
            </p:nvSpPr>
            <p:spPr>
              <a:xfrm>
                <a:off x="5189325" y="1546450"/>
                <a:ext cx="1021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2049" extrusionOk="0">
                    <a:moveTo>
                      <a:pt x="2048" y="1"/>
                    </a:moveTo>
                    <a:cubicBezTo>
                      <a:pt x="917" y="1"/>
                      <a:pt x="1" y="917"/>
                      <a:pt x="1" y="2048"/>
                    </a:cubicBezTo>
                    <a:lnTo>
                      <a:pt x="1132" y="2048"/>
                    </a:lnTo>
                    <a:cubicBezTo>
                      <a:pt x="1132" y="1548"/>
                      <a:pt x="1548" y="1144"/>
                      <a:pt x="2048" y="1144"/>
                    </a:cubicBezTo>
                    <a:cubicBezTo>
                      <a:pt x="2549" y="1144"/>
                      <a:pt x="2953" y="1548"/>
                      <a:pt x="2953" y="2048"/>
                    </a:cubicBezTo>
                    <a:lnTo>
                      <a:pt x="4084" y="2048"/>
                    </a:lnTo>
                    <a:cubicBezTo>
                      <a:pt x="4084" y="917"/>
                      <a:pt x="3168" y="1"/>
                      <a:pt x="20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59"/>
              <p:cNvSpPr/>
              <p:nvPr/>
            </p:nvSpPr>
            <p:spPr>
              <a:xfrm>
                <a:off x="5119375" y="1377675"/>
                <a:ext cx="408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1632" extrusionOk="0">
                    <a:moveTo>
                      <a:pt x="810" y="1"/>
                    </a:moveTo>
                    <a:cubicBezTo>
                      <a:pt x="370" y="1"/>
                      <a:pt x="1" y="370"/>
                      <a:pt x="1" y="810"/>
                    </a:cubicBezTo>
                    <a:cubicBezTo>
                      <a:pt x="1" y="1263"/>
                      <a:pt x="370" y="1632"/>
                      <a:pt x="810" y="1632"/>
                    </a:cubicBezTo>
                    <a:cubicBezTo>
                      <a:pt x="1263" y="1632"/>
                      <a:pt x="1632" y="1263"/>
                      <a:pt x="1632" y="810"/>
                    </a:cubicBezTo>
                    <a:cubicBezTo>
                      <a:pt x="1632" y="370"/>
                      <a:pt x="1263" y="1"/>
                      <a:pt x="8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59"/>
              <p:cNvSpPr/>
              <p:nvPr/>
            </p:nvSpPr>
            <p:spPr>
              <a:xfrm>
                <a:off x="4905375" y="1324700"/>
                <a:ext cx="259875" cy="237850"/>
              </a:xfrm>
              <a:custGeom>
                <a:avLst/>
                <a:gdLst/>
                <a:ahLst/>
                <a:cxnLst/>
                <a:rect l="l" t="t" r="r" b="b"/>
                <a:pathLst>
                  <a:path w="10395" h="9514" extrusionOk="0">
                    <a:moveTo>
                      <a:pt x="1453" y="0"/>
                    </a:moveTo>
                    <a:lnTo>
                      <a:pt x="0" y="9513"/>
                    </a:lnTo>
                    <a:lnTo>
                      <a:pt x="10394" y="9513"/>
                    </a:lnTo>
                    <a:lnTo>
                      <a:pt x="89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59"/>
              <p:cNvSpPr/>
              <p:nvPr/>
            </p:nvSpPr>
            <p:spPr>
              <a:xfrm>
                <a:off x="4970250" y="1278850"/>
                <a:ext cx="130100" cy="124150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966" extrusionOk="0">
                    <a:moveTo>
                      <a:pt x="596" y="1"/>
                    </a:moveTo>
                    <a:cubicBezTo>
                      <a:pt x="263" y="1"/>
                      <a:pt x="1" y="275"/>
                      <a:pt x="1" y="596"/>
                    </a:cubicBezTo>
                    <a:lnTo>
                      <a:pt x="1" y="4370"/>
                    </a:lnTo>
                    <a:cubicBezTo>
                      <a:pt x="1" y="4704"/>
                      <a:pt x="263" y="4966"/>
                      <a:pt x="596" y="4966"/>
                    </a:cubicBezTo>
                    <a:lnTo>
                      <a:pt x="4608" y="4966"/>
                    </a:lnTo>
                    <a:cubicBezTo>
                      <a:pt x="4942" y="4966"/>
                      <a:pt x="5204" y="4704"/>
                      <a:pt x="5204" y="4370"/>
                    </a:cubicBezTo>
                    <a:lnTo>
                      <a:pt x="5204" y="596"/>
                    </a:lnTo>
                    <a:cubicBezTo>
                      <a:pt x="5204" y="275"/>
                      <a:pt x="4942" y="1"/>
                      <a:pt x="4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59"/>
              <p:cNvSpPr/>
              <p:nvPr/>
            </p:nvSpPr>
            <p:spPr>
              <a:xfrm>
                <a:off x="4905375" y="1516975"/>
                <a:ext cx="259875" cy="45575"/>
              </a:xfrm>
              <a:custGeom>
                <a:avLst/>
                <a:gdLst/>
                <a:ahLst/>
                <a:cxnLst/>
                <a:rect l="l" t="t" r="r" b="b"/>
                <a:pathLst>
                  <a:path w="10395" h="1823" extrusionOk="0">
                    <a:moveTo>
                      <a:pt x="286" y="1"/>
                    </a:moveTo>
                    <a:lnTo>
                      <a:pt x="0" y="1822"/>
                    </a:lnTo>
                    <a:lnTo>
                      <a:pt x="10394" y="1822"/>
                    </a:lnTo>
                    <a:lnTo>
                      <a:pt x="101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59"/>
              <p:cNvSpPr/>
              <p:nvPr/>
            </p:nvSpPr>
            <p:spPr>
              <a:xfrm>
                <a:off x="4924425" y="1079725"/>
                <a:ext cx="221775" cy="229225"/>
              </a:xfrm>
              <a:custGeom>
                <a:avLst/>
                <a:gdLst/>
                <a:ahLst/>
                <a:cxnLst/>
                <a:rect l="l" t="t" r="r" b="b"/>
                <a:pathLst>
                  <a:path w="8871" h="9169" extrusionOk="0">
                    <a:moveTo>
                      <a:pt x="4441" y="1"/>
                    </a:moveTo>
                    <a:cubicBezTo>
                      <a:pt x="1988" y="1"/>
                      <a:pt x="0" y="1989"/>
                      <a:pt x="0" y="4442"/>
                    </a:cubicBezTo>
                    <a:lnTo>
                      <a:pt x="0" y="9168"/>
                    </a:lnTo>
                    <a:lnTo>
                      <a:pt x="8870" y="9168"/>
                    </a:lnTo>
                    <a:lnTo>
                      <a:pt x="8870" y="4442"/>
                    </a:lnTo>
                    <a:cubicBezTo>
                      <a:pt x="8870" y="1989"/>
                      <a:pt x="6882" y="1"/>
                      <a:pt x="44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59"/>
              <p:cNvSpPr/>
              <p:nvPr/>
            </p:nvSpPr>
            <p:spPr>
              <a:xfrm>
                <a:off x="4958350" y="1113350"/>
                <a:ext cx="153900" cy="195600"/>
              </a:xfrm>
              <a:custGeom>
                <a:avLst/>
                <a:gdLst/>
                <a:ahLst/>
                <a:cxnLst/>
                <a:rect l="l" t="t" r="r" b="b"/>
                <a:pathLst>
                  <a:path w="6156" h="7824" extrusionOk="0">
                    <a:moveTo>
                      <a:pt x="3084" y="1"/>
                    </a:moveTo>
                    <a:cubicBezTo>
                      <a:pt x="1381" y="1"/>
                      <a:pt x="0" y="1370"/>
                      <a:pt x="0" y="3073"/>
                    </a:cubicBezTo>
                    <a:lnTo>
                      <a:pt x="0" y="7823"/>
                    </a:lnTo>
                    <a:lnTo>
                      <a:pt x="6156" y="7823"/>
                    </a:lnTo>
                    <a:lnTo>
                      <a:pt x="6156" y="3073"/>
                    </a:lnTo>
                    <a:cubicBezTo>
                      <a:pt x="6156" y="1370"/>
                      <a:pt x="4775" y="1"/>
                      <a:pt x="3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59"/>
              <p:cNvSpPr/>
              <p:nvPr/>
            </p:nvSpPr>
            <p:spPr>
              <a:xfrm>
                <a:off x="4977700" y="12235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8"/>
                      <a:pt x="500" y="988"/>
                    </a:cubicBezTo>
                    <a:cubicBezTo>
                      <a:pt x="774" y="988"/>
                      <a:pt x="988" y="774"/>
                      <a:pt x="988" y="500"/>
                    </a:cubicBezTo>
                    <a:cubicBezTo>
                      <a:pt x="988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59"/>
              <p:cNvSpPr/>
              <p:nvPr/>
            </p:nvSpPr>
            <p:spPr>
              <a:xfrm>
                <a:off x="5068175" y="12235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8"/>
                      <a:pt x="489" y="988"/>
                    </a:cubicBezTo>
                    <a:cubicBezTo>
                      <a:pt x="763" y="988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59"/>
              <p:cNvSpPr/>
              <p:nvPr/>
            </p:nvSpPr>
            <p:spPr>
              <a:xfrm>
                <a:off x="4977700" y="1270525"/>
                <a:ext cx="1152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727" extrusionOk="0">
                    <a:moveTo>
                      <a:pt x="369" y="0"/>
                    </a:moveTo>
                    <a:cubicBezTo>
                      <a:pt x="167" y="0"/>
                      <a:pt x="0" y="155"/>
                      <a:pt x="0" y="358"/>
                    </a:cubicBezTo>
                    <a:cubicBezTo>
                      <a:pt x="0" y="560"/>
                      <a:pt x="167" y="727"/>
                      <a:pt x="369" y="727"/>
                    </a:cubicBezTo>
                    <a:lnTo>
                      <a:pt x="4239" y="727"/>
                    </a:lnTo>
                    <a:cubicBezTo>
                      <a:pt x="4441" y="727"/>
                      <a:pt x="4608" y="560"/>
                      <a:pt x="4608" y="358"/>
                    </a:cubicBezTo>
                    <a:cubicBezTo>
                      <a:pt x="4608" y="155"/>
                      <a:pt x="4441" y="0"/>
                      <a:pt x="42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59"/>
              <p:cNvSpPr/>
              <p:nvPr/>
            </p:nvSpPr>
            <p:spPr>
              <a:xfrm>
                <a:off x="4889000" y="1308025"/>
                <a:ext cx="2926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11704" h="1347" extrusionOk="0">
                    <a:moveTo>
                      <a:pt x="667" y="1"/>
                    </a:moveTo>
                    <a:cubicBezTo>
                      <a:pt x="298" y="1"/>
                      <a:pt x="0" y="298"/>
                      <a:pt x="0" y="667"/>
                    </a:cubicBezTo>
                    <a:cubicBezTo>
                      <a:pt x="0" y="1036"/>
                      <a:pt x="298" y="1346"/>
                      <a:pt x="667" y="1346"/>
                    </a:cubicBezTo>
                    <a:lnTo>
                      <a:pt x="11037" y="1346"/>
                    </a:lnTo>
                    <a:cubicBezTo>
                      <a:pt x="11406" y="1346"/>
                      <a:pt x="11704" y="1036"/>
                      <a:pt x="11704" y="667"/>
                    </a:cubicBezTo>
                    <a:cubicBezTo>
                      <a:pt x="11704" y="298"/>
                      <a:pt x="11406" y="1"/>
                      <a:pt x="1103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59"/>
              <p:cNvSpPr/>
              <p:nvPr/>
            </p:nvSpPr>
            <p:spPr>
              <a:xfrm>
                <a:off x="49303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50" y="1"/>
                    </a:move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59"/>
              <p:cNvSpPr/>
              <p:nvPr/>
            </p:nvSpPr>
            <p:spPr>
              <a:xfrm>
                <a:off x="49550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70" y="0"/>
                    </a:moveTo>
                    <a:cubicBezTo>
                      <a:pt x="264" y="0"/>
                      <a:pt x="257" y="0"/>
                      <a:pt x="250" y="1"/>
                    </a:cubicBez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94"/>
                      <a:pt x="108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15"/>
                      <a:pt x="404" y="0"/>
                      <a:pt x="2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59"/>
              <p:cNvSpPr/>
              <p:nvPr/>
            </p:nvSpPr>
            <p:spPr>
              <a:xfrm>
                <a:off x="4979475" y="1418450"/>
                <a:ext cx="131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5" y="513"/>
                      <a:pt x="525" y="394"/>
                      <a:pt x="525" y="251"/>
                    </a:cubicBezTo>
                    <a:cubicBezTo>
                      <a:pt x="525" y="115"/>
                      <a:pt x="416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59"/>
              <p:cNvSpPr/>
              <p:nvPr/>
            </p:nvSpPr>
            <p:spPr>
              <a:xfrm>
                <a:off x="50041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6" y="513"/>
                      <a:pt x="513" y="394"/>
                      <a:pt x="513" y="251"/>
                    </a:cubicBezTo>
                    <a:cubicBezTo>
                      <a:pt x="513" y="115"/>
                      <a:pt x="415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59"/>
              <p:cNvSpPr/>
              <p:nvPr/>
            </p:nvSpPr>
            <p:spPr>
              <a:xfrm>
                <a:off x="50289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62" y="1"/>
                    </a:move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62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6" name="Google Shape;4206;p59"/>
              <p:cNvSpPr/>
              <p:nvPr/>
            </p:nvSpPr>
            <p:spPr>
              <a:xfrm>
                <a:off x="50536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50" y="1"/>
                    </a:moveTo>
                    <a:cubicBezTo>
                      <a:pt x="107" y="1"/>
                      <a:pt x="0" y="108"/>
                      <a:pt x="0" y="251"/>
                    </a:cubicBezTo>
                    <a:cubicBezTo>
                      <a:pt x="0" y="394"/>
                      <a:pt x="107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7" name="Google Shape;4207;p59"/>
              <p:cNvSpPr/>
              <p:nvPr/>
            </p:nvSpPr>
            <p:spPr>
              <a:xfrm>
                <a:off x="5078000" y="1418450"/>
                <a:ext cx="131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5" y="513"/>
                      <a:pt x="525" y="394"/>
                      <a:pt x="525" y="251"/>
                    </a:cubicBezTo>
                    <a:cubicBezTo>
                      <a:pt x="525" y="115"/>
                      <a:pt x="416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59"/>
              <p:cNvSpPr/>
              <p:nvPr/>
            </p:nvSpPr>
            <p:spPr>
              <a:xfrm>
                <a:off x="51027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6" y="513"/>
                      <a:pt x="513" y="394"/>
                      <a:pt x="513" y="251"/>
                    </a:cubicBezTo>
                    <a:cubicBezTo>
                      <a:pt x="513" y="115"/>
                      <a:pt x="415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59"/>
              <p:cNvSpPr/>
              <p:nvPr/>
            </p:nvSpPr>
            <p:spPr>
              <a:xfrm>
                <a:off x="512742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0" y="0"/>
                    </a:moveTo>
                    <a:cubicBezTo>
                      <a:pt x="274" y="0"/>
                      <a:pt x="268" y="0"/>
                      <a:pt x="262" y="1"/>
                    </a:cubicBez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62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15"/>
                      <a:pt x="404" y="0"/>
                      <a:pt x="2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59"/>
              <p:cNvSpPr/>
              <p:nvPr/>
            </p:nvSpPr>
            <p:spPr>
              <a:xfrm>
                <a:off x="4916075" y="1478575"/>
                <a:ext cx="2384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9538" h="537" extrusionOk="0">
                    <a:moveTo>
                      <a:pt x="84" y="1"/>
                    </a:moveTo>
                    <a:lnTo>
                      <a:pt x="1" y="537"/>
                    </a:lnTo>
                    <a:lnTo>
                      <a:pt x="9538" y="537"/>
                    </a:lnTo>
                    <a:lnTo>
                      <a:pt x="94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11" name="Google Shape;4211;p59"/>
          <p:cNvGrpSpPr/>
          <p:nvPr/>
        </p:nvGrpSpPr>
        <p:grpSpPr>
          <a:xfrm>
            <a:off x="1007807" y="36870"/>
            <a:ext cx="1374874" cy="2436434"/>
            <a:chOff x="2225575" y="3305850"/>
            <a:chExt cx="380125" cy="673625"/>
          </a:xfrm>
        </p:grpSpPr>
        <p:sp>
          <p:nvSpPr>
            <p:cNvPr id="4212" name="Google Shape;4212;p59"/>
            <p:cNvSpPr/>
            <p:nvPr/>
          </p:nvSpPr>
          <p:spPr>
            <a:xfrm>
              <a:off x="2225850" y="3306013"/>
              <a:ext cx="379850" cy="673300"/>
            </a:xfrm>
            <a:custGeom>
              <a:avLst/>
              <a:gdLst/>
              <a:ahLst/>
              <a:cxnLst/>
              <a:rect l="l" t="t" r="r" b="b"/>
              <a:pathLst>
                <a:path w="15194" h="26932" extrusionOk="0">
                  <a:moveTo>
                    <a:pt x="8978" y="16395"/>
                  </a:moveTo>
                  <a:lnTo>
                    <a:pt x="8978" y="17097"/>
                  </a:lnTo>
                  <a:lnTo>
                    <a:pt x="8835" y="17097"/>
                  </a:lnTo>
                  <a:cubicBezTo>
                    <a:pt x="8573" y="17097"/>
                    <a:pt x="8359" y="17312"/>
                    <a:pt x="8359" y="17574"/>
                  </a:cubicBezTo>
                  <a:lnTo>
                    <a:pt x="8359" y="17967"/>
                  </a:lnTo>
                  <a:lnTo>
                    <a:pt x="8252" y="17967"/>
                  </a:lnTo>
                  <a:cubicBezTo>
                    <a:pt x="8121" y="17967"/>
                    <a:pt x="8002" y="18074"/>
                    <a:pt x="8002" y="18217"/>
                  </a:cubicBezTo>
                  <a:cubicBezTo>
                    <a:pt x="8002" y="18348"/>
                    <a:pt x="8121" y="18467"/>
                    <a:pt x="8252" y="18467"/>
                  </a:cubicBezTo>
                  <a:lnTo>
                    <a:pt x="8359" y="18467"/>
                  </a:lnTo>
                  <a:lnTo>
                    <a:pt x="8359" y="21634"/>
                  </a:lnTo>
                  <a:lnTo>
                    <a:pt x="8252" y="21634"/>
                  </a:lnTo>
                  <a:cubicBezTo>
                    <a:pt x="8121" y="21634"/>
                    <a:pt x="8002" y="21741"/>
                    <a:pt x="8002" y="21884"/>
                  </a:cubicBezTo>
                  <a:cubicBezTo>
                    <a:pt x="8002" y="22015"/>
                    <a:pt x="8121" y="22134"/>
                    <a:pt x="8252" y="22134"/>
                  </a:cubicBezTo>
                  <a:lnTo>
                    <a:pt x="8359" y="22134"/>
                  </a:lnTo>
                  <a:lnTo>
                    <a:pt x="8359" y="22527"/>
                  </a:lnTo>
                  <a:cubicBezTo>
                    <a:pt x="8359" y="22789"/>
                    <a:pt x="8573" y="22991"/>
                    <a:pt x="8835" y="22991"/>
                  </a:cubicBezTo>
                  <a:lnTo>
                    <a:pt x="8966" y="22991"/>
                  </a:lnTo>
                  <a:lnTo>
                    <a:pt x="8966" y="24086"/>
                  </a:lnTo>
                  <a:cubicBezTo>
                    <a:pt x="8966" y="24086"/>
                    <a:pt x="8978" y="24098"/>
                    <a:pt x="8978" y="24098"/>
                  </a:cubicBezTo>
                  <a:lnTo>
                    <a:pt x="6216" y="24098"/>
                  </a:lnTo>
                  <a:cubicBezTo>
                    <a:pt x="6216" y="24098"/>
                    <a:pt x="6216" y="24086"/>
                    <a:pt x="6216" y="24086"/>
                  </a:cubicBezTo>
                  <a:lnTo>
                    <a:pt x="6216" y="22991"/>
                  </a:lnTo>
                  <a:lnTo>
                    <a:pt x="6359" y="22991"/>
                  </a:lnTo>
                  <a:cubicBezTo>
                    <a:pt x="6621" y="22991"/>
                    <a:pt x="6835" y="22789"/>
                    <a:pt x="6835" y="22527"/>
                  </a:cubicBezTo>
                  <a:lnTo>
                    <a:pt x="6835" y="22134"/>
                  </a:lnTo>
                  <a:lnTo>
                    <a:pt x="6930" y="22134"/>
                  </a:lnTo>
                  <a:cubicBezTo>
                    <a:pt x="7073" y="22134"/>
                    <a:pt x="7180" y="22015"/>
                    <a:pt x="7180" y="21884"/>
                  </a:cubicBezTo>
                  <a:cubicBezTo>
                    <a:pt x="7180" y="21741"/>
                    <a:pt x="7073" y="21634"/>
                    <a:pt x="6930" y="21634"/>
                  </a:cubicBezTo>
                  <a:lnTo>
                    <a:pt x="6835" y="21634"/>
                  </a:lnTo>
                  <a:lnTo>
                    <a:pt x="6835" y="18467"/>
                  </a:lnTo>
                  <a:lnTo>
                    <a:pt x="6930" y="18467"/>
                  </a:lnTo>
                  <a:cubicBezTo>
                    <a:pt x="7073" y="18467"/>
                    <a:pt x="7180" y="18348"/>
                    <a:pt x="7180" y="18217"/>
                  </a:cubicBezTo>
                  <a:cubicBezTo>
                    <a:pt x="7180" y="18074"/>
                    <a:pt x="7073" y="17967"/>
                    <a:pt x="6930" y="17967"/>
                  </a:cubicBezTo>
                  <a:lnTo>
                    <a:pt x="6835" y="17967"/>
                  </a:lnTo>
                  <a:lnTo>
                    <a:pt x="6835" y="17574"/>
                  </a:lnTo>
                  <a:cubicBezTo>
                    <a:pt x="6835" y="17312"/>
                    <a:pt x="6621" y="17097"/>
                    <a:pt x="6359" y="17097"/>
                  </a:cubicBezTo>
                  <a:lnTo>
                    <a:pt x="6216" y="17097"/>
                  </a:lnTo>
                  <a:lnTo>
                    <a:pt x="6216" y="16395"/>
                  </a:lnTo>
                  <a:close/>
                  <a:moveTo>
                    <a:pt x="7597" y="0"/>
                  </a:moveTo>
                  <a:cubicBezTo>
                    <a:pt x="7204" y="0"/>
                    <a:pt x="6895" y="322"/>
                    <a:pt x="6895" y="703"/>
                  </a:cubicBezTo>
                  <a:lnTo>
                    <a:pt x="4811" y="703"/>
                  </a:lnTo>
                  <a:cubicBezTo>
                    <a:pt x="4561" y="703"/>
                    <a:pt x="4359" y="905"/>
                    <a:pt x="4359" y="1167"/>
                  </a:cubicBezTo>
                  <a:lnTo>
                    <a:pt x="4359" y="3203"/>
                  </a:lnTo>
                  <a:cubicBezTo>
                    <a:pt x="4359" y="3119"/>
                    <a:pt x="4287" y="3048"/>
                    <a:pt x="4204" y="3048"/>
                  </a:cubicBezTo>
                  <a:cubicBezTo>
                    <a:pt x="4121" y="3048"/>
                    <a:pt x="4049" y="3119"/>
                    <a:pt x="4049" y="3203"/>
                  </a:cubicBezTo>
                  <a:lnTo>
                    <a:pt x="4049" y="3322"/>
                  </a:lnTo>
                  <a:cubicBezTo>
                    <a:pt x="3775" y="3441"/>
                    <a:pt x="3573" y="3715"/>
                    <a:pt x="3573" y="4036"/>
                  </a:cubicBezTo>
                  <a:cubicBezTo>
                    <a:pt x="3573" y="4358"/>
                    <a:pt x="3775" y="4632"/>
                    <a:pt x="4049" y="4751"/>
                  </a:cubicBezTo>
                  <a:lnTo>
                    <a:pt x="4049" y="4870"/>
                  </a:lnTo>
                  <a:cubicBezTo>
                    <a:pt x="4049" y="4953"/>
                    <a:pt x="4121" y="5013"/>
                    <a:pt x="4204" y="5013"/>
                  </a:cubicBezTo>
                  <a:cubicBezTo>
                    <a:pt x="4287" y="5013"/>
                    <a:pt x="4359" y="4953"/>
                    <a:pt x="4359" y="4870"/>
                  </a:cubicBezTo>
                  <a:lnTo>
                    <a:pt x="4359" y="6906"/>
                  </a:lnTo>
                  <a:cubicBezTo>
                    <a:pt x="4359" y="7156"/>
                    <a:pt x="4561" y="7358"/>
                    <a:pt x="4811" y="7358"/>
                  </a:cubicBezTo>
                  <a:lnTo>
                    <a:pt x="6609" y="7358"/>
                  </a:lnTo>
                  <a:lnTo>
                    <a:pt x="6609" y="7477"/>
                  </a:lnTo>
                  <a:cubicBezTo>
                    <a:pt x="6537" y="7489"/>
                    <a:pt x="6478" y="7549"/>
                    <a:pt x="6478" y="7620"/>
                  </a:cubicBezTo>
                  <a:cubicBezTo>
                    <a:pt x="6478" y="7691"/>
                    <a:pt x="6537" y="7751"/>
                    <a:pt x="6609" y="7763"/>
                  </a:cubicBezTo>
                  <a:lnTo>
                    <a:pt x="6609" y="7906"/>
                  </a:lnTo>
                  <a:cubicBezTo>
                    <a:pt x="6537" y="7906"/>
                    <a:pt x="6478" y="7965"/>
                    <a:pt x="6478" y="8037"/>
                  </a:cubicBezTo>
                  <a:cubicBezTo>
                    <a:pt x="6478" y="8120"/>
                    <a:pt x="6537" y="8180"/>
                    <a:pt x="6609" y="8180"/>
                  </a:cubicBezTo>
                  <a:lnTo>
                    <a:pt x="6609" y="8311"/>
                  </a:lnTo>
                  <a:lnTo>
                    <a:pt x="4537" y="8311"/>
                  </a:lnTo>
                  <a:cubicBezTo>
                    <a:pt x="4323" y="8311"/>
                    <a:pt x="4144" y="8489"/>
                    <a:pt x="4144" y="8703"/>
                  </a:cubicBezTo>
                  <a:lnTo>
                    <a:pt x="4144" y="8799"/>
                  </a:lnTo>
                  <a:lnTo>
                    <a:pt x="3930" y="8799"/>
                  </a:lnTo>
                  <a:lnTo>
                    <a:pt x="3930" y="8763"/>
                  </a:lnTo>
                  <a:cubicBezTo>
                    <a:pt x="3930" y="8692"/>
                    <a:pt x="3870" y="8632"/>
                    <a:pt x="3799" y="8632"/>
                  </a:cubicBezTo>
                  <a:cubicBezTo>
                    <a:pt x="3728" y="8632"/>
                    <a:pt x="3668" y="8692"/>
                    <a:pt x="3668" y="8763"/>
                  </a:cubicBezTo>
                  <a:lnTo>
                    <a:pt x="3668" y="8799"/>
                  </a:lnTo>
                  <a:lnTo>
                    <a:pt x="3466" y="8799"/>
                  </a:lnTo>
                  <a:lnTo>
                    <a:pt x="3466" y="8763"/>
                  </a:lnTo>
                  <a:cubicBezTo>
                    <a:pt x="3466" y="8692"/>
                    <a:pt x="3406" y="8632"/>
                    <a:pt x="3335" y="8632"/>
                  </a:cubicBezTo>
                  <a:cubicBezTo>
                    <a:pt x="3263" y="8632"/>
                    <a:pt x="3204" y="8692"/>
                    <a:pt x="3204" y="8763"/>
                  </a:cubicBezTo>
                  <a:lnTo>
                    <a:pt x="3204" y="8894"/>
                  </a:lnTo>
                  <a:cubicBezTo>
                    <a:pt x="3192" y="8906"/>
                    <a:pt x="3180" y="8918"/>
                    <a:pt x="3168" y="8930"/>
                  </a:cubicBezTo>
                  <a:lnTo>
                    <a:pt x="2501" y="8930"/>
                  </a:lnTo>
                  <a:cubicBezTo>
                    <a:pt x="1477" y="8930"/>
                    <a:pt x="644" y="9751"/>
                    <a:pt x="644" y="10775"/>
                  </a:cubicBezTo>
                  <a:lnTo>
                    <a:pt x="644" y="10966"/>
                  </a:lnTo>
                  <a:lnTo>
                    <a:pt x="572" y="10966"/>
                  </a:lnTo>
                  <a:cubicBezTo>
                    <a:pt x="489" y="10966"/>
                    <a:pt x="430" y="11025"/>
                    <a:pt x="430" y="11109"/>
                  </a:cubicBezTo>
                  <a:cubicBezTo>
                    <a:pt x="430" y="11180"/>
                    <a:pt x="489" y="11251"/>
                    <a:pt x="572" y="11251"/>
                  </a:cubicBezTo>
                  <a:lnTo>
                    <a:pt x="644" y="11251"/>
                  </a:lnTo>
                  <a:lnTo>
                    <a:pt x="644" y="11799"/>
                  </a:lnTo>
                  <a:lnTo>
                    <a:pt x="572" y="11799"/>
                  </a:lnTo>
                  <a:cubicBezTo>
                    <a:pt x="489" y="11799"/>
                    <a:pt x="430" y="11859"/>
                    <a:pt x="430" y="11942"/>
                  </a:cubicBezTo>
                  <a:cubicBezTo>
                    <a:pt x="430" y="12013"/>
                    <a:pt x="489" y="12085"/>
                    <a:pt x="572" y="12085"/>
                  </a:cubicBezTo>
                  <a:lnTo>
                    <a:pt x="644" y="12085"/>
                  </a:lnTo>
                  <a:lnTo>
                    <a:pt x="644" y="12633"/>
                  </a:lnTo>
                  <a:lnTo>
                    <a:pt x="572" y="12633"/>
                  </a:lnTo>
                  <a:cubicBezTo>
                    <a:pt x="489" y="12633"/>
                    <a:pt x="430" y="12692"/>
                    <a:pt x="430" y="12775"/>
                  </a:cubicBezTo>
                  <a:cubicBezTo>
                    <a:pt x="430" y="12847"/>
                    <a:pt x="489" y="12918"/>
                    <a:pt x="572" y="12918"/>
                  </a:cubicBezTo>
                  <a:lnTo>
                    <a:pt x="644" y="12918"/>
                  </a:lnTo>
                  <a:lnTo>
                    <a:pt x="644" y="13466"/>
                  </a:lnTo>
                  <a:lnTo>
                    <a:pt x="572" y="13466"/>
                  </a:lnTo>
                  <a:cubicBezTo>
                    <a:pt x="489" y="13466"/>
                    <a:pt x="430" y="13526"/>
                    <a:pt x="430" y="13609"/>
                  </a:cubicBezTo>
                  <a:cubicBezTo>
                    <a:pt x="430" y="13680"/>
                    <a:pt x="489" y="13752"/>
                    <a:pt x="572" y="13752"/>
                  </a:cubicBezTo>
                  <a:lnTo>
                    <a:pt x="644" y="13752"/>
                  </a:lnTo>
                  <a:lnTo>
                    <a:pt x="644" y="14002"/>
                  </a:lnTo>
                  <a:lnTo>
                    <a:pt x="906" y="14002"/>
                  </a:lnTo>
                  <a:lnTo>
                    <a:pt x="906" y="14395"/>
                  </a:lnTo>
                  <a:lnTo>
                    <a:pt x="739" y="14395"/>
                  </a:lnTo>
                  <a:cubicBezTo>
                    <a:pt x="561" y="14395"/>
                    <a:pt x="430" y="14526"/>
                    <a:pt x="430" y="14704"/>
                  </a:cubicBezTo>
                  <a:cubicBezTo>
                    <a:pt x="430" y="14871"/>
                    <a:pt x="561" y="15014"/>
                    <a:pt x="739" y="15014"/>
                  </a:cubicBezTo>
                  <a:lnTo>
                    <a:pt x="906" y="15014"/>
                  </a:lnTo>
                  <a:lnTo>
                    <a:pt x="906" y="16145"/>
                  </a:lnTo>
                  <a:cubicBezTo>
                    <a:pt x="382" y="16264"/>
                    <a:pt x="1" y="16728"/>
                    <a:pt x="1" y="17288"/>
                  </a:cubicBezTo>
                  <a:lnTo>
                    <a:pt x="477" y="17288"/>
                  </a:lnTo>
                  <a:cubicBezTo>
                    <a:pt x="477" y="16895"/>
                    <a:pt x="787" y="16585"/>
                    <a:pt x="1180" y="16585"/>
                  </a:cubicBezTo>
                  <a:cubicBezTo>
                    <a:pt x="1561" y="16585"/>
                    <a:pt x="1882" y="16895"/>
                    <a:pt x="1882" y="17288"/>
                  </a:cubicBezTo>
                  <a:lnTo>
                    <a:pt x="2358" y="17288"/>
                  </a:lnTo>
                  <a:cubicBezTo>
                    <a:pt x="2358" y="16728"/>
                    <a:pt x="1965" y="16264"/>
                    <a:pt x="1442" y="16145"/>
                  </a:cubicBezTo>
                  <a:lnTo>
                    <a:pt x="1442" y="15014"/>
                  </a:lnTo>
                  <a:lnTo>
                    <a:pt x="1620" y="15014"/>
                  </a:lnTo>
                  <a:cubicBezTo>
                    <a:pt x="1787" y="15014"/>
                    <a:pt x="1930" y="14871"/>
                    <a:pt x="1930" y="14704"/>
                  </a:cubicBezTo>
                  <a:cubicBezTo>
                    <a:pt x="1930" y="14526"/>
                    <a:pt x="1787" y="14395"/>
                    <a:pt x="1620" y="14395"/>
                  </a:cubicBezTo>
                  <a:lnTo>
                    <a:pt x="1442" y="14395"/>
                  </a:lnTo>
                  <a:lnTo>
                    <a:pt x="1442" y="14002"/>
                  </a:lnTo>
                  <a:lnTo>
                    <a:pt x="1704" y="14002"/>
                  </a:lnTo>
                  <a:lnTo>
                    <a:pt x="1704" y="13752"/>
                  </a:lnTo>
                  <a:lnTo>
                    <a:pt x="1787" y="13752"/>
                  </a:lnTo>
                  <a:cubicBezTo>
                    <a:pt x="1858" y="13752"/>
                    <a:pt x="1930" y="13680"/>
                    <a:pt x="1930" y="13609"/>
                  </a:cubicBezTo>
                  <a:cubicBezTo>
                    <a:pt x="1930" y="13526"/>
                    <a:pt x="1870" y="13466"/>
                    <a:pt x="1787" y="13466"/>
                  </a:cubicBezTo>
                  <a:lnTo>
                    <a:pt x="1704" y="13466"/>
                  </a:lnTo>
                  <a:lnTo>
                    <a:pt x="1704" y="12918"/>
                  </a:lnTo>
                  <a:lnTo>
                    <a:pt x="1787" y="12918"/>
                  </a:lnTo>
                  <a:cubicBezTo>
                    <a:pt x="1858" y="12918"/>
                    <a:pt x="1930" y="12847"/>
                    <a:pt x="1930" y="12775"/>
                  </a:cubicBezTo>
                  <a:cubicBezTo>
                    <a:pt x="1930" y="12692"/>
                    <a:pt x="1870" y="12633"/>
                    <a:pt x="1787" y="12633"/>
                  </a:cubicBezTo>
                  <a:lnTo>
                    <a:pt x="1704" y="12633"/>
                  </a:lnTo>
                  <a:lnTo>
                    <a:pt x="1704" y="12085"/>
                  </a:lnTo>
                  <a:lnTo>
                    <a:pt x="1787" y="12085"/>
                  </a:lnTo>
                  <a:cubicBezTo>
                    <a:pt x="1858" y="12085"/>
                    <a:pt x="1930" y="12013"/>
                    <a:pt x="1930" y="11942"/>
                  </a:cubicBezTo>
                  <a:cubicBezTo>
                    <a:pt x="1930" y="11859"/>
                    <a:pt x="1870" y="11799"/>
                    <a:pt x="1787" y="11799"/>
                  </a:cubicBezTo>
                  <a:lnTo>
                    <a:pt x="1704" y="11799"/>
                  </a:lnTo>
                  <a:lnTo>
                    <a:pt x="1704" y="11251"/>
                  </a:lnTo>
                  <a:lnTo>
                    <a:pt x="1787" y="11251"/>
                  </a:lnTo>
                  <a:cubicBezTo>
                    <a:pt x="1858" y="11251"/>
                    <a:pt x="1930" y="11180"/>
                    <a:pt x="1930" y="11109"/>
                  </a:cubicBezTo>
                  <a:cubicBezTo>
                    <a:pt x="1930" y="11025"/>
                    <a:pt x="1870" y="10966"/>
                    <a:pt x="1787" y="10966"/>
                  </a:cubicBezTo>
                  <a:lnTo>
                    <a:pt x="1704" y="10966"/>
                  </a:lnTo>
                  <a:lnTo>
                    <a:pt x="1704" y="10775"/>
                  </a:lnTo>
                  <a:cubicBezTo>
                    <a:pt x="1704" y="10335"/>
                    <a:pt x="2061" y="9977"/>
                    <a:pt x="2501" y="9977"/>
                  </a:cubicBezTo>
                  <a:lnTo>
                    <a:pt x="3168" y="9977"/>
                  </a:lnTo>
                  <a:cubicBezTo>
                    <a:pt x="3180" y="9989"/>
                    <a:pt x="3192" y="10001"/>
                    <a:pt x="3204" y="10013"/>
                  </a:cubicBezTo>
                  <a:lnTo>
                    <a:pt x="3204" y="10144"/>
                  </a:lnTo>
                  <a:cubicBezTo>
                    <a:pt x="3204" y="10216"/>
                    <a:pt x="3263" y="10275"/>
                    <a:pt x="3335" y="10275"/>
                  </a:cubicBezTo>
                  <a:cubicBezTo>
                    <a:pt x="3418" y="10275"/>
                    <a:pt x="3478" y="10216"/>
                    <a:pt x="3478" y="10144"/>
                  </a:cubicBezTo>
                  <a:lnTo>
                    <a:pt x="3478" y="10108"/>
                  </a:lnTo>
                  <a:lnTo>
                    <a:pt x="3668" y="10108"/>
                  </a:lnTo>
                  <a:lnTo>
                    <a:pt x="3668" y="10144"/>
                  </a:lnTo>
                  <a:cubicBezTo>
                    <a:pt x="3668" y="10216"/>
                    <a:pt x="3728" y="10275"/>
                    <a:pt x="3799" y="10275"/>
                  </a:cubicBezTo>
                  <a:cubicBezTo>
                    <a:pt x="3870" y="10275"/>
                    <a:pt x="3930" y="10216"/>
                    <a:pt x="3930" y="10144"/>
                  </a:cubicBezTo>
                  <a:lnTo>
                    <a:pt x="3930" y="10108"/>
                  </a:lnTo>
                  <a:lnTo>
                    <a:pt x="4144" y="10108"/>
                  </a:lnTo>
                  <a:lnTo>
                    <a:pt x="4144" y="13966"/>
                  </a:lnTo>
                  <a:lnTo>
                    <a:pt x="4144" y="14454"/>
                  </a:lnTo>
                  <a:lnTo>
                    <a:pt x="4144" y="14788"/>
                  </a:lnTo>
                  <a:cubicBezTo>
                    <a:pt x="4144" y="15014"/>
                    <a:pt x="4323" y="15180"/>
                    <a:pt x="4537" y="15180"/>
                  </a:cubicBezTo>
                  <a:lnTo>
                    <a:pt x="4799" y="15180"/>
                  </a:lnTo>
                  <a:lnTo>
                    <a:pt x="4799" y="15990"/>
                  </a:lnTo>
                  <a:cubicBezTo>
                    <a:pt x="4799" y="16204"/>
                    <a:pt x="4978" y="16383"/>
                    <a:pt x="5192" y="16383"/>
                  </a:cubicBezTo>
                  <a:lnTo>
                    <a:pt x="5240" y="16383"/>
                  </a:lnTo>
                  <a:lnTo>
                    <a:pt x="5240" y="17097"/>
                  </a:lnTo>
                  <a:lnTo>
                    <a:pt x="5097" y="17097"/>
                  </a:lnTo>
                  <a:cubicBezTo>
                    <a:pt x="4847" y="17097"/>
                    <a:pt x="4632" y="17300"/>
                    <a:pt x="4632" y="17562"/>
                  </a:cubicBezTo>
                  <a:lnTo>
                    <a:pt x="4632" y="17955"/>
                  </a:lnTo>
                  <a:lnTo>
                    <a:pt x="4502" y="17955"/>
                  </a:lnTo>
                  <a:cubicBezTo>
                    <a:pt x="4359" y="17955"/>
                    <a:pt x="4251" y="18074"/>
                    <a:pt x="4251" y="18205"/>
                  </a:cubicBezTo>
                  <a:cubicBezTo>
                    <a:pt x="4251" y="18348"/>
                    <a:pt x="4359" y="18455"/>
                    <a:pt x="4502" y="18455"/>
                  </a:cubicBezTo>
                  <a:lnTo>
                    <a:pt x="4632" y="18455"/>
                  </a:lnTo>
                  <a:lnTo>
                    <a:pt x="4632" y="21622"/>
                  </a:lnTo>
                  <a:lnTo>
                    <a:pt x="4502" y="21622"/>
                  </a:lnTo>
                  <a:cubicBezTo>
                    <a:pt x="4359" y="21622"/>
                    <a:pt x="4251" y="21741"/>
                    <a:pt x="4251" y="21872"/>
                  </a:cubicBezTo>
                  <a:cubicBezTo>
                    <a:pt x="4251" y="22015"/>
                    <a:pt x="4359" y="22122"/>
                    <a:pt x="4502" y="22122"/>
                  </a:cubicBezTo>
                  <a:lnTo>
                    <a:pt x="4632" y="22122"/>
                  </a:lnTo>
                  <a:lnTo>
                    <a:pt x="4632" y="22515"/>
                  </a:lnTo>
                  <a:cubicBezTo>
                    <a:pt x="4632" y="22777"/>
                    <a:pt x="4835" y="22991"/>
                    <a:pt x="5097" y="22991"/>
                  </a:cubicBezTo>
                  <a:lnTo>
                    <a:pt x="5240" y="22991"/>
                  </a:lnTo>
                  <a:lnTo>
                    <a:pt x="5240" y="24074"/>
                  </a:lnTo>
                  <a:cubicBezTo>
                    <a:pt x="5240" y="24086"/>
                    <a:pt x="5240" y="24086"/>
                    <a:pt x="5240" y="24098"/>
                  </a:cubicBezTo>
                  <a:lnTo>
                    <a:pt x="4406" y="24098"/>
                  </a:lnTo>
                  <a:cubicBezTo>
                    <a:pt x="4275" y="24098"/>
                    <a:pt x="4156" y="24182"/>
                    <a:pt x="4097" y="24289"/>
                  </a:cubicBezTo>
                  <a:lnTo>
                    <a:pt x="3370" y="24289"/>
                  </a:lnTo>
                  <a:lnTo>
                    <a:pt x="3370" y="23229"/>
                  </a:lnTo>
                  <a:cubicBezTo>
                    <a:pt x="3549" y="23170"/>
                    <a:pt x="3680" y="22991"/>
                    <a:pt x="3680" y="22777"/>
                  </a:cubicBezTo>
                  <a:lnTo>
                    <a:pt x="3680" y="21515"/>
                  </a:lnTo>
                  <a:lnTo>
                    <a:pt x="3680" y="20645"/>
                  </a:lnTo>
                  <a:cubicBezTo>
                    <a:pt x="3680" y="20384"/>
                    <a:pt x="3466" y="20157"/>
                    <a:pt x="3192" y="20157"/>
                  </a:cubicBezTo>
                  <a:lnTo>
                    <a:pt x="1311" y="20157"/>
                  </a:lnTo>
                  <a:cubicBezTo>
                    <a:pt x="1049" y="20157"/>
                    <a:pt x="822" y="20384"/>
                    <a:pt x="822" y="20645"/>
                  </a:cubicBezTo>
                  <a:lnTo>
                    <a:pt x="822" y="21515"/>
                  </a:lnTo>
                  <a:lnTo>
                    <a:pt x="822" y="22777"/>
                  </a:lnTo>
                  <a:cubicBezTo>
                    <a:pt x="822" y="22991"/>
                    <a:pt x="953" y="23170"/>
                    <a:pt x="1144" y="23229"/>
                  </a:cubicBezTo>
                  <a:lnTo>
                    <a:pt x="1144" y="25694"/>
                  </a:lnTo>
                  <a:lnTo>
                    <a:pt x="1144" y="26444"/>
                  </a:lnTo>
                  <a:cubicBezTo>
                    <a:pt x="1144" y="26718"/>
                    <a:pt x="1358" y="26932"/>
                    <a:pt x="1632" y="26932"/>
                  </a:cubicBezTo>
                  <a:lnTo>
                    <a:pt x="2870" y="26932"/>
                  </a:lnTo>
                  <a:cubicBezTo>
                    <a:pt x="3144" y="26932"/>
                    <a:pt x="3370" y="26718"/>
                    <a:pt x="3370" y="26444"/>
                  </a:cubicBezTo>
                  <a:lnTo>
                    <a:pt x="3370" y="25694"/>
                  </a:lnTo>
                  <a:lnTo>
                    <a:pt x="3370" y="24574"/>
                  </a:lnTo>
                  <a:lnTo>
                    <a:pt x="4097" y="24574"/>
                  </a:lnTo>
                  <a:cubicBezTo>
                    <a:pt x="4156" y="24682"/>
                    <a:pt x="4275" y="24765"/>
                    <a:pt x="4406" y="24765"/>
                  </a:cubicBezTo>
                  <a:lnTo>
                    <a:pt x="4573" y="24765"/>
                  </a:lnTo>
                  <a:lnTo>
                    <a:pt x="4573" y="25241"/>
                  </a:lnTo>
                  <a:cubicBezTo>
                    <a:pt x="4573" y="25456"/>
                    <a:pt x="4752" y="25634"/>
                    <a:pt x="4978" y="25634"/>
                  </a:cubicBezTo>
                  <a:lnTo>
                    <a:pt x="10217" y="25634"/>
                  </a:lnTo>
                  <a:cubicBezTo>
                    <a:pt x="10431" y="25634"/>
                    <a:pt x="10609" y="25456"/>
                    <a:pt x="10609" y="25241"/>
                  </a:cubicBezTo>
                  <a:lnTo>
                    <a:pt x="10609" y="24765"/>
                  </a:lnTo>
                  <a:lnTo>
                    <a:pt x="10788" y="24765"/>
                  </a:lnTo>
                  <a:cubicBezTo>
                    <a:pt x="10919" y="24765"/>
                    <a:pt x="11038" y="24682"/>
                    <a:pt x="11086" y="24574"/>
                  </a:cubicBezTo>
                  <a:lnTo>
                    <a:pt x="11824" y="24574"/>
                  </a:lnTo>
                  <a:lnTo>
                    <a:pt x="11824" y="25694"/>
                  </a:lnTo>
                  <a:lnTo>
                    <a:pt x="11824" y="26444"/>
                  </a:lnTo>
                  <a:cubicBezTo>
                    <a:pt x="11824" y="26718"/>
                    <a:pt x="12050" y="26932"/>
                    <a:pt x="12312" y="26932"/>
                  </a:cubicBezTo>
                  <a:lnTo>
                    <a:pt x="13562" y="26932"/>
                  </a:lnTo>
                  <a:cubicBezTo>
                    <a:pt x="13824" y="26932"/>
                    <a:pt x="14050" y="26718"/>
                    <a:pt x="14050" y="26444"/>
                  </a:cubicBezTo>
                  <a:lnTo>
                    <a:pt x="14050" y="25694"/>
                  </a:lnTo>
                  <a:lnTo>
                    <a:pt x="14050" y="23229"/>
                  </a:lnTo>
                  <a:cubicBezTo>
                    <a:pt x="14229" y="23170"/>
                    <a:pt x="14372" y="22991"/>
                    <a:pt x="14372" y="22777"/>
                  </a:cubicBezTo>
                  <a:lnTo>
                    <a:pt x="14372" y="21515"/>
                  </a:lnTo>
                  <a:lnTo>
                    <a:pt x="14372" y="20645"/>
                  </a:lnTo>
                  <a:cubicBezTo>
                    <a:pt x="14372" y="20384"/>
                    <a:pt x="14146" y="20157"/>
                    <a:pt x="13872" y="20157"/>
                  </a:cubicBezTo>
                  <a:lnTo>
                    <a:pt x="12002" y="20157"/>
                  </a:lnTo>
                  <a:cubicBezTo>
                    <a:pt x="11729" y="20157"/>
                    <a:pt x="11502" y="20384"/>
                    <a:pt x="11502" y="20645"/>
                  </a:cubicBezTo>
                  <a:lnTo>
                    <a:pt x="11502" y="21515"/>
                  </a:lnTo>
                  <a:lnTo>
                    <a:pt x="11502" y="22777"/>
                  </a:lnTo>
                  <a:cubicBezTo>
                    <a:pt x="11502" y="22991"/>
                    <a:pt x="11645" y="23170"/>
                    <a:pt x="11824" y="23229"/>
                  </a:cubicBezTo>
                  <a:lnTo>
                    <a:pt x="11824" y="24289"/>
                  </a:lnTo>
                  <a:lnTo>
                    <a:pt x="11086" y="24289"/>
                  </a:lnTo>
                  <a:cubicBezTo>
                    <a:pt x="11038" y="24182"/>
                    <a:pt x="10919" y="24098"/>
                    <a:pt x="10788" y="24098"/>
                  </a:cubicBezTo>
                  <a:lnTo>
                    <a:pt x="9943" y="24098"/>
                  </a:lnTo>
                  <a:cubicBezTo>
                    <a:pt x="9943" y="24086"/>
                    <a:pt x="9955" y="24086"/>
                    <a:pt x="9955" y="24074"/>
                  </a:cubicBezTo>
                  <a:lnTo>
                    <a:pt x="9955" y="22991"/>
                  </a:lnTo>
                  <a:lnTo>
                    <a:pt x="10086" y="22991"/>
                  </a:lnTo>
                  <a:cubicBezTo>
                    <a:pt x="10347" y="22991"/>
                    <a:pt x="10562" y="22777"/>
                    <a:pt x="10562" y="22515"/>
                  </a:cubicBezTo>
                  <a:lnTo>
                    <a:pt x="10562" y="22122"/>
                  </a:lnTo>
                  <a:lnTo>
                    <a:pt x="10693" y="22122"/>
                  </a:lnTo>
                  <a:cubicBezTo>
                    <a:pt x="10836" y="22122"/>
                    <a:pt x="10943" y="22015"/>
                    <a:pt x="10943" y="21872"/>
                  </a:cubicBezTo>
                  <a:cubicBezTo>
                    <a:pt x="10943" y="21741"/>
                    <a:pt x="10836" y="21622"/>
                    <a:pt x="10693" y="21622"/>
                  </a:cubicBezTo>
                  <a:lnTo>
                    <a:pt x="10562" y="21622"/>
                  </a:lnTo>
                  <a:lnTo>
                    <a:pt x="10562" y="18455"/>
                  </a:lnTo>
                  <a:lnTo>
                    <a:pt x="10693" y="18455"/>
                  </a:lnTo>
                  <a:cubicBezTo>
                    <a:pt x="10836" y="18455"/>
                    <a:pt x="10943" y="18348"/>
                    <a:pt x="10943" y="18205"/>
                  </a:cubicBezTo>
                  <a:cubicBezTo>
                    <a:pt x="10943" y="18074"/>
                    <a:pt x="10836" y="17955"/>
                    <a:pt x="10693" y="17955"/>
                  </a:cubicBezTo>
                  <a:lnTo>
                    <a:pt x="10562" y="17955"/>
                  </a:lnTo>
                  <a:lnTo>
                    <a:pt x="10562" y="17562"/>
                  </a:lnTo>
                  <a:cubicBezTo>
                    <a:pt x="10562" y="17300"/>
                    <a:pt x="10347" y="17097"/>
                    <a:pt x="10086" y="17097"/>
                  </a:cubicBezTo>
                  <a:lnTo>
                    <a:pt x="9955" y="17097"/>
                  </a:lnTo>
                  <a:lnTo>
                    <a:pt x="9955" y="16383"/>
                  </a:lnTo>
                  <a:lnTo>
                    <a:pt x="10002" y="16383"/>
                  </a:lnTo>
                  <a:cubicBezTo>
                    <a:pt x="10217" y="16383"/>
                    <a:pt x="10395" y="16204"/>
                    <a:pt x="10395" y="15990"/>
                  </a:cubicBezTo>
                  <a:lnTo>
                    <a:pt x="10395" y="15180"/>
                  </a:lnTo>
                  <a:lnTo>
                    <a:pt x="10645" y="15180"/>
                  </a:lnTo>
                  <a:cubicBezTo>
                    <a:pt x="10871" y="15180"/>
                    <a:pt x="11050" y="15014"/>
                    <a:pt x="11050" y="14788"/>
                  </a:cubicBezTo>
                  <a:lnTo>
                    <a:pt x="11050" y="14454"/>
                  </a:lnTo>
                  <a:lnTo>
                    <a:pt x="11050" y="13966"/>
                  </a:lnTo>
                  <a:lnTo>
                    <a:pt x="11050" y="10108"/>
                  </a:lnTo>
                  <a:lnTo>
                    <a:pt x="11264" y="10108"/>
                  </a:lnTo>
                  <a:lnTo>
                    <a:pt x="11264" y="10144"/>
                  </a:lnTo>
                  <a:cubicBezTo>
                    <a:pt x="11264" y="10216"/>
                    <a:pt x="11324" y="10275"/>
                    <a:pt x="11395" y="10275"/>
                  </a:cubicBezTo>
                  <a:cubicBezTo>
                    <a:pt x="11467" y="10275"/>
                    <a:pt x="11526" y="10216"/>
                    <a:pt x="11526" y="10144"/>
                  </a:cubicBezTo>
                  <a:lnTo>
                    <a:pt x="11526" y="10108"/>
                  </a:lnTo>
                  <a:lnTo>
                    <a:pt x="11717" y="10108"/>
                  </a:lnTo>
                  <a:lnTo>
                    <a:pt x="11717" y="10144"/>
                  </a:lnTo>
                  <a:cubicBezTo>
                    <a:pt x="11717" y="10216"/>
                    <a:pt x="11776" y="10275"/>
                    <a:pt x="11848" y="10275"/>
                  </a:cubicBezTo>
                  <a:cubicBezTo>
                    <a:pt x="11931" y="10275"/>
                    <a:pt x="11991" y="10216"/>
                    <a:pt x="11991" y="10144"/>
                  </a:cubicBezTo>
                  <a:lnTo>
                    <a:pt x="11991" y="10013"/>
                  </a:lnTo>
                  <a:cubicBezTo>
                    <a:pt x="12002" y="10001"/>
                    <a:pt x="12014" y="9989"/>
                    <a:pt x="12026" y="9977"/>
                  </a:cubicBezTo>
                  <a:lnTo>
                    <a:pt x="12693" y="9977"/>
                  </a:lnTo>
                  <a:cubicBezTo>
                    <a:pt x="13134" y="9977"/>
                    <a:pt x="13479" y="10335"/>
                    <a:pt x="13479" y="10775"/>
                  </a:cubicBezTo>
                  <a:lnTo>
                    <a:pt x="13479" y="10966"/>
                  </a:lnTo>
                  <a:lnTo>
                    <a:pt x="13407" y="10966"/>
                  </a:lnTo>
                  <a:cubicBezTo>
                    <a:pt x="13324" y="10966"/>
                    <a:pt x="13265" y="11025"/>
                    <a:pt x="13265" y="11109"/>
                  </a:cubicBezTo>
                  <a:cubicBezTo>
                    <a:pt x="13265" y="11180"/>
                    <a:pt x="13324" y="11251"/>
                    <a:pt x="13407" y="11251"/>
                  </a:cubicBezTo>
                  <a:lnTo>
                    <a:pt x="13479" y="11251"/>
                  </a:lnTo>
                  <a:lnTo>
                    <a:pt x="13479" y="11799"/>
                  </a:lnTo>
                  <a:lnTo>
                    <a:pt x="13407" y="11799"/>
                  </a:lnTo>
                  <a:cubicBezTo>
                    <a:pt x="13324" y="11799"/>
                    <a:pt x="13265" y="11859"/>
                    <a:pt x="13265" y="11942"/>
                  </a:cubicBezTo>
                  <a:cubicBezTo>
                    <a:pt x="13265" y="12013"/>
                    <a:pt x="13324" y="12085"/>
                    <a:pt x="13407" y="12085"/>
                  </a:cubicBezTo>
                  <a:lnTo>
                    <a:pt x="13479" y="12085"/>
                  </a:lnTo>
                  <a:lnTo>
                    <a:pt x="13479" y="12633"/>
                  </a:lnTo>
                  <a:lnTo>
                    <a:pt x="13407" y="12633"/>
                  </a:lnTo>
                  <a:cubicBezTo>
                    <a:pt x="13324" y="12633"/>
                    <a:pt x="13265" y="12692"/>
                    <a:pt x="13265" y="12775"/>
                  </a:cubicBezTo>
                  <a:cubicBezTo>
                    <a:pt x="13265" y="12847"/>
                    <a:pt x="13324" y="12918"/>
                    <a:pt x="13407" y="12918"/>
                  </a:cubicBezTo>
                  <a:lnTo>
                    <a:pt x="13479" y="12918"/>
                  </a:lnTo>
                  <a:lnTo>
                    <a:pt x="13479" y="13466"/>
                  </a:lnTo>
                  <a:lnTo>
                    <a:pt x="13407" y="13466"/>
                  </a:lnTo>
                  <a:cubicBezTo>
                    <a:pt x="13324" y="13466"/>
                    <a:pt x="13265" y="13526"/>
                    <a:pt x="13265" y="13609"/>
                  </a:cubicBezTo>
                  <a:cubicBezTo>
                    <a:pt x="13265" y="13680"/>
                    <a:pt x="13324" y="13752"/>
                    <a:pt x="13407" y="13752"/>
                  </a:cubicBezTo>
                  <a:lnTo>
                    <a:pt x="13479" y="13752"/>
                  </a:lnTo>
                  <a:lnTo>
                    <a:pt x="13479" y="14002"/>
                  </a:lnTo>
                  <a:lnTo>
                    <a:pt x="13753" y="14002"/>
                  </a:lnTo>
                  <a:lnTo>
                    <a:pt x="13753" y="14395"/>
                  </a:lnTo>
                  <a:lnTo>
                    <a:pt x="13574" y="14395"/>
                  </a:lnTo>
                  <a:cubicBezTo>
                    <a:pt x="13407" y="14395"/>
                    <a:pt x="13265" y="14526"/>
                    <a:pt x="13265" y="14704"/>
                  </a:cubicBezTo>
                  <a:cubicBezTo>
                    <a:pt x="13265" y="14871"/>
                    <a:pt x="13407" y="15014"/>
                    <a:pt x="13574" y="15014"/>
                  </a:cubicBezTo>
                  <a:lnTo>
                    <a:pt x="13753" y="15014"/>
                  </a:lnTo>
                  <a:lnTo>
                    <a:pt x="13753" y="16145"/>
                  </a:lnTo>
                  <a:cubicBezTo>
                    <a:pt x="13229" y="16264"/>
                    <a:pt x="12836" y="16728"/>
                    <a:pt x="12836" y="17288"/>
                  </a:cubicBezTo>
                  <a:lnTo>
                    <a:pt x="13312" y="17288"/>
                  </a:lnTo>
                  <a:cubicBezTo>
                    <a:pt x="13312" y="16895"/>
                    <a:pt x="13622" y="16585"/>
                    <a:pt x="14015" y="16585"/>
                  </a:cubicBezTo>
                  <a:cubicBezTo>
                    <a:pt x="14408" y="16585"/>
                    <a:pt x="14717" y="16895"/>
                    <a:pt x="14717" y="17288"/>
                  </a:cubicBezTo>
                  <a:lnTo>
                    <a:pt x="15193" y="17288"/>
                  </a:lnTo>
                  <a:cubicBezTo>
                    <a:pt x="15193" y="16728"/>
                    <a:pt x="14800" y="16264"/>
                    <a:pt x="14277" y="16145"/>
                  </a:cubicBezTo>
                  <a:lnTo>
                    <a:pt x="14277" y="15014"/>
                  </a:lnTo>
                  <a:lnTo>
                    <a:pt x="14455" y="15014"/>
                  </a:lnTo>
                  <a:cubicBezTo>
                    <a:pt x="14622" y="15014"/>
                    <a:pt x="14765" y="14871"/>
                    <a:pt x="14765" y="14704"/>
                  </a:cubicBezTo>
                  <a:cubicBezTo>
                    <a:pt x="14765" y="14526"/>
                    <a:pt x="14622" y="14395"/>
                    <a:pt x="14455" y="14395"/>
                  </a:cubicBezTo>
                  <a:lnTo>
                    <a:pt x="14277" y="14395"/>
                  </a:lnTo>
                  <a:lnTo>
                    <a:pt x="14277" y="14002"/>
                  </a:lnTo>
                  <a:lnTo>
                    <a:pt x="14538" y="14002"/>
                  </a:lnTo>
                  <a:lnTo>
                    <a:pt x="14538" y="13752"/>
                  </a:lnTo>
                  <a:lnTo>
                    <a:pt x="14622" y="13752"/>
                  </a:lnTo>
                  <a:cubicBezTo>
                    <a:pt x="14693" y="13752"/>
                    <a:pt x="14765" y="13680"/>
                    <a:pt x="14765" y="13609"/>
                  </a:cubicBezTo>
                  <a:cubicBezTo>
                    <a:pt x="14765" y="13526"/>
                    <a:pt x="14705" y="13466"/>
                    <a:pt x="14622" y="13466"/>
                  </a:cubicBezTo>
                  <a:lnTo>
                    <a:pt x="14538" y="13466"/>
                  </a:lnTo>
                  <a:lnTo>
                    <a:pt x="14538" y="12918"/>
                  </a:lnTo>
                  <a:lnTo>
                    <a:pt x="14622" y="12918"/>
                  </a:lnTo>
                  <a:cubicBezTo>
                    <a:pt x="14693" y="12918"/>
                    <a:pt x="14765" y="12847"/>
                    <a:pt x="14765" y="12775"/>
                  </a:cubicBezTo>
                  <a:cubicBezTo>
                    <a:pt x="14765" y="12692"/>
                    <a:pt x="14705" y="12633"/>
                    <a:pt x="14622" y="12633"/>
                  </a:cubicBezTo>
                  <a:lnTo>
                    <a:pt x="14538" y="12633"/>
                  </a:lnTo>
                  <a:lnTo>
                    <a:pt x="14538" y="12085"/>
                  </a:lnTo>
                  <a:lnTo>
                    <a:pt x="14622" y="12085"/>
                  </a:lnTo>
                  <a:cubicBezTo>
                    <a:pt x="14693" y="12085"/>
                    <a:pt x="14765" y="12013"/>
                    <a:pt x="14765" y="11942"/>
                  </a:cubicBezTo>
                  <a:cubicBezTo>
                    <a:pt x="14765" y="11859"/>
                    <a:pt x="14705" y="11799"/>
                    <a:pt x="14622" y="11799"/>
                  </a:cubicBezTo>
                  <a:lnTo>
                    <a:pt x="14538" y="11799"/>
                  </a:lnTo>
                  <a:lnTo>
                    <a:pt x="14538" y="11251"/>
                  </a:lnTo>
                  <a:lnTo>
                    <a:pt x="14622" y="11251"/>
                  </a:lnTo>
                  <a:cubicBezTo>
                    <a:pt x="14693" y="11251"/>
                    <a:pt x="14765" y="11180"/>
                    <a:pt x="14765" y="11109"/>
                  </a:cubicBezTo>
                  <a:cubicBezTo>
                    <a:pt x="14765" y="11025"/>
                    <a:pt x="14705" y="10966"/>
                    <a:pt x="14622" y="10966"/>
                  </a:cubicBezTo>
                  <a:lnTo>
                    <a:pt x="14538" y="10966"/>
                  </a:lnTo>
                  <a:lnTo>
                    <a:pt x="14538" y="10775"/>
                  </a:lnTo>
                  <a:cubicBezTo>
                    <a:pt x="14538" y="9751"/>
                    <a:pt x="13705" y="8930"/>
                    <a:pt x="12693" y="8930"/>
                  </a:cubicBezTo>
                  <a:lnTo>
                    <a:pt x="12026" y="8930"/>
                  </a:lnTo>
                  <a:cubicBezTo>
                    <a:pt x="12014" y="8918"/>
                    <a:pt x="12002" y="8906"/>
                    <a:pt x="11991" y="8894"/>
                  </a:cubicBezTo>
                  <a:lnTo>
                    <a:pt x="11991" y="8763"/>
                  </a:lnTo>
                  <a:cubicBezTo>
                    <a:pt x="11991" y="8692"/>
                    <a:pt x="11931" y="8632"/>
                    <a:pt x="11848" y="8632"/>
                  </a:cubicBezTo>
                  <a:cubicBezTo>
                    <a:pt x="11776" y="8632"/>
                    <a:pt x="11717" y="8692"/>
                    <a:pt x="11717" y="8763"/>
                  </a:cubicBezTo>
                  <a:lnTo>
                    <a:pt x="11717" y="8799"/>
                  </a:lnTo>
                  <a:lnTo>
                    <a:pt x="11526" y="8799"/>
                  </a:lnTo>
                  <a:lnTo>
                    <a:pt x="11526" y="8763"/>
                  </a:lnTo>
                  <a:cubicBezTo>
                    <a:pt x="11526" y="8692"/>
                    <a:pt x="11467" y="8632"/>
                    <a:pt x="11395" y="8632"/>
                  </a:cubicBezTo>
                  <a:cubicBezTo>
                    <a:pt x="11324" y="8632"/>
                    <a:pt x="11264" y="8692"/>
                    <a:pt x="11264" y="8763"/>
                  </a:cubicBezTo>
                  <a:lnTo>
                    <a:pt x="11264" y="8799"/>
                  </a:lnTo>
                  <a:lnTo>
                    <a:pt x="11050" y="8799"/>
                  </a:lnTo>
                  <a:lnTo>
                    <a:pt x="11050" y="8703"/>
                  </a:lnTo>
                  <a:cubicBezTo>
                    <a:pt x="11050" y="8489"/>
                    <a:pt x="10871" y="8311"/>
                    <a:pt x="10645" y="8311"/>
                  </a:cubicBezTo>
                  <a:lnTo>
                    <a:pt x="8573" y="8311"/>
                  </a:lnTo>
                  <a:lnTo>
                    <a:pt x="8573" y="8180"/>
                  </a:lnTo>
                  <a:cubicBezTo>
                    <a:pt x="8645" y="8180"/>
                    <a:pt x="8716" y="8120"/>
                    <a:pt x="8716" y="8037"/>
                  </a:cubicBezTo>
                  <a:cubicBezTo>
                    <a:pt x="8716" y="7965"/>
                    <a:pt x="8657" y="7906"/>
                    <a:pt x="8573" y="7906"/>
                  </a:cubicBezTo>
                  <a:lnTo>
                    <a:pt x="8573" y="7763"/>
                  </a:lnTo>
                  <a:cubicBezTo>
                    <a:pt x="8645" y="7751"/>
                    <a:pt x="8716" y="7691"/>
                    <a:pt x="8716" y="7620"/>
                  </a:cubicBezTo>
                  <a:cubicBezTo>
                    <a:pt x="8716" y="7549"/>
                    <a:pt x="8657" y="7489"/>
                    <a:pt x="8573" y="7477"/>
                  </a:cubicBezTo>
                  <a:lnTo>
                    <a:pt x="8573" y="7358"/>
                  </a:lnTo>
                  <a:lnTo>
                    <a:pt x="10371" y="7358"/>
                  </a:lnTo>
                  <a:cubicBezTo>
                    <a:pt x="10633" y="7358"/>
                    <a:pt x="10836" y="7156"/>
                    <a:pt x="10836" y="6906"/>
                  </a:cubicBezTo>
                  <a:lnTo>
                    <a:pt x="10836" y="4870"/>
                  </a:lnTo>
                  <a:cubicBezTo>
                    <a:pt x="10836" y="4953"/>
                    <a:pt x="10907" y="5013"/>
                    <a:pt x="10990" y="5013"/>
                  </a:cubicBezTo>
                  <a:cubicBezTo>
                    <a:pt x="11074" y="5013"/>
                    <a:pt x="11145" y="4953"/>
                    <a:pt x="11145" y="4870"/>
                  </a:cubicBezTo>
                  <a:lnTo>
                    <a:pt x="11145" y="4751"/>
                  </a:lnTo>
                  <a:cubicBezTo>
                    <a:pt x="11419" y="4632"/>
                    <a:pt x="11610" y="4358"/>
                    <a:pt x="11610" y="4036"/>
                  </a:cubicBezTo>
                  <a:cubicBezTo>
                    <a:pt x="11610" y="3715"/>
                    <a:pt x="11419" y="3441"/>
                    <a:pt x="11145" y="3322"/>
                  </a:cubicBezTo>
                  <a:lnTo>
                    <a:pt x="11145" y="3203"/>
                  </a:lnTo>
                  <a:cubicBezTo>
                    <a:pt x="11145" y="3119"/>
                    <a:pt x="11074" y="3048"/>
                    <a:pt x="10990" y="3048"/>
                  </a:cubicBezTo>
                  <a:cubicBezTo>
                    <a:pt x="10907" y="3048"/>
                    <a:pt x="10836" y="3119"/>
                    <a:pt x="10836" y="3203"/>
                  </a:cubicBezTo>
                  <a:lnTo>
                    <a:pt x="10836" y="1167"/>
                  </a:lnTo>
                  <a:cubicBezTo>
                    <a:pt x="10836" y="905"/>
                    <a:pt x="10633" y="703"/>
                    <a:pt x="10371" y="703"/>
                  </a:cubicBezTo>
                  <a:lnTo>
                    <a:pt x="8300" y="703"/>
                  </a:lnTo>
                  <a:cubicBezTo>
                    <a:pt x="8300" y="322"/>
                    <a:pt x="7978" y="0"/>
                    <a:pt x="759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13" name="Google Shape;4213;p59"/>
            <p:cNvGrpSpPr/>
            <p:nvPr/>
          </p:nvGrpSpPr>
          <p:grpSpPr>
            <a:xfrm>
              <a:off x="2225575" y="3305850"/>
              <a:ext cx="380125" cy="673625"/>
              <a:chOff x="2225575" y="2801950"/>
              <a:chExt cx="380125" cy="673625"/>
            </a:xfrm>
          </p:grpSpPr>
          <p:sp>
            <p:nvSpPr>
              <p:cNvPr id="4214" name="Google Shape;4214;p59"/>
              <p:cNvSpPr/>
              <p:nvPr/>
            </p:nvSpPr>
            <p:spPr>
              <a:xfrm>
                <a:off x="2356825" y="31978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1703"/>
                    </a:lnTo>
                    <a:cubicBezTo>
                      <a:pt x="1" y="1965"/>
                      <a:pt x="215" y="2179"/>
                      <a:pt x="465" y="2179"/>
                    </a:cubicBezTo>
                    <a:lnTo>
                      <a:pt x="513" y="2179"/>
                    </a:lnTo>
                    <a:cubicBezTo>
                      <a:pt x="763" y="2179"/>
                      <a:pt x="977" y="1965"/>
                      <a:pt x="977" y="1703"/>
                    </a:cubicBezTo>
                    <a:lnTo>
                      <a:pt x="977" y="465"/>
                    </a:lnTo>
                    <a:cubicBezTo>
                      <a:pt x="977" y="203"/>
                      <a:pt x="763" y="0"/>
                      <a:pt x="5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59"/>
              <p:cNvSpPr/>
              <p:nvPr/>
            </p:nvSpPr>
            <p:spPr>
              <a:xfrm>
                <a:off x="2356825" y="33612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1"/>
                    </a:moveTo>
                    <a:cubicBezTo>
                      <a:pt x="215" y="1"/>
                      <a:pt x="1" y="215"/>
                      <a:pt x="1" y="477"/>
                    </a:cubicBezTo>
                    <a:lnTo>
                      <a:pt x="1" y="1715"/>
                    </a:lnTo>
                    <a:cubicBezTo>
                      <a:pt x="1" y="1977"/>
                      <a:pt x="215" y="2180"/>
                      <a:pt x="465" y="2180"/>
                    </a:cubicBezTo>
                    <a:lnTo>
                      <a:pt x="513" y="2180"/>
                    </a:lnTo>
                    <a:cubicBezTo>
                      <a:pt x="763" y="2180"/>
                      <a:pt x="977" y="1977"/>
                      <a:pt x="977" y="1715"/>
                    </a:cubicBezTo>
                    <a:lnTo>
                      <a:pt x="977" y="477"/>
                    </a:lnTo>
                    <a:cubicBezTo>
                      <a:pt x="977" y="215"/>
                      <a:pt x="763" y="1"/>
                      <a:pt x="5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59"/>
              <p:cNvSpPr/>
              <p:nvPr/>
            </p:nvSpPr>
            <p:spPr>
              <a:xfrm>
                <a:off x="2341650" y="3229400"/>
                <a:ext cx="54800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5894" extrusionOk="0">
                    <a:moveTo>
                      <a:pt x="465" y="0"/>
                    </a:moveTo>
                    <a:cubicBezTo>
                      <a:pt x="203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03" y="5894"/>
                      <a:pt x="465" y="5894"/>
                    </a:cubicBezTo>
                    <a:lnTo>
                      <a:pt x="1727" y="5894"/>
                    </a:lnTo>
                    <a:cubicBezTo>
                      <a:pt x="1989" y="5894"/>
                      <a:pt x="2191" y="5692"/>
                      <a:pt x="2191" y="5430"/>
                    </a:cubicBezTo>
                    <a:lnTo>
                      <a:pt x="2191" y="477"/>
                    </a:lnTo>
                    <a:cubicBezTo>
                      <a:pt x="2191" y="215"/>
                      <a:pt x="198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59"/>
              <p:cNvSpPr/>
              <p:nvPr/>
            </p:nvSpPr>
            <p:spPr>
              <a:xfrm>
                <a:off x="2349100" y="3283275"/>
                <a:ext cx="39900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596" extrusionOk="0">
                    <a:moveTo>
                      <a:pt x="798" y="0"/>
                    </a:moveTo>
                    <a:cubicBezTo>
                      <a:pt x="357" y="0"/>
                      <a:pt x="0" y="358"/>
                      <a:pt x="0" y="798"/>
                    </a:cubicBezTo>
                    <a:cubicBezTo>
                      <a:pt x="0" y="1239"/>
                      <a:pt x="357" y="1596"/>
                      <a:pt x="798" y="1596"/>
                    </a:cubicBezTo>
                    <a:cubicBezTo>
                      <a:pt x="1238" y="1596"/>
                      <a:pt x="1596" y="1239"/>
                      <a:pt x="1596" y="798"/>
                    </a:cubicBezTo>
                    <a:cubicBezTo>
                      <a:pt x="1596" y="358"/>
                      <a:pt x="1238" y="0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59"/>
              <p:cNvSpPr/>
              <p:nvPr/>
            </p:nvSpPr>
            <p:spPr>
              <a:xfrm>
                <a:off x="2332125" y="32505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0" y="108"/>
                      <a:pt x="0" y="251"/>
                    </a:cubicBezTo>
                    <a:cubicBezTo>
                      <a:pt x="0" y="381"/>
                      <a:pt x="108" y="489"/>
                      <a:pt x="251" y="489"/>
                    </a:cubicBezTo>
                    <a:lnTo>
                      <a:pt x="2679" y="489"/>
                    </a:lnTo>
                    <a:cubicBezTo>
                      <a:pt x="2822" y="489"/>
                      <a:pt x="2929" y="381"/>
                      <a:pt x="2929" y="251"/>
                    </a:cubicBezTo>
                    <a:cubicBezTo>
                      <a:pt x="2929" y="108"/>
                      <a:pt x="2822" y="0"/>
                      <a:pt x="2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59"/>
              <p:cNvSpPr/>
              <p:nvPr/>
            </p:nvSpPr>
            <p:spPr>
              <a:xfrm>
                <a:off x="2332125" y="33422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82"/>
                      <a:pt x="108" y="501"/>
                      <a:pt x="251" y="501"/>
                    </a:cubicBezTo>
                    <a:lnTo>
                      <a:pt x="2679" y="501"/>
                    </a:lnTo>
                    <a:cubicBezTo>
                      <a:pt x="2822" y="501"/>
                      <a:pt x="2929" y="382"/>
                      <a:pt x="2929" y="251"/>
                    </a:cubicBezTo>
                    <a:cubicBezTo>
                      <a:pt x="2929" y="108"/>
                      <a:pt x="2822" y="1"/>
                      <a:pt x="26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59"/>
              <p:cNvSpPr/>
              <p:nvPr/>
            </p:nvSpPr>
            <p:spPr>
              <a:xfrm>
                <a:off x="2450000" y="31978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0"/>
                    </a:moveTo>
                    <a:cubicBezTo>
                      <a:pt x="215" y="0"/>
                      <a:pt x="0" y="203"/>
                      <a:pt x="0" y="465"/>
                    </a:cubicBezTo>
                    <a:lnTo>
                      <a:pt x="0" y="1703"/>
                    </a:lnTo>
                    <a:cubicBezTo>
                      <a:pt x="0" y="1965"/>
                      <a:pt x="215" y="2179"/>
                      <a:pt x="477" y="2179"/>
                    </a:cubicBezTo>
                    <a:lnTo>
                      <a:pt x="512" y="2179"/>
                    </a:lnTo>
                    <a:cubicBezTo>
                      <a:pt x="774" y="2179"/>
                      <a:pt x="989" y="1965"/>
                      <a:pt x="989" y="1703"/>
                    </a:cubicBezTo>
                    <a:lnTo>
                      <a:pt x="989" y="465"/>
                    </a:lnTo>
                    <a:cubicBezTo>
                      <a:pt x="989" y="203"/>
                      <a:pt x="774" y="0"/>
                      <a:pt x="5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59"/>
              <p:cNvSpPr/>
              <p:nvPr/>
            </p:nvSpPr>
            <p:spPr>
              <a:xfrm>
                <a:off x="2450000" y="33612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1"/>
                    </a:moveTo>
                    <a:cubicBezTo>
                      <a:pt x="215" y="1"/>
                      <a:pt x="0" y="215"/>
                      <a:pt x="0" y="477"/>
                    </a:cubicBezTo>
                    <a:lnTo>
                      <a:pt x="0" y="1715"/>
                    </a:lnTo>
                    <a:cubicBezTo>
                      <a:pt x="0" y="1977"/>
                      <a:pt x="215" y="2180"/>
                      <a:pt x="477" y="2180"/>
                    </a:cubicBezTo>
                    <a:lnTo>
                      <a:pt x="512" y="2180"/>
                    </a:lnTo>
                    <a:cubicBezTo>
                      <a:pt x="774" y="2180"/>
                      <a:pt x="989" y="1977"/>
                      <a:pt x="989" y="1715"/>
                    </a:cubicBezTo>
                    <a:lnTo>
                      <a:pt x="989" y="477"/>
                    </a:lnTo>
                    <a:cubicBezTo>
                      <a:pt x="989" y="215"/>
                      <a:pt x="774" y="1"/>
                      <a:pt x="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59"/>
              <p:cNvSpPr/>
              <p:nvPr/>
            </p:nvSpPr>
            <p:spPr>
              <a:xfrm>
                <a:off x="2434825" y="3229400"/>
                <a:ext cx="55075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5894" extrusionOk="0">
                    <a:moveTo>
                      <a:pt x="464" y="0"/>
                    </a:moveTo>
                    <a:cubicBezTo>
                      <a:pt x="214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14" y="5894"/>
                      <a:pt x="464" y="5894"/>
                    </a:cubicBezTo>
                    <a:lnTo>
                      <a:pt x="1727" y="5894"/>
                    </a:lnTo>
                    <a:cubicBezTo>
                      <a:pt x="1988" y="5894"/>
                      <a:pt x="2203" y="5692"/>
                      <a:pt x="2203" y="5430"/>
                    </a:cubicBezTo>
                    <a:lnTo>
                      <a:pt x="2203" y="477"/>
                    </a:lnTo>
                    <a:cubicBezTo>
                      <a:pt x="2203" y="215"/>
                      <a:pt x="1988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59"/>
              <p:cNvSpPr/>
              <p:nvPr/>
            </p:nvSpPr>
            <p:spPr>
              <a:xfrm>
                <a:off x="2442250" y="3283275"/>
                <a:ext cx="40225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596" extrusionOk="0">
                    <a:moveTo>
                      <a:pt x="799" y="0"/>
                    </a:moveTo>
                    <a:cubicBezTo>
                      <a:pt x="358" y="0"/>
                      <a:pt x="1" y="358"/>
                      <a:pt x="1" y="798"/>
                    </a:cubicBezTo>
                    <a:cubicBezTo>
                      <a:pt x="1" y="1239"/>
                      <a:pt x="358" y="1596"/>
                      <a:pt x="799" y="1596"/>
                    </a:cubicBezTo>
                    <a:cubicBezTo>
                      <a:pt x="1251" y="1596"/>
                      <a:pt x="1608" y="1239"/>
                      <a:pt x="1608" y="798"/>
                    </a:cubicBezTo>
                    <a:cubicBezTo>
                      <a:pt x="1608" y="358"/>
                      <a:pt x="1239" y="0"/>
                      <a:pt x="7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59"/>
              <p:cNvSpPr/>
              <p:nvPr/>
            </p:nvSpPr>
            <p:spPr>
              <a:xfrm>
                <a:off x="2426175" y="32511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1" y="108"/>
                      <a:pt x="1" y="251"/>
                    </a:cubicBezTo>
                    <a:cubicBezTo>
                      <a:pt x="1" y="381"/>
                      <a:pt x="108" y="489"/>
                      <a:pt x="251" y="489"/>
                    </a:cubicBezTo>
                    <a:lnTo>
                      <a:pt x="2680" y="489"/>
                    </a:lnTo>
                    <a:cubicBezTo>
                      <a:pt x="2811" y="489"/>
                      <a:pt x="2930" y="381"/>
                      <a:pt x="2930" y="251"/>
                    </a:cubicBezTo>
                    <a:cubicBezTo>
                      <a:pt x="2930" y="108"/>
                      <a:pt x="2811" y="0"/>
                      <a:pt x="26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59"/>
              <p:cNvSpPr/>
              <p:nvPr/>
            </p:nvSpPr>
            <p:spPr>
              <a:xfrm>
                <a:off x="2426175" y="33428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1" y="108"/>
                      <a:pt x="1" y="251"/>
                    </a:cubicBezTo>
                    <a:cubicBezTo>
                      <a:pt x="1" y="382"/>
                      <a:pt x="108" y="501"/>
                      <a:pt x="251" y="501"/>
                    </a:cubicBezTo>
                    <a:lnTo>
                      <a:pt x="2680" y="501"/>
                    </a:lnTo>
                    <a:cubicBezTo>
                      <a:pt x="2811" y="501"/>
                      <a:pt x="2930" y="382"/>
                      <a:pt x="2930" y="251"/>
                    </a:cubicBezTo>
                    <a:cubicBezTo>
                      <a:pt x="2930" y="108"/>
                      <a:pt x="2811" y="1"/>
                      <a:pt x="26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59"/>
              <p:cNvSpPr/>
              <p:nvPr/>
            </p:nvSpPr>
            <p:spPr>
              <a:xfrm>
                <a:off x="2340150" y="3415725"/>
                <a:ext cx="15095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6038" h="1096" extrusionOk="0">
                    <a:moveTo>
                      <a:pt x="1" y="1"/>
                    </a:moveTo>
                    <a:lnTo>
                      <a:pt x="1" y="691"/>
                    </a:lnTo>
                    <a:cubicBezTo>
                      <a:pt x="1" y="917"/>
                      <a:pt x="180" y="1096"/>
                      <a:pt x="394" y="1096"/>
                    </a:cubicBezTo>
                    <a:lnTo>
                      <a:pt x="5645" y="1096"/>
                    </a:lnTo>
                    <a:cubicBezTo>
                      <a:pt x="5859" y="1096"/>
                      <a:pt x="6037" y="917"/>
                      <a:pt x="6037" y="691"/>
                    </a:cubicBezTo>
                    <a:lnTo>
                      <a:pt x="60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59"/>
              <p:cNvSpPr/>
              <p:nvPr/>
            </p:nvSpPr>
            <p:spPr>
              <a:xfrm>
                <a:off x="2299675" y="3409475"/>
                <a:ext cx="231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9276" h="275" extrusionOk="0">
                    <a:moveTo>
                      <a:pt x="155" y="1"/>
                    </a:moveTo>
                    <a:cubicBezTo>
                      <a:pt x="72" y="1"/>
                      <a:pt x="1" y="60"/>
                      <a:pt x="1" y="143"/>
                    </a:cubicBezTo>
                    <a:cubicBezTo>
                      <a:pt x="1" y="215"/>
                      <a:pt x="72" y="274"/>
                      <a:pt x="155" y="274"/>
                    </a:cubicBezTo>
                    <a:lnTo>
                      <a:pt x="9121" y="274"/>
                    </a:lnTo>
                    <a:cubicBezTo>
                      <a:pt x="9204" y="274"/>
                      <a:pt x="9276" y="215"/>
                      <a:pt x="9276" y="143"/>
                    </a:cubicBezTo>
                    <a:cubicBezTo>
                      <a:pt x="9276" y="60"/>
                      <a:pt x="9204" y="1"/>
                      <a:pt x="9121" y="1"/>
                    </a:cubicBezTo>
                    <a:close/>
                  </a:path>
                </a:pathLst>
              </a:custGeom>
              <a:solidFill>
                <a:srgbClr val="B0B0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59"/>
              <p:cNvSpPr/>
              <p:nvPr/>
            </p:nvSpPr>
            <p:spPr>
              <a:xfrm>
                <a:off x="2345825" y="3169575"/>
                <a:ext cx="139925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1691" extrusionOk="0">
                    <a:moveTo>
                      <a:pt x="393" y="0"/>
                    </a:moveTo>
                    <a:cubicBezTo>
                      <a:pt x="179" y="0"/>
                      <a:pt x="0" y="179"/>
                      <a:pt x="0" y="393"/>
                    </a:cubicBezTo>
                    <a:lnTo>
                      <a:pt x="0" y="1286"/>
                    </a:lnTo>
                    <a:cubicBezTo>
                      <a:pt x="0" y="1512"/>
                      <a:pt x="179" y="1691"/>
                      <a:pt x="393" y="1691"/>
                    </a:cubicBezTo>
                    <a:lnTo>
                      <a:pt x="5191" y="1691"/>
                    </a:lnTo>
                    <a:cubicBezTo>
                      <a:pt x="5418" y="1691"/>
                      <a:pt x="5596" y="1512"/>
                      <a:pt x="5596" y="1286"/>
                    </a:cubicBezTo>
                    <a:lnTo>
                      <a:pt x="5596" y="393"/>
                    </a:lnTo>
                    <a:cubicBezTo>
                      <a:pt x="5596" y="179"/>
                      <a:pt x="5418" y="0"/>
                      <a:pt x="51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59"/>
              <p:cNvSpPr/>
              <p:nvPr/>
            </p:nvSpPr>
            <p:spPr>
              <a:xfrm>
                <a:off x="2248475" y="3133550"/>
                <a:ext cx="134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37" y="1441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0" name="Google Shape;4230;p59"/>
              <p:cNvSpPr/>
              <p:nvPr/>
            </p:nvSpPr>
            <p:spPr>
              <a:xfrm>
                <a:off x="2248475" y="3173425"/>
                <a:ext cx="134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37" y="1430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1" name="Google Shape;4231;p59"/>
              <p:cNvSpPr/>
              <p:nvPr/>
            </p:nvSpPr>
            <p:spPr>
              <a:xfrm>
                <a:off x="2225575" y="3204700"/>
                <a:ext cx="59250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79" extrusionOk="0">
                    <a:moveTo>
                      <a:pt x="1179" y="0"/>
                    </a:moveTo>
                    <a:cubicBezTo>
                      <a:pt x="536" y="0"/>
                      <a:pt x="0" y="524"/>
                      <a:pt x="0" y="1179"/>
                    </a:cubicBezTo>
                    <a:lnTo>
                      <a:pt x="476" y="1179"/>
                    </a:lnTo>
                    <a:cubicBezTo>
                      <a:pt x="476" y="786"/>
                      <a:pt x="798" y="476"/>
                      <a:pt x="1179" y="476"/>
                    </a:cubicBezTo>
                    <a:cubicBezTo>
                      <a:pt x="1572" y="476"/>
                      <a:pt x="1893" y="786"/>
                      <a:pt x="1893" y="1179"/>
                    </a:cubicBezTo>
                    <a:lnTo>
                      <a:pt x="2369" y="1179"/>
                    </a:lnTo>
                    <a:cubicBezTo>
                      <a:pt x="2369" y="524"/>
                      <a:pt x="1834" y="0"/>
                      <a:pt x="117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59"/>
              <p:cNvSpPr/>
              <p:nvPr/>
            </p:nvSpPr>
            <p:spPr>
              <a:xfrm>
                <a:off x="2236575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32" y="1"/>
                      <a:pt x="1" y="132"/>
                      <a:pt x="1" y="310"/>
                    </a:cubicBezTo>
                    <a:cubicBezTo>
                      <a:pt x="1" y="477"/>
                      <a:pt x="132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59"/>
              <p:cNvSpPr/>
              <p:nvPr/>
            </p:nvSpPr>
            <p:spPr>
              <a:xfrm>
                <a:off x="2241925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846" y="1"/>
                    </a:moveTo>
                    <a:cubicBezTo>
                      <a:pt x="834" y="1"/>
                      <a:pt x="1" y="834"/>
                      <a:pt x="1" y="1846"/>
                    </a:cubicBezTo>
                    <a:lnTo>
                      <a:pt x="1" y="5073"/>
                    </a:lnTo>
                    <a:lnTo>
                      <a:pt x="1061" y="5073"/>
                    </a:lnTo>
                    <a:lnTo>
                      <a:pt x="1061" y="1846"/>
                    </a:lnTo>
                    <a:cubicBezTo>
                      <a:pt x="1061" y="1418"/>
                      <a:pt x="1418" y="1060"/>
                      <a:pt x="1858" y="1060"/>
                    </a:cubicBezTo>
                    <a:lnTo>
                      <a:pt x="3620" y="1060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59"/>
              <p:cNvSpPr/>
              <p:nvPr/>
            </p:nvSpPr>
            <p:spPr>
              <a:xfrm>
                <a:off x="230235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4" y="1"/>
                    </a:moveTo>
                    <a:cubicBezTo>
                      <a:pt x="179" y="1"/>
                      <a:pt x="1" y="167"/>
                      <a:pt x="1" y="394"/>
                    </a:cubicBezTo>
                    <a:lnTo>
                      <a:pt x="1" y="905"/>
                    </a:lnTo>
                    <a:cubicBezTo>
                      <a:pt x="1" y="1120"/>
                      <a:pt x="179" y="1298"/>
                      <a:pt x="394" y="1298"/>
                    </a:cubicBezTo>
                    <a:lnTo>
                      <a:pt x="1263" y="1298"/>
                    </a:lnTo>
                    <a:cubicBezTo>
                      <a:pt x="1477" y="1298"/>
                      <a:pt x="1656" y="1120"/>
                      <a:pt x="1656" y="905"/>
                    </a:cubicBezTo>
                    <a:lnTo>
                      <a:pt x="1656" y="394"/>
                    </a:lnTo>
                    <a:cubicBezTo>
                      <a:pt x="1656" y="167"/>
                      <a:pt x="1477" y="1"/>
                      <a:pt x="12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59"/>
              <p:cNvSpPr/>
              <p:nvPr/>
            </p:nvSpPr>
            <p:spPr>
              <a:xfrm>
                <a:off x="2305925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03" y="1643"/>
                      <a:pt x="263" y="1584"/>
                      <a:pt x="263" y="1512"/>
                    </a:cubicBezTo>
                    <a:lnTo>
                      <a:pt x="263" y="143"/>
                    </a:lnTo>
                    <a:cubicBezTo>
                      <a:pt x="263" y="60"/>
                      <a:pt x="203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59"/>
              <p:cNvSpPr/>
              <p:nvPr/>
            </p:nvSpPr>
            <p:spPr>
              <a:xfrm>
                <a:off x="2317250" y="3016725"/>
                <a:ext cx="6850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644" extrusionOk="0">
                    <a:moveTo>
                      <a:pt x="143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43" y="1643"/>
                    </a:cubicBezTo>
                    <a:cubicBezTo>
                      <a:pt x="214" y="1643"/>
                      <a:pt x="274" y="1584"/>
                      <a:pt x="274" y="1512"/>
                    </a:cubicBezTo>
                    <a:lnTo>
                      <a:pt x="274" y="143"/>
                    </a:lnTo>
                    <a:cubicBezTo>
                      <a:pt x="274" y="60"/>
                      <a:pt x="214" y="0"/>
                      <a:pt x="1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59"/>
              <p:cNvSpPr/>
              <p:nvPr/>
            </p:nvSpPr>
            <p:spPr>
              <a:xfrm>
                <a:off x="2236275" y="30761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72"/>
                      <a:pt x="1" y="144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59"/>
              <p:cNvSpPr/>
              <p:nvPr/>
            </p:nvSpPr>
            <p:spPr>
              <a:xfrm>
                <a:off x="2236275" y="3117775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59"/>
              <p:cNvSpPr/>
              <p:nvPr/>
            </p:nvSpPr>
            <p:spPr>
              <a:xfrm>
                <a:off x="2236275" y="3096950"/>
                <a:ext cx="378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6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6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4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59"/>
              <p:cNvSpPr/>
              <p:nvPr/>
            </p:nvSpPr>
            <p:spPr>
              <a:xfrm>
                <a:off x="2236275" y="31386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60"/>
                      <a:pt x="1" y="144"/>
                    </a:cubicBezTo>
                    <a:cubicBezTo>
                      <a:pt x="1" y="227"/>
                      <a:pt x="72" y="287"/>
                      <a:pt x="144" y="287"/>
                    </a:cubicBezTo>
                    <a:lnTo>
                      <a:pt x="1370" y="287"/>
                    </a:lnTo>
                    <a:cubicBezTo>
                      <a:pt x="1441" y="287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59"/>
              <p:cNvSpPr/>
              <p:nvPr/>
            </p:nvSpPr>
            <p:spPr>
              <a:xfrm>
                <a:off x="2569650" y="3133550"/>
                <a:ext cx="131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25" y="1441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59"/>
              <p:cNvSpPr/>
              <p:nvPr/>
            </p:nvSpPr>
            <p:spPr>
              <a:xfrm>
                <a:off x="2569650" y="3173425"/>
                <a:ext cx="13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25" y="1430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59"/>
              <p:cNvSpPr/>
              <p:nvPr/>
            </p:nvSpPr>
            <p:spPr>
              <a:xfrm>
                <a:off x="2546725" y="3204700"/>
                <a:ext cx="58975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179" extrusionOk="0">
                    <a:moveTo>
                      <a:pt x="1180" y="0"/>
                    </a:moveTo>
                    <a:cubicBezTo>
                      <a:pt x="525" y="0"/>
                      <a:pt x="1" y="524"/>
                      <a:pt x="1" y="1179"/>
                    </a:cubicBezTo>
                    <a:lnTo>
                      <a:pt x="477" y="1179"/>
                    </a:lnTo>
                    <a:cubicBezTo>
                      <a:pt x="477" y="786"/>
                      <a:pt x="787" y="476"/>
                      <a:pt x="1180" y="476"/>
                    </a:cubicBezTo>
                    <a:cubicBezTo>
                      <a:pt x="1573" y="476"/>
                      <a:pt x="1882" y="786"/>
                      <a:pt x="1882" y="1179"/>
                    </a:cubicBezTo>
                    <a:lnTo>
                      <a:pt x="2358" y="1179"/>
                    </a:lnTo>
                    <a:cubicBezTo>
                      <a:pt x="2358" y="524"/>
                      <a:pt x="1834" y="0"/>
                      <a:pt x="11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4" name="Google Shape;4244;p59"/>
              <p:cNvSpPr/>
              <p:nvPr/>
            </p:nvSpPr>
            <p:spPr>
              <a:xfrm>
                <a:off x="2557438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43" y="1"/>
                      <a:pt x="1" y="132"/>
                      <a:pt x="1" y="310"/>
                    </a:cubicBezTo>
                    <a:cubicBezTo>
                      <a:pt x="1" y="477"/>
                      <a:pt x="143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5" name="Google Shape;4245;p59"/>
              <p:cNvSpPr/>
              <p:nvPr/>
            </p:nvSpPr>
            <p:spPr>
              <a:xfrm>
                <a:off x="2498800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" y="1"/>
                    </a:moveTo>
                    <a:lnTo>
                      <a:pt x="1" y="1060"/>
                    </a:lnTo>
                    <a:lnTo>
                      <a:pt x="1775" y="1060"/>
                    </a:lnTo>
                    <a:cubicBezTo>
                      <a:pt x="2216" y="1060"/>
                      <a:pt x="2573" y="1418"/>
                      <a:pt x="2573" y="1846"/>
                    </a:cubicBezTo>
                    <a:lnTo>
                      <a:pt x="2573" y="5073"/>
                    </a:lnTo>
                    <a:lnTo>
                      <a:pt x="3620" y="5073"/>
                    </a:lnTo>
                    <a:lnTo>
                      <a:pt x="3620" y="1846"/>
                    </a:lnTo>
                    <a:cubicBezTo>
                      <a:pt x="3620" y="834"/>
                      <a:pt x="2799" y="1"/>
                      <a:pt x="17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59"/>
              <p:cNvSpPr/>
              <p:nvPr/>
            </p:nvSpPr>
            <p:spPr>
              <a:xfrm>
                <a:off x="248780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3" y="1"/>
                    </a:moveTo>
                    <a:cubicBezTo>
                      <a:pt x="167" y="1"/>
                      <a:pt x="0" y="167"/>
                      <a:pt x="0" y="394"/>
                    </a:cubicBezTo>
                    <a:lnTo>
                      <a:pt x="0" y="905"/>
                    </a:lnTo>
                    <a:cubicBezTo>
                      <a:pt x="0" y="1120"/>
                      <a:pt x="179" y="1298"/>
                      <a:pt x="393" y="1298"/>
                    </a:cubicBezTo>
                    <a:lnTo>
                      <a:pt x="1251" y="1298"/>
                    </a:lnTo>
                    <a:cubicBezTo>
                      <a:pt x="1477" y="1298"/>
                      <a:pt x="1655" y="1120"/>
                      <a:pt x="1655" y="905"/>
                    </a:cubicBezTo>
                    <a:lnTo>
                      <a:pt x="1655" y="394"/>
                    </a:lnTo>
                    <a:cubicBezTo>
                      <a:pt x="1655" y="167"/>
                      <a:pt x="1477" y="1"/>
                      <a:pt x="1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59"/>
              <p:cNvSpPr/>
              <p:nvPr/>
            </p:nvSpPr>
            <p:spPr>
              <a:xfrm>
                <a:off x="2518750" y="3016725"/>
                <a:ext cx="68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15" y="1643"/>
                      <a:pt x="275" y="1584"/>
                      <a:pt x="275" y="1512"/>
                    </a:cubicBezTo>
                    <a:lnTo>
                      <a:pt x="275" y="143"/>
                    </a:lnTo>
                    <a:cubicBezTo>
                      <a:pt x="275" y="60"/>
                      <a:pt x="215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59"/>
              <p:cNvSpPr/>
              <p:nvPr/>
            </p:nvSpPr>
            <p:spPr>
              <a:xfrm>
                <a:off x="2507450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1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31" y="1643"/>
                    </a:cubicBezTo>
                    <a:cubicBezTo>
                      <a:pt x="203" y="1643"/>
                      <a:pt x="262" y="1584"/>
                      <a:pt x="262" y="1512"/>
                    </a:cubicBezTo>
                    <a:lnTo>
                      <a:pt x="262" y="143"/>
                    </a:lnTo>
                    <a:cubicBezTo>
                      <a:pt x="262" y="60"/>
                      <a:pt x="203" y="0"/>
                      <a:pt x="1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59"/>
              <p:cNvSpPr/>
              <p:nvPr/>
            </p:nvSpPr>
            <p:spPr>
              <a:xfrm>
                <a:off x="2557450" y="30761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4"/>
                    </a:cubicBezTo>
                    <a:cubicBezTo>
                      <a:pt x="1501" y="72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59"/>
              <p:cNvSpPr/>
              <p:nvPr/>
            </p:nvSpPr>
            <p:spPr>
              <a:xfrm>
                <a:off x="2557450" y="3117775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59"/>
              <p:cNvSpPr/>
              <p:nvPr/>
            </p:nvSpPr>
            <p:spPr>
              <a:xfrm>
                <a:off x="2557450" y="3096950"/>
                <a:ext cx="375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6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4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6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59"/>
              <p:cNvSpPr/>
              <p:nvPr/>
            </p:nvSpPr>
            <p:spPr>
              <a:xfrm>
                <a:off x="2557450" y="31386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7"/>
                      <a:pt x="143" y="287"/>
                    </a:cubicBezTo>
                    <a:lnTo>
                      <a:pt x="1358" y="287"/>
                    </a:lnTo>
                    <a:cubicBezTo>
                      <a:pt x="1441" y="287"/>
                      <a:pt x="1501" y="227"/>
                      <a:pt x="1501" y="144"/>
                    </a:cubicBezTo>
                    <a:cubicBezTo>
                      <a:pt x="1501" y="60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59"/>
              <p:cNvSpPr/>
              <p:nvPr/>
            </p:nvSpPr>
            <p:spPr>
              <a:xfrm>
                <a:off x="2391050" y="2983525"/>
                <a:ext cx="49150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216" extrusionOk="0">
                    <a:moveTo>
                      <a:pt x="1" y="1"/>
                    </a:moveTo>
                    <a:lnTo>
                      <a:pt x="1" y="1215"/>
                    </a:lnTo>
                    <a:lnTo>
                      <a:pt x="1965" y="1215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59"/>
              <p:cNvSpPr/>
              <p:nvPr/>
            </p:nvSpPr>
            <p:spPr>
              <a:xfrm>
                <a:off x="2398200" y="2801950"/>
                <a:ext cx="351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406" extrusionOk="0">
                    <a:moveTo>
                      <a:pt x="703" y="1"/>
                    </a:moveTo>
                    <a:cubicBezTo>
                      <a:pt x="310" y="1"/>
                      <a:pt x="1" y="322"/>
                      <a:pt x="1" y="703"/>
                    </a:cubicBezTo>
                    <a:cubicBezTo>
                      <a:pt x="1" y="1096"/>
                      <a:pt x="310" y="1406"/>
                      <a:pt x="703" y="1406"/>
                    </a:cubicBezTo>
                    <a:cubicBezTo>
                      <a:pt x="1084" y="1406"/>
                      <a:pt x="1406" y="1096"/>
                      <a:pt x="1406" y="703"/>
                    </a:cubicBezTo>
                    <a:cubicBezTo>
                      <a:pt x="1406" y="322"/>
                      <a:pt x="1084" y="1"/>
                      <a:pt x="7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59"/>
              <p:cNvSpPr/>
              <p:nvPr/>
            </p:nvSpPr>
            <p:spPr>
              <a:xfrm>
                <a:off x="231515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59"/>
              <p:cNvSpPr/>
              <p:nvPr/>
            </p:nvSpPr>
            <p:spPr>
              <a:xfrm>
                <a:off x="2477075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58" y="0"/>
                      <a:pt x="1" y="346"/>
                      <a:pt x="1" y="774"/>
                    </a:cubicBezTo>
                    <a:cubicBezTo>
                      <a:pt x="1" y="1203"/>
                      <a:pt x="358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59"/>
              <p:cNvSpPr/>
              <p:nvPr/>
            </p:nvSpPr>
            <p:spPr>
              <a:xfrm>
                <a:off x="2334800" y="2819525"/>
                <a:ext cx="161950" cy="166700"/>
              </a:xfrm>
              <a:custGeom>
                <a:avLst/>
                <a:gdLst/>
                <a:ahLst/>
                <a:cxnLst/>
                <a:rect l="l" t="t" r="r" b="b"/>
                <a:pathLst>
                  <a:path w="6478" h="6668" extrusionOk="0">
                    <a:moveTo>
                      <a:pt x="453" y="0"/>
                    </a:moveTo>
                    <a:cubicBezTo>
                      <a:pt x="203" y="0"/>
                      <a:pt x="1" y="215"/>
                      <a:pt x="1" y="465"/>
                    </a:cubicBezTo>
                    <a:lnTo>
                      <a:pt x="1" y="6204"/>
                    </a:lnTo>
                    <a:cubicBezTo>
                      <a:pt x="1" y="6454"/>
                      <a:pt x="203" y="6668"/>
                      <a:pt x="453" y="6668"/>
                    </a:cubicBezTo>
                    <a:lnTo>
                      <a:pt x="6013" y="6668"/>
                    </a:lnTo>
                    <a:cubicBezTo>
                      <a:pt x="6275" y="6668"/>
                      <a:pt x="6478" y="6454"/>
                      <a:pt x="6478" y="6204"/>
                    </a:cubicBezTo>
                    <a:lnTo>
                      <a:pt x="6478" y="465"/>
                    </a:lnTo>
                    <a:cubicBezTo>
                      <a:pt x="6478" y="215"/>
                      <a:pt x="6275" y="0"/>
                      <a:pt x="60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59"/>
              <p:cNvSpPr/>
              <p:nvPr/>
            </p:nvSpPr>
            <p:spPr>
              <a:xfrm>
                <a:off x="2327075" y="2878150"/>
                <a:ext cx="7750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978" extrusionOk="0">
                    <a:moveTo>
                      <a:pt x="155" y="1"/>
                    </a:moveTo>
                    <a:cubicBezTo>
                      <a:pt x="60" y="1"/>
                      <a:pt x="0" y="72"/>
                      <a:pt x="0" y="156"/>
                    </a:cubicBezTo>
                    <a:lnTo>
                      <a:pt x="0" y="1823"/>
                    </a:lnTo>
                    <a:cubicBezTo>
                      <a:pt x="0" y="1906"/>
                      <a:pt x="60" y="1977"/>
                      <a:pt x="155" y="1977"/>
                    </a:cubicBezTo>
                    <a:cubicBezTo>
                      <a:pt x="238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8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59"/>
              <p:cNvSpPr/>
              <p:nvPr/>
            </p:nvSpPr>
            <p:spPr>
              <a:xfrm>
                <a:off x="2496725" y="2878150"/>
                <a:ext cx="7775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978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1823"/>
                    </a:lnTo>
                    <a:cubicBezTo>
                      <a:pt x="1" y="1906"/>
                      <a:pt x="72" y="1977"/>
                      <a:pt x="155" y="1977"/>
                    </a:cubicBezTo>
                    <a:cubicBezTo>
                      <a:pt x="239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9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59"/>
              <p:cNvSpPr/>
              <p:nvPr/>
            </p:nvSpPr>
            <p:spPr>
              <a:xfrm>
                <a:off x="2355350" y="2937400"/>
                <a:ext cx="1208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1406" extrusionOk="0">
                    <a:moveTo>
                      <a:pt x="465" y="0"/>
                    </a:moveTo>
                    <a:cubicBezTo>
                      <a:pt x="203" y="0"/>
                      <a:pt x="0" y="203"/>
                      <a:pt x="0" y="465"/>
                    </a:cubicBezTo>
                    <a:lnTo>
                      <a:pt x="0" y="953"/>
                    </a:lnTo>
                    <a:cubicBezTo>
                      <a:pt x="0" y="1203"/>
                      <a:pt x="203" y="1405"/>
                      <a:pt x="465" y="1405"/>
                    </a:cubicBezTo>
                    <a:lnTo>
                      <a:pt x="4370" y="1405"/>
                    </a:lnTo>
                    <a:cubicBezTo>
                      <a:pt x="4620" y="1405"/>
                      <a:pt x="4834" y="1203"/>
                      <a:pt x="4834" y="953"/>
                    </a:cubicBezTo>
                    <a:lnTo>
                      <a:pt x="4834" y="465"/>
                    </a:lnTo>
                    <a:cubicBezTo>
                      <a:pt x="4834" y="203"/>
                      <a:pt x="4620" y="0"/>
                      <a:pt x="43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59"/>
              <p:cNvSpPr/>
              <p:nvPr/>
            </p:nvSpPr>
            <p:spPr>
              <a:xfrm>
                <a:off x="2351475" y="2933825"/>
                <a:ext cx="128300" cy="42600"/>
              </a:xfrm>
              <a:custGeom>
                <a:avLst/>
                <a:gdLst/>
                <a:ahLst/>
                <a:cxnLst/>
                <a:rect l="l" t="t" r="r" b="b"/>
                <a:pathLst>
                  <a:path w="5132" h="1704" extrusionOk="0">
                    <a:moveTo>
                      <a:pt x="4525" y="298"/>
                    </a:moveTo>
                    <a:cubicBezTo>
                      <a:pt x="4691" y="298"/>
                      <a:pt x="4834" y="429"/>
                      <a:pt x="4834" y="608"/>
                    </a:cubicBezTo>
                    <a:lnTo>
                      <a:pt x="4834" y="1096"/>
                    </a:lnTo>
                    <a:cubicBezTo>
                      <a:pt x="4834" y="1263"/>
                      <a:pt x="4691" y="1405"/>
                      <a:pt x="4525" y="1405"/>
                    </a:cubicBezTo>
                    <a:lnTo>
                      <a:pt x="620" y="1405"/>
                    </a:lnTo>
                    <a:cubicBezTo>
                      <a:pt x="441" y="1405"/>
                      <a:pt x="298" y="1263"/>
                      <a:pt x="298" y="1096"/>
                    </a:cubicBezTo>
                    <a:lnTo>
                      <a:pt x="298" y="608"/>
                    </a:lnTo>
                    <a:cubicBezTo>
                      <a:pt x="298" y="429"/>
                      <a:pt x="441" y="298"/>
                      <a:pt x="620" y="298"/>
                    </a:cubicBezTo>
                    <a:close/>
                    <a:moveTo>
                      <a:pt x="620" y="0"/>
                    </a:moveTo>
                    <a:cubicBezTo>
                      <a:pt x="274" y="0"/>
                      <a:pt x="0" y="274"/>
                      <a:pt x="0" y="608"/>
                    </a:cubicBezTo>
                    <a:lnTo>
                      <a:pt x="0" y="1096"/>
                    </a:lnTo>
                    <a:cubicBezTo>
                      <a:pt x="0" y="1429"/>
                      <a:pt x="274" y="1703"/>
                      <a:pt x="620" y="1703"/>
                    </a:cubicBezTo>
                    <a:lnTo>
                      <a:pt x="4525" y="1703"/>
                    </a:lnTo>
                    <a:cubicBezTo>
                      <a:pt x="4858" y="1703"/>
                      <a:pt x="5132" y="1429"/>
                      <a:pt x="5132" y="1096"/>
                    </a:cubicBezTo>
                    <a:lnTo>
                      <a:pt x="5132" y="608"/>
                    </a:lnTo>
                    <a:cubicBezTo>
                      <a:pt x="5132" y="274"/>
                      <a:pt x="4858" y="0"/>
                      <a:pt x="4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59"/>
              <p:cNvSpPr/>
              <p:nvPr/>
            </p:nvSpPr>
            <p:spPr>
              <a:xfrm>
                <a:off x="2356525" y="2883525"/>
                <a:ext cx="387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549" extrusionOk="0">
                    <a:moveTo>
                      <a:pt x="775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75" y="1548"/>
                    </a:cubicBezTo>
                    <a:cubicBezTo>
                      <a:pt x="1203" y="1548"/>
                      <a:pt x="1549" y="1203"/>
                      <a:pt x="1549" y="774"/>
                    </a:cubicBezTo>
                    <a:cubicBezTo>
                      <a:pt x="1549" y="346"/>
                      <a:pt x="1203" y="0"/>
                      <a:pt x="7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59"/>
              <p:cNvSpPr/>
              <p:nvPr/>
            </p:nvSpPr>
            <p:spPr>
              <a:xfrm>
                <a:off x="2352675" y="2879650"/>
                <a:ext cx="46450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58" extrusionOk="0">
                    <a:moveTo>
                      <a:pt x="929" y="298"/>
                    </a:moveTo>
                    <a:cubicBezTo>
                      <a:pt x="1274" y="298"/>
                      <a:pt x="1560" y="584"/>
                      <a:pt x="1560" y="929"/>
                    </a:cubicBezTo>
                    <a:cubicBezTo>
                      <a:pt x="1560" y="1274"/>
                      <a:pt x="1274" y="1560"/>
                      <a:pt x="929" y="1560"/>
                    </a:cubicBezTo>
                    <a:cubicBezTo>
                      <a:pt x="583" y="1560"/>
                      <a:pt x="298" y="1274"/>
                      <a:pt x="298" y="929"/>
                    </a:cubicBezTo>
                    <a:cubicBezTo>
                      <a:pt x="298" y="584"/>
                      <a:pt x="583" y="298"/>
                      <a:pt x="929" y="298"/>
                    </a:cubicBezTo>
                    <a:close/>
                    <a:moveTo>
                      <a:pt x="929" y="1"/>
                    </a:moveTo>
                    <a:cubicBezTo>
                      <a:pt x="417" y="1"/>
                      <a:pt x="0" y="417"/>
                      <a:pt x="0" y="929"/>
                    </a:cubicBezTo>
                    <a:cubicBezTo>
                      <a:pt x="0" y="1441"/>
                      <a:pt x="417" y="1858"/>
                      <a:pt x="929" y="1858"/>
                    </a:cubicBezTo>
                    <a:cubicBezTo>
                      <a:pt x="1441" y="1858"/>
                      <a:pt x="1857" y="1441"/>
                      <a:pt x="1857" y="929"/>
                    </a:cubicBezTo>
                    <a:cubicBezTo>
                      <a:pt x="1857" y="417"/>
                      <a:pt x="1441" y="1"/>
                      <a:pt x="9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59"/>
              <p:cNvSpPr/>
              <p:nvPr/>
            </p:nvSpPr>
            <p:spPr>
              <a:xfrm>
                <a:off x="243600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0" y="1203"/>
                      <a:pt x="1560" y="774"/>
                    </a:cubicBezTo>
                    <a:cubicBezTo>
                      <a:pt x="1560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59"/>
              <p:cNvSpPr/>
              <p:nvPr/>
            </p:nvSpPr>
            <p:spPr>
              <a:xfrm>
                <a:off x="2432425" y="2879650"/>
                <a:ext cx="46175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47" h="1858" extrusionOk="0">
                    <a:moveTo>
                      <a:pt x="930" y="298"/>
                    </a:moveTo>
                    <a:cubicBezTo>
                      <a:pt x="1275" y="298"/>
                      <a:pt x="1549" y="584"/>
                      <a:pt x="1549" y="929"/>
                    </a:cubicBezTo>
                    <a:cubicBezTo>
                      <a:pt x="1549" y="1274"/>
                      <a:pt x="1275" y="1560"/>
                      <a:pt x="930" y="1560"/>
                    </a:cubicBezTo>
                    <a:cubicBezTo>
                      <a:pt x="572" y="1560"/>
                      <a:pt x="299" y="1274"/>
                      <a:pt x="299" y="929"/>
                    </a:cubicBezTo>
                    <a:cubicBezTo>
                      <a:pt x="299" y="584"/>
                      <a:pt x="572" y="298"/>
                      <a:pt x="930" y="298"/>
                    </a:cubicBezTo>
                    <a:close/>
                    <a:moveTo>
                      <a:pt x="930" y="1"/>
                    </a:moveTo>
                    <a:cubicBezTo>
                      <a:pt x="418" y="1"/>
                      <a:pt x="1" y="417"/>
                      <a:pt x="1" y="929"/>
                    </a:cubicBezTo>
                    <a:cubicBezTo>
                      <a:pt x="1" y="1441"/>
                      <a:pt x="418" y="1858"/>
                      <a:pt x="930" y="1858"/>
                    </a:cubicBezTo>
                    <a:cubicBezTo>
                      <a:pt x="1430" y="1858"/>
                      <a:pt x="1846" y="1441"/>
                      <a:pt x="1846" y="929"/>
                    </a:cubicBezTo>
                    <a:cubicBezTo>
                      <a:pt x="1846" y="417"/>
                      <a:pt x="1442" y="1"/>
                      <a:pt x="9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59"/>
              <p:cNvSpPr/>
              <p:nvPr/>
            </p:nvSpPr>
            <p:spPr>
              <a:xfrm>
                <a:off x="2377975" y="2890375"/>
                <a:ext cx="805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55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55" y="322"/>
                    </a:cubicBezTo>
                    <a:cubicBezTo>
                      <a:pt x="250" y="322"/>
                      <a:pt x="322" y="250"/>
                      <a:pt x="322" y="155"/>
                    </a:cubicBezTo>
                    <a:cubicBezTo>
                      <a:pt x="322" y="72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59"/>
              <p:cNvSpPr/>
              <p:nvPr/>
            </p:nvSpPr>
            <p:spPr>
              <a:xfrm>
                <a:off x="2458025" y="2890375"/>
                <a:ext cx="80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22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56" y="322"/>
                    </a:cubicBezTo>
                    <a:cubicBezTo>
                      <a:pt x="251" y="322"/>
                      <a:pt x="322" y="250"/>
                      <a:pt x="322" y="155"/>
                    </a:cubicBezTo>
                    <a:cubicBezTo>
                      <a:pt x="322" y="72"/>
                      <a:pt x="251" y="0"/>
                      <a:pt x="1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59"/>
              <p:cNvSpPr/>
              <p:nvPr/>
            </p:nvSpPr>
            <p:spPr>
              <a:xfrm>
                <a:off x="2329450" y="3009725"/>
                <a:ext cx="172650" cy="17207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6883" extrusionOk="0">
                    <a:moveTo>
                      <a:pt x="393" y="1"/>
                    </a:moveTo>
                    <a:cubicBezTo>
                      <a:pt x="179" y="1"/>
                      <a:pt x="0" y="179"/>
                      <a:pt x="0" y="393"/>
                    </a:cubicBezTo>
                    <a:lnTo>
                      <a:pt x="0" y="6478"/>
                    </a:lnTo>
                    <a:cubicBezTo>
                      <a:pt x="0" y="6704"/>
                      <a:pt x="179" y="6882"/>
                      <a:pt x="393" y="6882"/>
                    </a:cubicBezTo>
                    <a:lnTo>
                      <a:pt x="6501" y="6882"/>
                    </a:lnTo>
                    <a:cubicBezTo>
                      <a:pt x="6727" y="6882"/>
                      <a:pt x="6906" y="6704"/>
                      <a:pt x="6906" y="6478"/>
                    </a:cubicBezTo>
                    <a:lnTo>
                      <a:pt x="6906" y="393"/>
                    </a:lnTo>
                    <a:cubicBezTo>
                      <a:pt x="6906" y="179"/>
                      <a:pt x="6727" y="1"/>
                      <a:pt x="65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59"/>
              <p:cNvSpPr/>
              <p:nvPr/>
            </p:nvSpPr>
            <p:spPr>
              <a:xfrm>
                <a:off x="2387788" y="2988900"/>
                <a:ext cx="56000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86" extrusionOk="0">
                    <a:moveTo>
                      <a:pt x="144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26"/>
                      <a:pt x="60" y="286"/>
                      <a:pt x="144" y="286"/>
                    </a:cubicBezTo>
                    <a:lnTo>
                      <a:pt x="2096" y="286"/>
                    </a:lnTo>
                    <a:cubicBezTo>
                      <a:pt x="2168" y="286"/>
                      <a:pt x="2239" y="226"/>
                      <a:pt x="2239" y="143"/>
                    </a:cubicBezTo>
                    <a:cubicBezTo>
                      <a:pt x="2239" y="72"/>
                      <a:pt x="2168" y="0"/>
                      <a:pt x="20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59"/>
              <p:cNvSpPr/>
              <p:nvPr/>
            </p:nvSpPr>
            <p:spPr>
              <a:xfrm>
                <a:off x="2387788" y="2999600"/>
                <a:ext cx="560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75" extrusionOk="0">
                    <a:moveTo>
                      <a:pt x="144" y="1"/>
                    </a:moveTo>
                    <a:cubicBezTo>
                      <a:pt x="60" y="1"/>
                      <a:pt x="1" y="60"/>
                      <a:pt x="1" y="132"/>
                    </a:cubicBezTo>
                    <a:cubicBezTo>
                      <a:pt x="1" y="215"/>
                      <a:pt x="60" y="275"/>
                      <a:pt x="144" y="275"/>
                    </a:cubicBezTo>
                    <a:lnTo>
                      <a:pt x="2096" y="275"/>
                    </a:lnTo>
                    <a:cubicBezTo>
                      <a:pt x="2168" y="275"/>
                      <a:pt x="2239" y="215"/>
                      <a:pt x="2239" y="132"/>
                    </a:cubicBezTo>
                    <a:cubicBezTo>
                      <a:pt x="2239" y="60"/>
                      <a:pt x="2168" y="1"/>
                      <a:pt x="20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59"/>
              <p:cNvSpPr/>
              <p:nvPr/>
            </p:nvSpPr>
            <p:spPr>
              <a:xfrm>
                <a:off x="2329450" y="3032350"/>
                <a:ext cx="1726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89" extrusionOk="0">
                    <a:moveTo>
                      <a:pt x="0" y="0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59"/>
              <p:cNvSpPr/>
              <p:nvPr/>
            </p:nvSpPr>
            <p:spPr>
              <a:xfrm>
                <a:off x="2329450" y="3151100"/>
                <a:ext cx="17265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90" extrusionOk="0">
                    <a:moveTo>
                      <a:pt x="0" y="1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59"/>
              <p:cNvSpPr/>
              <p:nvPr/>
            </p:nvSpPr>
            <p:spPr>
              <a:xfrm>
                <a:off x="2384225" y="3064200"/>
                <a:ext cx="62825" cy="6282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2513" extrusionOk="0">
                    <a:moveTo>
                      <a:pt x="1262" y="0"/>
                    </a:moveTo>
                    <a:cubicBezTo>
                      <a:pt x="560" y="0"/>
                      <a:pt x="0" y="572"/>
                      <a:pt x="0" y="1262"/>
                    </a:cubicBezTo>
                    <a:cubicBezTo>
                      <a:pt x="0" y="1953"/>
                      <a:pt x="560" y="2513"/>
                      <a:pt x="1262" y="2513"/>
                    </a:cubicBezTo>
                    <a:cubicBezTo>
                      <a:pt x="1953" y="2513"/>
                      <a:pt x="2512" y="1953"/>
                      <a:pt x="2512" y="1262"/>
                    </a:cubicBezTo>
                    <a:cubicBezTo>
                      <a:pt x="2512" y="572"/>
                      <a:pt x="1953" y="0"/>
                      <a:pt x="1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59"/>
              <p:cNvSpPr/>
              <p:nvPr/>
            </p:nvSpPr>
            <p:spPr>
              <a:xfrm>
                <a:off x="2380650" y="3060625"/>
                <a:ext cx="7027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811" extrusionOk="0">
                    <a:moveTo>
                      <a:pt x="1405" y="298"/>
                    </a:moveTo>
                    <a:cubicBezTo>
                      <a:pt x="2012" y="298"/>
                      <a:pt x="2512" y="798"/>
                      <a:pt x="2512" y="1405"/>
                    </a:cubicBezTo>
                    <a:cubicBezTo>
                      <a:pt x="2512" y="2013"/>
                      <a:pt x="2012" y="2513"/>
                      <a:pt x="1405" y="2513"/>
                    </a:cubicBezTo>
                    <a:cubicBezTo>
                      <a:pt x="786" y="2513"/>
                      <a:pt x="298" y="2013"/>
                      <a:pt x="298" y="1405"/>
                    </a:cubicBezTo>
                    <a:cubicBezTo>
                      <a:pt x="298" y="798"/>
                      <a:pt x="786" y="298"/>
                      <a:pt x="1405" y="298"/>
                    </a:cubicBezTo>
                    <a:close/>
                    <a:moveTo>
                      <a:pt x="1405" y="1"/>
                    </a:moveTo>
                    <a:cubicBezTo>
                      <a:pt x="631" y="1"/>
                      <a:pt x="0" y="632"/>
                      <a:pt x="0" y="1405"/>
                    </a:cubicBezTo>
                    <a:cubicBezTo>
                      <a:pt x="0" y="2179"/>
                      <a:pt x="631" y="2810"/>
                      <a:pt x="1405" y="2810"/>
                    </a:cubicBezTo>
                    <a:cubicBezTo>
                      <a:pt x="2179" y="2810"/>
                      <a:pt x="2810" y="2179"/>
                      <a:pt x="2810" y="1405"/>
                    </a:cubicBezTo>
                    <a:cubicBezTo>
                      <a:pt x="2810" y="632"/>
                      <a:pt x="2179" y="1"/>
                      <a:pt x="14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4275;p59"/>
              <p:cNvSpPr/>
              <p:nvPr/>
            </p:nvSpPr>
            <p:spPr>
              <a:xfrm>
                <a:off x="2327650" y="3404725"/>
                <a:ext cx="1762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7050" h="667" extrusionOk="0">
                    <a:moveTo>
                      <a:pt x="334" y="0"/>
                    </a:moveTo>
                    <a:cubicBezTo>
                      <a:pt x="144" y="0"/>
                      <a:pt x="1" y="143"/>
                      <a:pt x="1" y="333"/>
                    </a:cubicBezTo>
                    <a:cubicBezTo>
                      <a:pt x="1" y="512"/>
                      <a:pt x="144" y="667"/>
                      <a:pt x="334" y="667"/>
                    </a:cubicBezTo>
                    <a:lnTo>
                      <a:pt x="6716" y="667"/>
                    </a:lnTo>
                    <a:cubicBezTo>
                      <a:pt x="6895" y="667"/>
                      <a:pt x="7049" y="512"/>
                      <a:pt x="7049" y="333"/>
                    </a:cubicBezTo>
                    <a:cubicBezTo>
                      <a:pt x="7049" y="143"/>
                      <a:pt x="6895" y="0"/>
                      <a:pt x="6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59"/>
              <p:cNvSpPr/>
              <p:nvPr/>
            </p:nvSpPr>
            <p:spPr>
              <a:xfrm>
                <a:off x="2254425" y="3320775"/>
                <a:ext cx="554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6192" extrusionOk="0">
                    <a:moveTo>
                      <a:pt x="489" y="1"/>
                    </a:moveTo>
                    <a:cubicBezTo>
                      <a:pt x="215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15" y="6192"/>
                      <a:pt x="489" y="6192"/>
                    </a:cubicBezTo>
                    <a:lnTo>
                      <a:pt x="1727" y="6192"/>
                    </a:lnTo>
                    <a:cubicBezTo>
                      <a:pt x="2001" y="6192"/>
                      <a:pt x="2216" y="5966"/>
                      <a:pt x="2216" y="5704"/>
                    </a:cubicBezTo>
                    <a:lnTo>
                      <a:pt x="2216" y="489"/>
                    </a:lnTo>
                    <a:cubicBezTo>
                      <a:pt x="2216" y="227"/>
                      <a:pt x="2001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59"/>
              <p:cNvSpPr/>
              <p:nvPr/>
            </p:nvSpPr>
            <p:spPr>
              <a:xfrm>
                <a:off x="2254425" y="3444600"/>
                <a:ext cx="55400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1239" extrusionOk="0">
                    <a:moveTo>
                      <a:pt x="1" y="1"/>
                    </a:moveTo>
                    <a:lnTo>
                      <a:pt x="1" y="751"/>
                    </a:lnTo>
                    <a:cubicBezTo>
                      <a:pt x="1" y="1013"/>
                      <a:pt x="215" y="1239"/>
                      <a:pt x="489" y="1239"/>
                    </a:cubicBezTo>
                    <a:lnTo>
                      <a:pt x="1727" y="1239"/>
                    </a:lnTo>
                    <a:cubicBezTo>
                      <a:pt x="2001" y="1239"/>
                      <a:pt x="2216" y="1013"/>
                      <a:pt x="2216" y="751"/>
                    </a:cubicBezTo>
                    <a:lnTo>
                      <a:pt x="2216" y="1"/>
                    </a:lnTo>
                    <a:cubicBezTo>
                      <a:pt x="2216" y="262"/>
                      <a:pt x="2001" y="489"/>
                      <a:pt x="1727" y="489"/>
                    </a:cubicBezTo>
                    <a:lnTo>
                      <a:pt x="489" y="489"/>
                    </a:lnTo>
                    <a:cubicBezTo>
                      <a:pt x="215" y="489"/>
                      <a:pt x="1" y="262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59"/>
              <p:cNvSpPr/>
              <p:nvPr/>
            </p:nvSpPr>
            <p:spPr>
              <a:xfrm>
                <a:off x="2246400" y="3306200"/>
                <a:ext cx="714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3108" extrusionOk="0">
                    <a:moveTo>
                      <a:pt x="489" y="0"/>
                    </a:moveTo>
                    <a:cubicBezTo>
                      <a:pt x="215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15" y="3108"/>
                      <a:pt x="489" y="3108"/>
                    </a:cubicBezTo>
                    <a:lnTo>
                      <a:pt x="2370" y="3108"/>
                    </a:lnTo>
                    <a:cubicBezTo>
                      <a:pt x="2644" y="3108"/>
                      <a:pt x="2858" y="2881"/>
                      <a:pt x="2858" y="2608"/>
                    </a:cubicBezTo>
                    <a:lnTo>
                      <a:pt x="2858" y="488"/>
                    </a:lnTo>
                    <a:cubicBezTo>
                      <a:pt x="2858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59"/>
              <p:cNvSpPr/>
              <p:nvPr/>
            </p:nvSpPr>
            <p:spPr>
              <a:xfrm>
                <a:off x="2246400" y="3339825"/>
                <a:ext cx="71450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1763" extrusionOk="0"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15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1"/>
                    </a:lnTo>
                    <a:cubicBezTo>
                      <a:pt x="2858" y="274"/>
                      <a:pt x="2644" y="489"/>
                      <a:pt x="2370" y="489"/>
                    </a:cubicBezTo>
                    <a:lnTo>
                      <a:pt x="489" y="489"/>
                    </a:lnTo>
                    <a:cubicBezTo>
                      <a:pt x="215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59"/>
              <p:cNvSpPr/>
              <p:nvPr/>
            </p:nvSpPr>
            <p:spPr>
              <a:xfrm>
                <a:off x="2260400" y="3398750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1"/>
                    </a:moveTo>
                    <a:cubicBezTo>
                      <a:pt x="48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48" y="2930"/>
                      <a:pt x="107" y="2930"/>
                    </a:cubicBezTo>
                    <a:cubicBezTo>
                      <a:pt x="167" y="2930"/>
                      <a:pt x="226" y="2882"/>
                      <a:pt x="226" y="2811"/>
                    </a:cubicBezTo>
                    <a:lnTo>
                      <a:pt x="226" y="120"/>
                    </a:lnTo>
                    <a:cubicBezTo>
                      <a:pt x="226" y="49"/>
                      <a:pt x="167" y="1"/>
                      <a:pt x="1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59"/>
              <p:cNvSpPr/>
              <p:nvPr/>
            </p:nvSpPr>
            <p:spPr>
              <a:xfrm>
                <a:off x="22729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19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19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59"/>
              <p:cNvSpPr/>
              <p:nvPr/>
            </p:nvSpPr>
            <p:spPr>
              <a:xfrm>
                <a:off x="22857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07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59"/>
              <p:cNvSpPr/>
              <p:nvPr/>
            </p:nvSpPr>
            <p:spPr>
              <a:xfrm>
                <a:off x="2298200" y="3398750"/>
                <a:ext cx="59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930" extrusionOk="0">
                    <a:moveTo>
                      <a:pt x="119" y="1"/>
                    </a:moveTo>
                    <a:cubicBezTo>
                      <a:pt x="60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60" y="2930"/>
                      <a:pt x="119" y="2930"/>
                    </a:cubicBezTo>
                    <a:cubicBezTo>
                      <a:pt x="179" y="2930"/>
                      <a:pt x="238" y="2882"/>
                      <a:pt x="238" y="2811"/>
                    </a:cubicBezTo>
                    <a:lnTo>
                      <a:pt x="238" y="120"/>
                    </a:lnTo>
                    <a:cubicBezTo>
                      <a:pt x="238" y="49"/>
                      <a:pt x="179" y="1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59"/>
              <p:cNvSpPr/>
              <p:nvPr/>
            </p:nvSpPr>
            <p:spPr>
              <a:xfrm>
                <a:off x="2521425" y="3320775"/>
                <a:ext cx="557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6192" extrusionOk="0">
                    <a:moveTo>
                      <a:pt x="489" y="1"/>
                    </a:moveTo>
                    <a:cubicBezTo>
                      <a:pt x="227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27" y="6192"/>
                      <a:pt x="489" y="6192"/>
                    </a:cubicBezTo>
                    <a:lnTo>
                      <a:pt x="1739" y="6192"/>
                    </a:lnTo>
                    <a:cubicBezTo>
                      <a:pt x="2001" y="6192"/>
                      <a:pt x="2227" y="5966"/>
                      <a:pt x="2227" y="5704"/>
                    </a:cubicBezTo>
                    <a:lnTo>
                      <a:pt x="2227" y="489"/>
                    </a:lnTo>
                    <a:cubicBezTo>
                      <a:pt x="2227" y="227"/>
                      <a:pt x="2001" y="1"/>
                      <a:pt x="17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5" name="Google Shape;4285;p59"/>
              <p:cNvSpPr/>
              <p:nvPr/>
            </p:nvSpPr>
            <p:spPr>
              <a:xfrm>
                <a:off x="2513400" y="3306200"/>
                <a:ext cx="717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3108" extrusionOk="0">
                    <a:moveTo>
                      <a:pt x="500" y="0"/>
                    </a:moveTo>
                    <a:cubicBezTo>
                      <a:pt x="227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27" y="3108"/>
                      <a:pt x="500" y="3108"/>
                    </a:cubicBezTo>
                    <a:lnTo>
                      <a:pt x="2370" y="3108"/>
                    </a:lnTo>
                    <a:cubicBezTo>
                      <a:pt x="2644" y="3108"/>
                      <a:pt x="2870" y="2881"/>
                      <a:pt x="2870" y="2608"/>
                    </a:cubicBezTo>
                    <a:lnTo>
                      <a:pt x="2870" y="488"/>
                    </a:lnTo>
                    <a:cubicBezTo>
                      <a:pt x="2870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59"/>
              <p:cNvSpPr/>
              <p:nvPr/>
            </p:nvSpPr>
            <p:spPr>
              <a:xfrm>
                <a:off x="2513400" y="3339825"/>
                <a:ext cx="71475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9" h="1763" extrusionOk="0">
                    <a:moveTo>
                      <a:pt x="2858" y="1"/>
                    </a:move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58" y="28"/>
                      <a:pt x="2858" y="14"/>
                      <a:pt x="2858" y="1"/>
                    </a:cubicBezTo>
                    <a:close/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27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47" y="296"/>
                      <a:pt x="2630" y="489"/>
                      <a:pt x="2370" y="489"/>
                    </a:cubicBezTo>
                    <a:lnTo>
                      <a:pt x="489" y="489"/>
                    </a:lnTo>
                    <a:cubicBezTo>
                      <a:pt x="227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7" name="Google Shape;4287;p59"/>
              <p:cNvSpPr/>
              <p:nvPr/>
            </p:nvSpPr>
            <p:spPr>
              <a:xfrm>
                <a:off x="2521425" y="3391325"/>
                <a:ext cx="55700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3370" extrusionOk="0">
                    <a:moveTo>
                      <a:pt x="858" y="0"/>
                    </a:moveTo>
                    <a:cubicBezTo>
                      <a:pt x="799" y="0"/>
                      <a:pt x="739" y="60"/>
                      <a:pt x="739" y="119"/>
                    </a:cubicBezTo>
                    <a:lnTo>
                      <a:pt x="739" y="2620"/>
                    </a:lnTo>
                    <a:lnTo>
                      <a:pt x="489" y="2620"/>
                    </a:lnTo>
                    <a:cubicBezTo>
                      <a:pt x="477" y="2620"/>
                      <a:pt x="477" y="2608"/>
                      <a:pt x="465" y="2608"/>
                    </a:cubicBezTo>
                    <a:lnTo>
                      <a:pt x="465" y="417"/>
                    </a:lnTo>
                    <a:cubicBezTo>
                      <a:pt x="465" y="346"/>
                      <a:pt x="418" y="298"/>
                      <a:pt x="358" y="298"/>
                    </a:cubicBezTo>
                    <a:cubicBezTo>
                      <a:pt x="287" y="298"/>
                      <a:pt x="239" y="346"/>
                      <a:pt x="239" y="417"/>
                    </a:cubicBezTo>
                    <a:lnTo>
                      <a:pt x="239" y="2548"/>
                    </a:lnTo>
                    <a:cubicBezTo>
                      <a:pt x="96" y="2453"/>
                      <a:pt x="1" y="2298"/>
                      <a:pt x="1" y="2132"/>
                    </a:cubicBezTo>
                    <a:lnTo>
                      <a:pt x="1" y="2882"/>
                    </a:lnTo>
                    <a:cubicBezTo>
                      <a:pt x="1" y="3144"/>
                      <a:pt x="215" y="3370"/>
                      <a:pt x="489" y="3370"/>
                    </a:cubicBezTo>
                    <a:lnTo>
                      <a:pt x="1739" y="3370"/>
                    </a:lnTo>
                    <a:cubicBezTo>
                      <a:pt x="2001" y="3370"/>
                      <a:pt x="2227" y="3144"/>
                      <a:pt x="2227" y="2882"/>
                    </a:cubicBezTo>
                    <a:lnTo>
                      <a:pt x="2227" y="2132"/>
                    </a:lnTo>
                    <a:cubicBezTo>
                      <a:pt x="2227" y="2298"/>
                      <a:pt x="2132" y="2453"/>
                      <a:pt x="1989" y="2548"/>
                    </a:cubicBezTo>
                    <a:lnTo>
                      <a:pt x="1989" y="417"/>
                    </a:lnTo>
                    <a:cubicBezTo>
                      <a:pt x="1989" y="346"/>
                      <a:pt x="1930" y="298"/>
                      <a:pt x="1870" y="298"/>
                    </a:cubicBezTo>
                    <a:cubicBezTo>
                      <a:pt x="1811" y="298"/>
                      <a:pt x="1763" y="346"/>
                      <a:pt x="1763" y="417"/>
                    </a:cubicBezTo>
                    <a:lnTo>
                      <a:pt x="1763" y="2608"/>
                    </a:lnTo>
                    <a:cubicBezTo>
                      <a:pt x="1751" y="2608"/>
                      <a:pt x="1739" y="2620"/>
                      <a:pt x="1739" y="2620"/>
                    </a:cubicBezTo>
                    <a:lnTo>
                      <a:pt x="1477" y="2620"/>
                    </a:lnTo>
                    <a:lnTo>
                      <a:pt x="1477" y="119"/>
                    </a:lnTo>
                    <a:cubicBezTo>
                      <a:pt x="1477" y="60"/>
                      <a:pt x="1430" y="0"/>
                      <a:pt x="1370" y="0"/>
                    </a:cubicBezTo>
                    <a:cubicBezTo>
                      <a:pt x="1299" y="0"/>
                      <a:pt x="1251" y="60"/>
                      <a:pt x="1251" y="119"/>
                    </a:cubicBezTo>
                    <a:lnTo>
                      <a:pt x="1251" y="2620"/>
                    </a:lnTo>
                    <a:lnTo>
                      <a:pt x="977" y="2620"/>
                    </a:lnTo>
                    <a:lnTo>
                      <a:pt x="977" y="119"/>
                    </a:lnTo>
                    <a:cubicBezTo>
                      <a:pt x="977" y="60"/>
                      <a:pt x="918" y="0"/>
                      <a:pt x="8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8" name="Google Shape;4288;p59"/>
              <p:cNvSpPr/>
              <p:nvPr/>
            </p:nvSpPr>
            <p:spPr>
              <a:xfrm>
                <a:off x="2367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9" name="Google Shape;4289;p59"/>
              <p:cNvSpPr/>
              <p:nvPr/>
            </p:nvSpPr>
            <p:spPr>
              <a:xfrm>
                <a:off x="2389575" y="2937400"/>
                <a:ext cx="74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59"/>
              <p:cNvSpPr/>
              <p:nvPr/>
            </p:nvSpPr>
            <p:spPr>
              <a:xfrm>
                <a:off x="241190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59"/>
              <p:cNvSpPr/>
              <p:nvPr/>
            </p:nvSpPr>
            <p:spPr>
              <a:xfrm>
                <a:off x="2434225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59"/>
              <p:cNvSpPr/>
              <p:nvPr/>
            </p:nvSpPr>
            <p:spPr>
              <a:xfrm>
                <a:off x="2456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93" name="Google Shape;4293;p59"/>
          <p:cNvGrpSpPr/>
          <p:nvPr/>
        </p:nvGrpSpPr>
        <p:grpSpPr>
          <a:xfrm>
            <a:off x="2682391" y="654563"/>
            <a:ext cx="744312" cy="221985"/>
            <a:chOff x="8652775" y="883650"/>
            <a:chExt cx="120875" cy="36050"/>
          </a:xfrm>
        </p:grpSpPr>
        <p:sp>
          <p:nvSpPr>
            <p:cNvPr id="4294" name="Google Shape;4294;p59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59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59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59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59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59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0" name="Google Shape;4300;p59"/>
          <p:cNvGrpSpPr/>
          <p:nvPr/>
        </p:nvGrpSpPr>
        <p:grpSpPr>
          <a:xfrm>
            <a:off x="1577854" y="2793700"/>
            <a:ext cx="234762" cy="218290"/>
            <a:chOff x="8652775" y="883650"/>
            <a:chExt cx="38125" cy="35450"/>
          </a:xfrm>
        </p:grpSpPr>
        <p:sp>
          <p:nvSpPr>
            <p:cNvPr id="4301" name="Google Shape;4301;p59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59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59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59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05" name="Google Shape;4305;p59"/>
          <p:cNvSpPr txBox="1">
            <a:spLocks noGrp="1"/>
          </p:cNvSpPr>
          <p:nvPr>
            <p:ph type="title"/>
          </p:nvPr>
        </p:nvSpPr>
        <p:spPr>
          <a:xfrm>
            <a:off x="4386249" y="857977"/>
            <a:ext cx="3759000" cy="9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sp>
        <p:nvSpPr>
          <p:cNvPr id="4306" name="Google Shape;4306;p59"/>
          <p:cNvSpPr txBox="1">
            <a:spLocks noGrp="1"/>
          </p:cNvSpPr>
          <p:nvPr>
            <p:ph type="title" idx="2"/>
          </p:nvPr>
        </p:nvSpPr>
        <p:spPr>
          <a:xfrm>
            <a:off x="4572000" y="1879050"/>
            <a:ext cx="3757800" cy="13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Made By </a:t>
            </a:r>
            <a:r>
              <a:rPr lang="en-US" sz="14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: Avinash</a:t>
            </a:r>
            <a:endParaRPr sz="1400" dirty="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832;p34">
            <a:extLst>
              <a:ext uri="{FF2B5EF4-FFF2-40B4-BE49-F238E27FC236}">
                <a16:creationId xmlns:a16="http://schemas.microsoft.com/office/drawing/2014/main" id="{2FFBD1F5-AB28-051B-56F6-5B0CDF112179}"/>
              </a:ext>
            </a:extLst>
          </p:cNvPr>
          <p:cNvSpPr/>
          <p:nvPr/>
        </p:nvSpPr>
        <p:spPr>
          <a:xfrm>
            <a:off x="4041600" y="3783506"/>
            <a:ext cx="4103649" cy="821327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manoid Robot Project Proposal by Slidesgo">
  <a:themeElements>
    <a:clrScheme name="Simple Light">
      <a:dk1>
        <a:srgbClr val="2B3436"/>
      </a:dk1>
      <a:lt1>
        <a:srgbClr val="D8E6EF"/>
      </a:lt1>
      <a:dk2>
        <a:srgbClr val="C6DCEB"/>
      </a:dk2>
      <a:lt2>
        <a:srgbClr val="516F86"/>
      </a:lt2>
      <a:accent1>
        <a:srgbClr val="86B5D8"/>
      </a:accent1>
      <a:accent2>
        <a:srgbClr val="5D91B7"/>
      </a:accent2>
      <a:accent3>
        <a:srgbClr val="ACC9C8"/>
      </a:accent3>
      <a:accent4>
        <a:srgbClr val="96B1B0"/>
      </a:accent4>
      <a:accent5>
        <a:srgbClr val="37555A"/>
      </a:accent5>
      <a:accent6>
        <a:srgbClr val="FFFFFF"/>
      </a:accent6>
      <a:hlink>
        <a:srgbClr val="2B34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4997D90EFBFF4D9E19BD0B549E1D06" ma:contentTypeVersion="12" ma:contentTypeDescription="Create a new document." ma:contentTypeScope="" ma:versionID="2df0d386241b1d25600a524acb11a56b">
  <xsd:schema xmlns:xsd="http://www.w3.org/2001/XMLSchema" xmlns:xs="http://www.w3.org/2001/XMLSchema" xmlns:p="http://schemas.microsoft.com/office/2006/metadata/properties" xmlns:ns3="ee7179e0-fe6e-451a-acc0-100abcaaf7f1" targetNamespace="http://schemas.microsoft.com/office/2006/metadata/properties" ma:root="true" ma:fieldsID="e265ebf1d0db14a769cc3add6f80a403" ns3:_="">
    <xsd:import namespace="ee7179e0-fe6e-451a-acc0-100abcaaf7f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7179e0-fe6e-451a-acc0-100abcaaf7f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e7179e0-fe6e-451a-acc0-100abcaaf7f1" xsi:nil="true"/>
  </documentManagement>
</p:properties>
</file>

<file path=customXml/itemProps1.xml><?xml version="1.0" encoding="utf-8"?>
<ds:datastoreItem xmlns:ds="http://schemas.openxmlformats.org/officeDocument/2006/customXml" ds:itemID="{AF2337BB-9646-48F9-8166-6276B06CC0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86034E-A7E9-4474-8192-580545FA26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7179e0-fe6e-451a-acc0-100abcaaf7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547237-D95F-4668-8B34-41ABBC6B110A}">
  <ds:schemaRefs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ee7179e0-fe6e-451a-acc0-100abcaaf7f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1543</Words>
  <Application>Microsoft Office PowerPoint</Application>
  <PresentationFormat>On-screen Show (16:9)</PresentationFormat>
  <Paragraphs>74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Roboto</vt:lpstr>
      <vt:lpstr>Inter</vt:lpstr>
      <vt:lpstr>Arial</vt:lpstr>
      <vt:lpstr>Courier New</vt:lpstr>
      <vt:lpstr>Humanoid Robot Project Proposal by Slidesgo</vt:lpstr>
      <vt:lpstr>Smart Home Monitoring &amp; Security Robot</vt:lpstr>
      <vt:lpstr>PowerPoint Presentation</vt:lpstr>
      <vt:lpstr>Our Project</vt:lpstr>
      <vt:lpstr>Mini Computer (Linux OS)</vt:lpstr>
      <vt:lpstr>Arduino Uno</vt:lpstr>
      <vt:lpstr>ESP32 (OLED eye)</vt:lpstr>
      <vt:lpstr>MQ-135 (Air Quality)</vt:lpstr>
      <vt:lpstr>Ultrasonic Sensor (HC-SR04)</vt:lpstr>
      <vt:lpstr>DHT22 (Temperature &amp; Humidity)</vt:lpstr>
      <vt:lpstr>Motor Driver (L298N / L293D)</vt:lpstr>
      <vt:lpstr>Servos (Tower Pro mini x4, Metal Gear x1)</vt:lpstr>
      <vt:lpstr>DC Motors &amp; Wheels (x6)</vt:lpstr>
      <vt:lpstr>Displays (LCD I²C, OLED x2)</vt:lpstr>
      <vt:lpstr>Power System (19V 3A, Step Up/Down modules, MCB)</vt:lpstr>
      <vt:lpstr>Wi-Fi Router &amp; Local Area Network</vt:lpstr>
      <vt:lpstr>Camera (USB Webcam / IP Camera)</vt:lpstr>
      <vt:lpstr>Software Stack (HTML/CSS/JS, Python)</vt:lpstr>
      <vt:lpstr>Breadboards &amp; Prototyping</vt:lpstr>
      <vt:lpstr>Robot can be accessed from anywhere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Aravind Kumar</dc:creator>
  <cp:lastModifiedBy>Office</cp:lastModifiedBy>
  <cp:revision>5</cp:revision>
  <dcterms:modified xsi:type="dcterms:W3CDTF">2026-06-13T08:06:55Z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0x010100E74997D90EFBFF4D9E19BD0B549E1D06</vt:lpwstr>
  </property>
</Properties>
</file>